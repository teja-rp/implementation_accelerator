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916" r:id="rId4"/>
  </p:sldMasterIdLst>
  <p:notesMasterIdLst>
    <p:notesMasterId r:id="rId25"/>
  </p:notesMasterIdLst>
  <p:handoutMasterIdLst>
    <p:handoutMasterId r:id="rId26"/>
  </p:handoutMasterIdLst>
  <p:sldIdLst>
    <p:sldId id="368" r:id="rId5"/>
    <p:sldId id="415" r:id="rId6"/>
    <p:sldId id="430" r:id="rId7"/>
    <p:sldId id="443" r:id="rId8"/>
    <p:sldId id="444" r:id="rId9"/>
    <p:sldId id="447" r:id="rId10"/>
    <p:sldId id="446" r:id="rId11"/>
    <p:sldId id="445" r:id="rId12"/>
    <p:sldId id="449" r:id="rId13"/>
    <p:sldId id="431" r:id="rId14"/>
    <p:sldId id="432" r:id="rId15"/>
    <p:sldId id="448" r:id="rId16"/>
    <p:sldId id="450" r:id="rId17"/>
    <p:sldId id="451" r:id="rId18"/>
    <p:sldId id="452" r:id="rId19"/>
    <p:sldId id="439" r:id="rId20"/>
    <p:sldId id="440" r:id="rId21"/>
    <p:sldId id="441" r:id="rId22"/>
    <p:sldId id="390" r:id="rId23"/>
    <p:sldId id="423" r:id="rId24"/>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ephanie Lestingi" initials="SL" lastIdx="1" clrIdx="0">
    <p:extLst>
      <p:ext uri="{19B8F6BF-5375-455C-9EA6-DF929625EA0E}">
        <p15:presenceInfo xmlns:p15="http://schemas.microsoft.com/office/powerpoint/2012/main" userId="S::stephanie.lestingi@realpage.com::14916b0a-a335-40d1-a976-5ff10be4aa4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4FD"/>
    <a:srgbClr val="000000"/>
    <a:srgbClr val="FFFFFF"/>
    <a:srgbClr val="737E87"/>
    <a:srgbClr val="B0D4ED"/>
    <a:srgbClr val="B7F196"/>
    <a:srgbClr val="E4692C"/>
    <a:srgbClr val="DC5F12"/>
    <a:srgbClr val="A2A2A2"/>
    <a:srgbClr val="00B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C35DC5-F44C-CEFD-3A23-63499273D2CF}" v="159" dt="2026-08-30T23:31:32.78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t Ragudos" userId="S::kat.ragudos@realpage.com::fa2688e3-404f-4469-939d-a0c2d069d1ee" providerId="AD" clId="Web-{D3C35DC5-F44C-CEFD-3A23-63499273D2CF}"/>
    <pc:docChg chg="modSld">
      <pc:chgData name="Kat Ragudos" userId="S::kat.ragudos@realpage.com::fa2688e3-404f-4469-939d-a0c2d069d1ee" providerId="AD" clId="Web-{D3C35DC5-F44C-CEFD-3A23-63499273D2CF}" dt="2026-08-30T23:31:32.782" v="158" actId="1076"/>
      <pc:docMkLst>
        <pc:docMk/>
      </pc:docMkLst>
      <pc:sldChg chg="modSp">
        <pc:chgData name="Kat Ragudos" userId="S::kat.ragudos@realpage.com::fa2688e3-404f-4469-939d-a0c2d069d1ee" providerId="AD" clId="Web-{D3C35DC5-F44C-CEFD-3A23-63499273D2CF}" dt="2026-08-30T23:26:36.504" v="28" actId="20577"/>
        <pc:sldMkLst>
          <pc:docMk/>
          <pc:sldMk cId="1051671115" sldId="431"/>
        </pc:sldMkLst>
        <pc:spChg chg="mod">
          <ac:chgData name="Kat Ragudos" userId="S::kat.ragudos@realpage.com::fa2688e3-404f-4469-939d-a0c2d069d1ee" providerId="AD" clId="Web-{D3C35DC5-F44C-CEFD-3A23-63499273D2CF}" dt="2026-08-30T23:25:45.189" v="18" actId="20577"/>
          <ac:spMkLst>
            <pc:docMk/>
            <pc:sldMk cId="1051671115" sldId="431"/>
            <ac:spMk id="2" creationId="{23559C75-5084-357D-624A-C99BA588832A}"/>
          </ac:spMkLst>
        </pc:spChg>
        <pc:spChg chg="mod">
          <ac:chgData name="Kat Ragudos" userId="S::kat.ragudos@realpage.com::fa2688e3-404f-4469-939d-a0c2d069d1ee" providerId="AD" clId="Web-{D3C35DC5-F44C-CEFD-3A23-63499273D2CF}" dt="2026-08-30T23:26:36.504" v="28" actId="20577"/>
          <ac:spMkLst>
            <pc:docMk/>
            <pc:sldMk cId="1051671115" sldId="431"/>
            <ac:spMk id="5" creationId="{9C2AF224-7AE4-D835-5B07-B461A6530D11}"/>
          </ac:spMkLst>
        </pc:spChg>
        <pc:picChg chg="mod">
          <ac:chgData name="Kat Ragudos" userId="S::kat.ragudos@realpage.com::fa2688e3-404f-4469-939d-a0c2d069d1ee" providerId="AD" clId="Web-{D3C35DC5-F44C-CEFD-3A23-63499273D2CF}" dt="2026-08-30T23:26:22.847" v="26" actId="1076"/>
          <ac:picMkLst>
            <pc:docMk/>
            <pc:sldMk cId="1051671115" sldId="431"/>
            <ac:picMk id="2050" creationId="{E62EA89E-93B9-6BA8-2C54-4BE94F62E018}"/>
          </ac:picMkLst>
        </pc:picChg>
      </pc:sldChg>
      <pc:sldChg chg="modSp">
        <pc:chgData name="Kat Ragudos" userId="S::kat.ragudos@realpage.com::fa2688e3-404f-4469-939d-a0c2d069d1ee" providerId="AD" clId="Web-{D3C35DC5-F44C-CEFD-3A23-63499273D2CF}" dt="2026-08-30T23:31:32.782" v="158" actId="1076"/>
        <pc:sldMkLst>
          <pc:docMk/>
          <pc:sldMk cId="2220638070" sldId="432"/>
        </pc:sldMkLst>
        <pc:spChg chg="mod">
          <ac:chgData name="Kat Ragudos" userId="S::kat.ragudos@realpage.com::fa2688e3-404f-4469-939d-a0c2d069d1ee" providerId="AD" clId="Web-{D3C35DC5-F44C-CEFD-3A23-63499273D2CF}" dt="2026-08-30T23:31:32.782" v="158" actId="1076"/>
          <ac:spMkLst>
            <pc:docMk/>
            <pc:sldMk cId="2220638070" sldId="432"/>
            <ac:spMk id="2" creationId="{23559C75-5084-357D-624A-C99BA588832A}"/>
          </ac:spMkLst>
        </pc:spChg>
        <pc:spChg chg="mod">
          <ac:chgData name="Kat Ragudos" userId="S::kat.ragudos@realpage.com::fa2688e3-404f-4469-939d-a0c2d069d1ee" providerId="AD" clId="Web-{D3C35DC5-F44C-CEFD-3A23-63499273D2CF}" dt="2026-08-30T23:31:22.032" v="157" actId="14100"/>
          <ac:spMkLst>
            <pc:docMk/>
            <pc:sldMk cId="2220638070" sldId="432"/>
            <ac:spMk id="5" creationId="{9C2AF224-7AE4-D835-5B07-B461A6530D11}"/>
          </ac:spMkLst>
        </pc:spChg>
        <pc:picChg chg="mod">
          <ac:chgData name="Kat Ragudos" userId="S::kat.ragudos@realpage.com::fa2688e3-404f-4469-939d-a0c2d069d1ee" providerId="AD" clId="Web-{D3C35DC5-F44C-CEFD-3A23-63499273D2CF}" dt="2026-08-30T23:27:01.146" v="31" actId="14100"/>
          <ac:picMkLst>
            <pc:docMk/>
            <pc:sldMk cId="2220638070" sldId="432"/>
            <ac:picMk id="3076" creationId="{40BC5ABF-C707-F941-801A-47BCE6C15141}"/>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Column1</c:v>
                </c:pt>
              </c:strCache>
            </c:strRef>
          </c:tx>
          <c:spPr>
            <a:ln w="15875">
              <a:noFill/>
            </a:ln>
          </c:spPr>
          <c:dPt>
            <c:idx val="0"/>
            <c:bubble3D val="0"/>
            <c:spPr>
              <a:solidFill>
                <a:schemeClr val="accent3"/>
              </a:solidFill>
              <a:ln w="15875">
                <a:noFill/>
              </a:ln>
              <a:effectLst/>
            </c:spPr>
            <c:extLst>
              <c:ext xmlns:c16="http://schemas.microsoft.com/office/drawing/2014/chart" uri="{C3380CC4-5D6E-409C-BE32-E72D297353CC}">
                <c16:uniqueId val="{00000001-CC1C-074C-897C-5615C81D33B2}"/>
              </c:ext>
            </c:extLst>
          </c:dPt>
          <c:dPt>
            <c:idx val="1"/>
            <c:bubble3D val="0"/>
            <c:spPr>
              <a:solidFill>
                <a:schemeClr val="tx2"/>
              </a:solidFill>
              <a:ln w="15875">
                <a:noFill/>
              </a:ln>
              <a:effectLst/>
            </c:spPr>
            <c:extLst>
              <c:ext xmlns:c16="http://schemas.microsoft.com/office/drawing/2014/chart" uri="{C3380CC4-5D6E-409C-BE32-E72D297353CC}">
                <c16:uniqueId val="{00000003-CC1C-074C-897C-5615C81D33B2}"/>
              </c:ext>
            </c:extLst>
          </c:dPt>
          <c:dPt>
            <c:idx val="2"/>
            <c:bubble3D val="0"/>
            <c:spPr>
              <a:solidFill>
                <a:schemeClr val="accent2"/>
              </a:solidFill>
              <a:ln w="15875">
                <a:noFill/>
              </a:ln>
              <a:effectLst/>
            </c:spPr>
            <c:extLst>
              <c:ext xmlns:c16="http://schemas.microsoft.com/office/drawing/2014/chart" uri="{C3380CC4-5D6E-409C-BE32-E72D297353CC}">
                <c16:uniqueId val="{00000005-CC1C-074C-897C-5615C81D33B2}"/>
              </c:ext>
            </c:extLst>
          </c:dPt>
          <c:dPt>
            <c:idx val="3"/>
            <c:bubble3D val="0"/>
            <c:spPr>
              <a:solidFill>
                <a:schemeClr val="accent5"/>
              </a:solidFill>
              <a:ln w="15875">
                <a:noFill/>
              </a:ln>
              <a:effectLst/>
            </c:spPr>
            <c:extLst>
              <c:ext xmlns:c16="http://schemas.microsoft.com/office/drawing/2014/chart" uri="{C3380CC4-5D6E-409C-BE32-E72D297353CC}">
                <c16:uniqueId val="{00000007-CC1C-074C-897C-5615C81D33B2}"/>
              </c:ext>
            </c:extLst>
          </c:dPt>
          <c:cat>
            <c:numRef>
              <c:f>Sheet1!$A$2:$A$5</c:f>
              <c:numCache>
                <c:formatCode>General</c:formatCode>
                <c:ptCount val="4"/>
              </c:numCache>
            </c:numRef>
          </c:cat>
          <c:val>
            <c:numRef>
              <c:f>Sheet1!$B$2:$B$5</c:f>
              <c:numCache>
                <c:formatCode>General</c:formatCode>
                <c:ptCount val="4"/>
                <c:pt idx="0">
                  <c:v>25</c:v>
                </c:pt>
                <c:pt idx="1">
                  <c:v>25</c:v>
                </c:pt>
                <c:pt idx="2">
                  <c:v>25</c:v>
                </c:pt>
                <c:pt idx="3">
                  <c:v>25</c:v>
                </c:pt>
              </c:numCache>
            </c:numRef>
          </c:val>
          <c:extLst>
            <c:ext xmlns:c16="http://schemas.microsoft.com/office/drawing/2014/chart" uri="{C3380CC4-5D6E-409C-BE32-E72D297353CC}">
              <c16:uniqueId val="{00000008-CC1C-074C-897C-5615C81D33B2}"/>
            </c:ext>
          </c:extLst>
        </c:ser>
        <c:dLbls>
          <c:showLegendKey val="0"/>
          <c:showVal val="0"/>
          <c:showCatName val="0"/>
          <c:showSerName val="0"/>
          <c:showPercent val="0"/>
          <c:showBubbleSize val="0"/>
          <c:showLeaderLines val="1"/>
        </c:dLbls>
        <c:firstSliceAng val="0"/>
        <c:holeSize val="42"/>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DF624E0-4B87-D244-A27C-263765B5B68B}"/>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9577CFE-6712-9446-AAEC-A2E330024B1B}"/>
              </a:ext>
            </a:extLst>
          </p:cNvPr>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a:defRPr sz="1200"/>
            </a:lvl1pPr>
          </a:lstStyle>
          <a:p>
            <a:fld id="{A903C561-6361-2C4B-8460-067565CDEA27}" type="datetimeFigureOut">
              <a:rPr lang="en-US" smtClean="0"/>
              <a:t>8/30/2026</a:t>
            </a:fld>
            <a:endParaRPr lang="en-US"/>
          </a:p>
        </p:txBody>
      </p:sp>
      <p:sp>
        <p:nvSpPr>
          <p:cNvPr id="4" name="Footer Placeholder 3">
            <a:extLst>
              <a:ext uri="{FF2B5EF4-FFF2-40B4-BE49-F238E27FC236}">
                <a16:creationId xmlns:a16="http://schemas.microsoft.com/office/drawing/2014/main" id="{DD4C1BE2-4F09-2D42-B45F-E5B82E2B7C8D}"/>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2658130-25BC-654F-A028-6A4DCD94CD0C}"/>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5D1E970B-91C9-0344-8E8B-5FBA90CAA0A7}" type="slidenum">
              <a:rPr lang="en-US" smtClean="0"/>
              <a:t>‹#›</a:t>
            </a:fld>
            <a:endParaRPr lang="en-US"/>
          </a:p>
        </p:txBody>
      </p:sp>
    </p:spTree>
    <p:extLst>
      <p:ext uri="{BB962C8B-B14F-4D97-AF65-F5344CB8AC3E}">
        <p14:creationId xmlns:p14="http://schemas.microsoft.com/office/powerpoint/2010/main" val="19628888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b="0" i="0">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b="0" i="0">
                <a:latin typeface="Lato" panose="020F0502020204030203" pitchFamily="34" charset="0"/>
                <a:ea typeface="Lato" panose="020F0502020204030203" pitchFamily="34" charset="0"/>
                <a:cs typeface="Lato" panose="020F0502020204030203" pitchFamily="34" charset="0"/>
              </a:defRPr>
            </a:lvl1pPr>
          </a:lstStyle>
          <a:p>
            <a:fld id="{8C8B1390-3B41-BC44-A7DF-DE8412B69885}" type="datetimeFigureOut">
              <a:rPr lang="en-US" smtClean="0"/>
              <a:pPr/>
              <a:t>8/30/2026</a:t>
            </a:fld>
            <a:endParaRPr lang="en-US"/>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b="0" i="0">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b="0" i="0">
                <a:latin typeface="Lato" panose="020F0502020204030203" pitchFamily="34" charset="0"/>
                <a:ea typeface="Lato" panose="020F0502020204030203" pitchFamily="34" charset="0"/>
                <a:cs typeface="Lato" panose="020F0502020204030203" pitchFamily="34" charset="0"/>
              </a:defRPr>
            </a:lvl1pPr>
          </a:lstStyle>
          <a:p>
            <a:fld id="{BB34A836-FAFF-4646-AFB6-A14CE8D6BA77}" type="slidenum">
              <a:rPr lang="en-US" smtClean="0"/>
              <a:pPr/>
              <a:t>‹#›</a:t>
            </a:fld>
            <a:endParaRPr lang="en-US"/>
          </a:p>
        </p:txBody>
      </p:sp>
    </p:spTree>
    <p:extLst>
      <p:ext uri="{BB962C8B-B14F-4D97-AF65-F5344CB8AC3E}">
        <p14:creationId xmlns:p14="http://schemas.microsoft.com/office/powerpoint/2010/main" val="192987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457200" algn="l" defTabSz="914400" rtl="0" eaLnBrk="1" latinLnBrk="0" hangingPunct="1">
      <a:defRPr sz="1200" b="0" i="0" kern="1200">
        <a:solidFill>
          <a:schemeClr val="tx1"/>
        </a:solidFill>
        <a:latin typeface="Arial Narrow" panose="020B0604020202020204" pitchFamily="34" charset="0"/>
        <a:ea typeface="+mn-ea"/>
        <a:cs typeface="+mn-cs"/>
      </a:defRPr>
    </a:lvl2pPr>
    <a:lvl3pPr marL="914400" algn="l" defTabSz="914400" rtl="0" eaLnBrk="1" latinLnBrk="0" hangingPunct="1">
      <a:defRPr sz="1200" b="0" i="0" kern="1200">
        <a:solidFill>
          <a:schemeClr val="tx1"/>
        </a:solidFill>
        <a:latin typeface="Arial Narrow" panose="020B0604020202020204" pitchFamily="34" charset="0"/>
        <a:ea typeface="+mn-ea"/>
        <a:cs typeface="+mn-cs"/>
      </a:defRPr>
    </a:lvl3pPr>
    <a:lvl4pPr marL="1371600" algn="l" defTabSz="914400" rtl="0" eaLnBrk="1" latinLnBrk="0" hangingPunct="1">
      <a:defRPr sz="1200" b="0" i="0" kern="1200">
        <a:solidFill>
          <a:schemeClr val="tx1"/>
        </a:solidFill>
        <a:latin typeface="Arial Narrow" panose="020B0604020202020204" pitchFamily="34" charset="0"/>
        <a:ea typeface="+mn-ea"/>
        <a:cs typeface="+mn-cs"/>
      </a:defRPr>
    </a:lvl4pPr>
    <a:lvl5pPr marL="1828800" algn="l" defTabSz="914400" rtl="0" eaLnBrk="1" latinLnBrk="0" hangingPunct="1">
      <a:defRPr sz="1200" b="0" i="0" kern="1200">
        <a:solidFill>
          <a:schemeClr val="tx1"/>
        </a:solidFill>
        <a:latin typeface="Arial Narrow"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Lato" panose="020F0502020204030203" pitchFamily="34" charset="0"/>
              <a:ea typeface="Lato" panose="020F0502020204030203" pitchFamily="34" charset="0"/>
              <a:cs typeface="Lato" panose="020F0502020204030203" pitchFamily="34" charset="0"/>
            </a:endParaRPr>
          </a:p>
        </p:txBody>
      </p:sp>
      <p:sp>
        <p:nvSpPr>
          <p:cNvPr id="4" name="Slide Number Placeholder 3"/>
          <p:cNvSpPr>
            <a:spLocks noGrp="1"/>
          </p:cNvSpPr>
          <p:nvPr>
            <p:ph type="sldNum" sz="quarter" idx="5"/>
          </p:nvPr>
        </p:nvSpPr>
        <p:spPr/>
        <p:txBody>
          <a:bodyPr/>
          <a:lstStyle/>
          <a:p>
            <a:fld id="{BB34A836-FAFF-4646-AFB6-A14CE8D6BA77}" type="slidenum">
              <a:rPr lang="en-US" smtClean="0"/>
              <a:pPr/>
              <a:t>1</a:t>
            </a:fld>
            <a:endParaRPr lang="en-US"/>
          </a:p>
        </p:txBody>
      </p:sp>
    </p:spTree>
    <p:extLst>
      <p:ext uri="{BB962C8B-B14F-4D97-AF65-F5344CB8AC3E}">
        <p14:creationId xmlns:p14="http://schemas.microsoft.com/office/powerpoint/2010/main" val="36756379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Lato" panose="020F0502020204030203" pitchFamily="34" charset="0"/>
                <a:ea typeface="Lato" panose="020F0502020204030203" pitchFamily="34" charset="0"/>
                <a:cs typeface="Lato" panose="020F0502020204030203" pitchFamily="34" charset="0"/>
              </a:rPr>
              <a:t>High-level; no more than 30 seconds! </a:t>
            </a:r>
          </a:p>
          <a:p>
            <a:endParaRPr lang="en-US"/>
          </a:p>
        </p:txBody>
      </p:sp>
      <p:sp>
        <p:nvSpPr>
          <p:cNvPr id="4" name="Slide Number Placeholder 3"/>
          <p:cNvSpPr>
            <a:spLocks noGrp="1"/>
          </p:cNvSpPr>
          <p:nvPr>
            <p:ph type="sldNum" sz="quarter" idx="5"/>
          </p:nvPr>
        </p:nvSpPr>
        <p:spPr/>
        <p:txBody>
          <a:bodyPr/>
          <a:lstStyle/>
          <a:p>
            <a:fld id="{BB34A836-FAFF-4646-AFB6-A14CE8D6BA77}" type="slidenum">
              <a:rPr lang="en-US" smtClean="0"/>
              <a:pPr/>
              <a:t>2</a:t>
            </a:fld>
            <a:endParaRPr lang="en-US"/>
          </a:p>
        </p:txBody>
      </p:sp>
    </p:spTree>
    <p:extLst>
      <p:ext uri="{BB962C8B-B14F-4D97-AF65-F5344CB8AC3E}">
        <p14:creationId xmlns:p14="http://schemas.microsoft.com/office/powerpoint/2010/main" val="29740553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Lato" panose="020F0502020204030203" pitchFamily="34" charset="0"/>
                <a:ea typeface="Lato" panose="020F0502020204030203" pitchFamily="34" charset="0"/>
                <a:cs typeface="Lato" panose="020F0502020204030203" pitchFamily="34" charset="0"/>
              </a:rPr>
              <a:t>This is an example of the conversion and go live timeline.  The prior slide was intended to give a macro view on how all products are onboarding.  This slide is a zoomed in view on the actual go live month.  The site(s) will go into conversion on a Monday and they will be delivered back to you the following Wednesday.  During the conversion period, the site staff will need to track activity manually.  They will not have access to a property management system or any other functions that previously lived within your prop </a:t>
            </a:r>
            <a:r>
              <a:rPr lang="en-US" err="1">
                <a:latin typeface="Lato" panose="020F0502020204030203" pitchFamily="34" charset="0"/>
                <a:ea typeface="Lato" panose="020F0502020204030203" pitchFamily="34" charset="0"/>
                <a:cs typeface="Lato" panose="020F0502020204030203" pitchFamily="34" charset="0"/>
              </a:rPr>
              <a:t>mgmt</a:t>
            </a:r>
            <a:r>
              <a:rPr lang="en-US">
                <a:latin typeface="Lato" panose="020F0502020204030203" pitchFamily="34" charset="0"/>
                <a:ea typeface="Lato" panose="020F0502020204030203" pitchFamily="34" charset="0"/>
                <a:cs typeface="Lato" panose="020F0502020204030203" pitchFamily="34" charset="0"/>
              </a:rPr>
              <a:t> system, such as Screening. No data such as payments, move-ins/outs, or background checks should be done in your old system during the dark period. .  Your site staff will begin catch up work once the conversion is complete and the site is delivered back you.  And we will "go live" will all products in Phase 1 from prior slide, the following day.  </a:t>
            </a:r>
          </a:p>
          <a:p>
            <a:endParaRPr lang="en-US">
              <a:latin typeface="Lato" panose="020F0502020204030203" pitchFamily="34" charset="0"/>
              <a:ea typeface="Lato" panose="020F0502020204030203" pitchFamily="34" charset="0"/>
              <a:cs typeface="Lato" panose="020F0502020204030203" pitchFamily="34" charset="0"/>
            </a:endParaRPr>
          </a:p>
          <a:p>
            <a:r>
              <a:rPr lang="en-US">
                <a:latin typeface="Lato" panose="020F0502020204030203" pitchFamily="34" charset="0"/>
                <a:ea typeface="Lato" panose="020F0502020204030203" pitchFamily="34" charset="0"/>
                <a:cs typeface="Lato" panose="020F0502020204030203" pitchFamily="34" charset="0"/>
              </a:rPr>
              <a:t>**If the property is a COMBO property (ex. HUD/Tax combo), they will have an extra week of conversions, so that property wouldn't come out of conversion until the following Wednesday (22nd in the example above)</a:t>
            </a:r>
          </a:p>
          <a:p>
            <a:r>
              <a:rPr lang="en-US">
                <a:latin typeface="Lato" panose="020F0502020204030203" pitchFamily="34" charset="0"/>
                <a:ea typeface="Lato" panose="020F0502020204030203" pitchFamily="34" charset="0"/>
                <a:cs typeface="Lato" panose="020F0502020204030203" pitchFamily="34" charset="0"/>
              </a:rPr>
              <a:t>*If we happen to know the true conversion dates, update the calendar to reflect those specific dates.*</a:t>
            </a:r>
          </a:p>
        </p:txBody>
      </p:sp>
      <p:sp>
        <p:nvSpPr>
          <p:cNvPr id="4" name="Slide Number Placeholder 3"/>
          <p:cNvSpPr>
            <a:spLocks noGrp="1"/>
          </p:cNvSpPr>
          <p:nvPr>
            <p:ph type="sldNum" sz="quarter" idx="10"/>
          </p:nvPr>
        </p:nvSpPr>
        <p:spPr/>
        <p:txBody>
          <a:bodyPr/>
          <a:lstStyle/>
          <a:p>
            <a:fld id="{BB34A836-FAFF-4646-AFB6-A14CE8D6BA77}" type="slidenum">
              <a:rPr lang="en-US" smtClean="0"/>
              <a:t>19</a:t>
            </a:fld>
            <a:endParaRPr lang="en-US"/>
          </a:p>
        </p:txBody>
      </p:sp>
    </p:spTree>
    <p:extLst>
      <p:ext uri="{BB962C8B-B14F-4D97-AF65-F5344CB8AC3E}">
        <p14:creationId xmlns:p14="http://schemas.microsoft.com/office/powerpoint/2010/main" val="13669438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64D1586-BDFF-9440-96F8-F0DE4E4562D4}" type="slidenum">
              <a:rPr lang="en-US" smtClean="0"/>
              <a:t>20</a:t>
            </a:fld>
            <a:endParaRPr lang="en-US"/>
          </a:p>
        </p:txBody>
      </p:sp>
    </p:spTree>
    <p:extLst>
      <p:ext uri="{BB962C8B-B14F-4D97-AF65-F5344CB8AC3E}">
        <p14:creationId xmlns:p14="http://schemas.microsoft.com/office/powerpoint/2010/main" val="12059734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image" Target="../media/image4.emf"/><Relationship Id="rId7" Type="http://schemas.openxmlformats.org/officeDocument/2006/relationships/image" Target="../media/image8.emf"/><Relationship Id="rId2" Type="http://schemas.openxmlformats.org/officeDocument/2006/relationships/image" Target="../media/image3.emf"/><Relationship Id="rId1" Type="http://schemas.openxmlformats.org/officeDocument/2006/relationships/slideMaster" Target="../slideMasters/slideMaster1.xml"/><Relationship Id="rId6" Type="http://schemas.openxmlformats.org/officeDocument/2006/relationships/image" Target="../media/image7.emf"/><Relationship Id="rId5" Type="http://schemas.openxmlformats.org/officeDocument/2006/relationships/image" Target="../media/image6.emf"/><Relationship Id="rId4" Type="http://schemas.openxmlformats.org/officeDocument/2006/relationships/image" Target="../media/image5.emf"/><Relationship Id="rId9" Type="http://schemas.openxmlformats.org/officeDocument/2006/relationships/image" Target="../media/image10.emf"/></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5.tif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0.pn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2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1.pn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2.tif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Lorem Ipsum</a:t>
            </a:r>
          </a:p>
        </p:txBody>
      </p:sp>
      <p:sp>
        <p:nvSpPr>
          <p:cNvPr id="3" name="Content Placeholder 2"/>
          <p:cNvSpPr>
            <a:spLocks noGrp="1"/>
          </p:cNvSpPr>
          <p:nvPr>
            <p:ph idx="1" hasCustomPrompt="1"/>
          </p:nvPr>
        </p:nvSpPr>
        <p:spPr/>
        <p:txBody>
          <a:bodyPr/>
          <a:lstStyle>
            <a:lvl1pPr>
              <a:defRPr b="0" i="0" cap="none" baseline="0">
                <a:solidFill>
                  <a:schemeClr val="accent6"/>
                </a:solidFill>
                <a:latin typeface="Lato" panose="020F0502020204030203" pitchFamily="34" charset="0"/>
                <a:ea typeface="Lato" panose="020F0502020204030203" pitchFamily="34" charset="0"/>
                <a:cs typeface="Lato" panose="020F0502020204030203" pitchFamily="34" charset="0"/>
              </a:defRPr>
            </a:lvl1pPr>
            <a:lvl2pPr marL="315376" indent="-158747">
              <a:tabLst/>
              <a:defRPr b="0" i="0">
                <a:latin typeface="Lato Light" panose="020F0502020204030203" pitchFamily="34" charset="0"/>
                <a:ea typeface="Lato Light" panose="020F0502020204030203" pitchFamily="34" charset="0"/>
                <a:cs typeface="Lato Light" panose="020F0502020204030203" pitchFamily="34" charset="0"/>
              </a:defRPr>
            </a:lvl2pPr>
            <a:lvl3pPr marL="461422" indent="-148163">
              <a:tabLst/>
              <a:defRPr b="0" i="0">
                <a:latin typeface="Lato Light" panose="020F0502020204030203" pitchFamily="34" charset="0"/>
                <a:ea typeface="Lato Light" panose="020F0502020204030203" pitchFamily="34" charset="0"/>
                <a:cs typeface="Lato Light" panose="020F0502020204030203" pitchFamily="34" charset="0"/>
              </a:defRPr>
            </a:lvl3pPr>
            <a:lvl4pPr marL="620168" indent="-158747">
              <a:tabLst/>
              <a:defRPr b="0" i="0">
                <a:latin typeface="Lato Light" panose="020F0502020204030203" pitchFamily="34" charset="0"/>
                <a:ea typeface="Lato Light" panose="020F0502020204030203" pitchFamily="34" charset="0"/>
                <a:cs typeface="Lato Light" panose="020F0502020204030203" pitchFamily="34" charset="0"/>
              </a:defRPr>
            </a:lvl4pPr>
            <a:lvl5pPr marL="766214" indent="-148163">
              <a:tabLst/>
              <a:defRPr b="0" i="0">
                <a:latin typeface="Lato Light" panose="020F0502020204030203" pitchFamily="34" charset="0"/>
                <a:ea typeface="Lato Light" panose="020F0502020204030203" pitchFamily="34" charset="0"/>
                <a:cs typeface="Lato Light" panose="020F0502020204030203" pitchFamily="34" charset="0"/>
              </a:defRPr>
            </a:lvl5pPr>
          </a:lstStyle>
          <a:p>
            <a:pPr lvl="0"/>
            <a:r>
              <a:rPr lang="en-US"/>
              <a:t>Lorem Ipsum</a:t>
            </a:r>
          </a:p>
          <a:p>
            <a:pPr lvl="1"/>
            <a:r>
              <a:rPr lang="en-US"/>
              <a:t>Lorem ipsum</a:t>
            </a:r>
          </a:p>
          <a:p>
            <a:pPr lvl="2"/>
            <a:r>
              <a:rPr lang="en-US"/>
              <a:t>Lorem ipsum</a:t>
            </a:r>
          </a:p>
          <a:p>
            <a:pPr lvl="3"/>
            <a:r>
              <a:rPr lang="en-US"/>
              <a:t>Lorem ipsum</a:t>
            </a:r>
          </a:p>
          <a:p>
            <a:pPr lvl="4"/>
            <a:r>
              <a:rPr lang="en-US"/>
              <a:t>Lorem ipsum</a:t>
            </a:r>
          </a:p>
        </p:txBody>
      </p:sp>
      <p:sp>
        <p:nvSpPr>
          <p:cNvPr id="6" name="Slide Number Placeholder 5"/>
          <p:cNvSpPr>
            <a:spLocks noGrp="1"/>
          </p:cNvSpPr>
          <p:nvPr>
            <p:ph type="sldNum" sz="quarter" idx="12"/>
          </p:nvPr>
        </p:nvSpPr>
        <p:spPr>
          <a:xfrm>
            <a:off x="1" y="6418136"/>
            <a:ext cx="374375" cy="365125"/>
          </a:xfrm>
          <a:prstGeom prst="rect">
            <a:avLst/>
          </a:prstGeom>
        </p:spPr>
        <p:txBody>
          <a:bodyPr/>
          <a:lstStyle>
            <a:lvl1pPr>
              <a:defRPr sz="800" b="0" i="0">
                <a:solidFill>
                  <a:schemeClr val="accent6">
                    <a:lumMod val="40000"/>
                    <a:lumOff val="60000"/>
                  </a:schemeClr>
                </a:solidFill>
                <a:latin typeface="Lato Light" panose="020F0502020204030203" pitchFamily="34" charset="0"/>
                <a:ea typeface="Lato Light" panose="020F0502020204030203" pitchFamily="34" charset="0"/>
                <a:cs typeface="Lato Light" panose="020F0502020204030203" pitchFamily="34" charset="0"/>
              </a:defRPr>
            </a:lvl1pPr>
          </a:lstStyle>
          <a:p>
            <a:fld id="{6BED0942-9735-43C8-AB99-1366ADCBF3AF}" type="slidenum">
              <a:rPr lang="en-US" smtClean="0"/>
              <a:pPr/>
              <a:t>‹#›</a:t>
            </a:fld>
            <a:endParaRPr lang="en-US"/>
          </a:p>
        </p:txBody>
      </p:sp>
    </p:spTree>
    <p:extLst>
      <p:ext uri="{BB962C8B-B14F-4D97-AF65-F5344CB8AC3E}">
        <p14:creationId xmlns:p14="http://schemas.microsoft.com/office/powerpoint/2010/main" val="1132592635"/>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ub, 1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bg2"/>
                </a:solidFill>
              </a:defRPr>
            </a:lvl1pPr>
          </a:lstStyle>
          <a:p>
            <a:r>
              <a:rPr lang="en-US"/>
              <a:t>Lorem Ipsum</a:t>
            </a:r>
          </a:p>
        </p:txBody>
      </p:sp>
      <p:sp>
        <p:nvSpPr>
          <p:cNvPr id="3" name="Content Placeholder 2"/>
          <p:cNvSpPr>
            <a:spLocks noGrp="1"/>
          </p:cNvSpPr>
          <p:nvPr>
            <p:ph sz="half" idx="1" hasCustomPrompt="1"/>
          </p:nvPr>
        </p:nvSpPr>
        <p:spPr>
          <a:xfrm>
            <a:off x="838199" y="1825625"/>
            <a:ext cx="10515599" cy="4351339"/>
          </a:xfrm>
        </p:spPr>
        <p:txBody>
          <a:bodyPr/>
          <a:lstStyle>
            <a:lvl2pPr>
              <a:defRPr b="0" i="0">
                <a:latin typeface="Lato Light" panose="020F0502020204030203" pitchFamily="34" charset="0"/>
                <a:ea typeface="Lato Light" panose="020F0502020204030203" pitchFamily="34" charset="0"/>
                <a:cs typeface="Lato Light" panose="020F0502020204030203" pitchFamily="34" charset="0"/>
              </a:defRPr>
            </a:lvl2pPr>
            <a:lvl3pPr>
              <a:defRPr b="0" i="0">
                <a:latin typeface="Lato Light" panose="020F0502020204030203" pitchFamily="34" charset="0"/>
                <a:ea typeface="Lato Light" panose="020F0502020204030203" pitchFamily="34" charset="0"/>
                <a:cs typeface="Lato Light" panose="020F0502020204030203" pitchFamily="34" charset="0"/>
              </a:defRPr>
            </a:lvl3pPr>
            <a:lvl4pPr>
              <a:defRPr b="0" i="0">
                <a:latin typeface="Lato Light" panose="020F0502020204030203" pitchFamily="34" charset="0"/>
                <a:ea typeface="Lato Light" panose="020F0502020204030203" pitchFamily="34" charset="0"/>
                <a:cs typeface="Lato Light" panose="020F0502020204030203" pitchFamily="34" charset="0"/>
              </a:defRPr>
            </a:lvl4pPr>
            <a:lvl5pPr>
              <a:defRPr b="0" i="0">
                <a:latin typeface="Lato Light" panose="020F0502020204030203" pitchFamily="34" charset="0"/>
                <a:ea typeface="Lato Light" panose="020F0502020204030203" pitchFamily="34" charset="0"/>
                <a:cs typeface="Lato Light" panose="020F0502020204030203" pitchFamily="34" charset="0"/>
              </a:defRPr>
            </a:lvl5pPr>
          </a:lstStyle>
          <a:p>
            <a:pPr lvl="0"/>
            <a:r>
              <a:rPr lang="en-US"/>
              <a:t>Lorem Ipsum</a:t>
            </a:r>
          </a:p>
          <a:p>
            <a:pPr lvl="1"/>
            <a:r>
              <a:rPr lang="en-US"/>
              <a:t>Lorem ipsum</a:t>
            </a:r>
          </a:p>
          <a:p>
            <a:pPr lvl="2"/>
            <a:r>
              <a:rPr lang="en-US"/>
              <a:t>Lorem ipsum</a:t>
            </a:r>
          </a:p>
          <a:p>
            <a:pPr lvl="3"/>
            <a:r>
              <a:rPr lang="en-US"/>
              <a:t>Lorem ipsum</a:t>
            </a:r>
          </a:p>
          <a:p>
            <a:pPr lvl="4"/>
            <a:r>
              <a:rPr lang="en-US"/>
              <a:t>Lorem ipsum</a:t>
            </a:r>
          </a:p>
        </p:txBody>
      </p:sp>
      <p:sp>
        <p:nvSpPr>
          <p:cNvPr id="12" name="Text Placeholder 11">
            <a:extLst>
              <a:ext uri="{FF2B5EF4-FFF2-40B4-BE49-F238E27FC236}">
                <a16:creationId xmlns:a16="http://schemas.microsoft.com/office/drawing/2014/main" id="{EDBD8EC4-5B13-8E4D-A8AF-150A77D87405}"/>
              </a:ext>
            </a:extLst>
          </p:cNvPr>
          <p:cNvSpPr>
            <a:spLocks noGrp="1"/>
          </p:cNvSpPr>
          <p:nvPr>
            <p:ph type="body" sz="quarter" idx="13" hasCustomPrompt="1"/>
          </p:nvPr>
        </p:nvSpPr>
        <p:spPr>
          <a:xfrm>
            <a:off x="838200" y="1291167"/>
            <a:ext cx="10515600" cy="154517"/>
          </a:xfrm>
        </p:spPr>
        <p:txBody>
          <a:bodyPr>
            <a:noAutofit/>
          </a:bodyPr>
          <a:lstStyle>
            <a:lvl1pPr>
              <a:spcBef>
                <a:spcPts val="0"/>
              </a:spcBef>
              <a:defRPr sz="1333" b="0" i="0" cap="none" spc="67" baseline="0">
                <a:solidFill>
                  <a:schemeClr val="accent6"/>
                </a:solidFill>
                <a:latin typeface="Lato" panose="020F0502020204030203" pitchFamily="34" charset="0"/>
                <a:ea typeface="Lato" panose="020F0502020204030203" pitchFamily="34" charset="0"/>
                <a:cs typeface="Lato" panose="020F0502020204030203" pitchFamily="34" charset="0"/>
              </a:defRPr>
            </a:lvl1pPr>
            <a:lvl2pPr marL="156629" indent="0">
              <a:buNone/>
              <a:defRPr/>
            </a:lvl2pPr>
          </a:lstStyle>
          <a:p>
            <a:pPr lvl="0"/>
            <a:r>
              <a:rPr lang="en-US"/>
              <a:t>Lorem Ipsum</a:t>
            </a:r>
          </a:p>
        </p:txBody>
      </p:sp>
      <p:sp>
        <p:nvSpPr>
          <p:cNvPr id="9" name="Slide Number Placeholder 5">
            <a:extLst>
              <a:ext uri="{FF2B5EF4-FFF2-40B4-BE49-F238E27FC236}">
                <a16:creationId xmlns:a16="http://schemas.microsoft.com/office/drawing/2014/main" id="{7B93E7AB-E36E-8847-AA37-E4063EC97A64}"/>
              </a:ext>
            </a:extLst>
          </p:cNvPr>
          <p:cNvSpPr>
            <a:spLocks noGrp="1"/>
          </p:cNvSpPr>
          <p:nvPr>
            <p:ph type="sldNum" sz="quarter" idx="12"/>
          </p:nvPr>
        </p:nvSpPr>
        <p:spPr>
          <a:xfrm>
            <a:off x="1" y="6418136"/>
            <a:ext cx="374375" cy="365125"/>
          </a:xfrm>
          <a:prstGeom prst="rect">
            <a:avLst/>
          </a:prstGeom>
        </p:spPr>
        <p:txBody>
          <a:bodyPr/>
          <a:lstStyle>
            <a:lvl1pPr>
              <a:defRPr sz="800" b="0" i="0">
                <a:solidFill>
                  <a:schemeClr val="accent6">
                    <a:lumMod val="40000"/>
                    <a:lumOff val="60000"/>
                  </a:schemeClr>
                </a:solidFill>
                <a:latin typeface="Lato Light" panose="020F0502020204030203" pitchFamily="34" charset="0"/>
                <a:ea typeface="Lato Light" panose="020F0502020204030203" pitchFamily="34" charset="0"/>
                <a:cs typeface="Lato Light" panose="020F0502020204030203" pitchFamily="34" charset="0"/>
              </a:defRPr>
            </a:lvl1pPr>
          </a:lstStyle>
          <a:p>
            <a:fld id="{6BED0942-9735-43C8-AB99-1366ADCBF3AF}" type="slidenum">
              <a:rPr lang="en-US" smtClean="0"/>
              <a:pPr/>
              <a:t>‹#›</a:t>
            </a:fld>
            <a:endParaRPr lang="en-US"/>
          </a:p>
        </p:txBody>
      </p:sp>
    </p:spTree>
    <p:extLst>
      <p:ext uri="{BB962C8B-B14F-4D97-AF65-F5344CB8AC3E}">
        <p14:creationId xmlns:p14="http://schemas.microsoft.com/office/powerpoint/2010/main" val="2600611511"/>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3_Title, Sub, 1 Content">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838199" y="1825625"/>
            <a:ext cx="10515599" cy="4351339"/>
          </a:xfrm>
        </p:spPr>
        <p:txBody>
          <a:bodyPr/>
          <a:lstStyle>
            <a:lvl2pPr>
              <a:defRPr b="0" i="0">
                <a:latin typeface="Lato Light" panose="020F0502020204030203" pitchFamily="34" charset="0"/>
                <a:ea typeface="Lato Light" panose="020F0502020204030203" pitchFamily="34" charset="0"/>
                <a:cs typeface="Lato Light" panose="020F0502020204030203" pitchFamily="34" charset="0"/>
              </a:defRPr>
            </a:lvl2pPr>
            <a:lvl3pPr>
              <a:defRPr b="0" i="0">
                <a:latin typeface="Lato Light" panose="020F0502020204030203" pitchFamily="34" charset="0"/>
                <a:ea typeface="Lato Light" panose="020F0502020204030203" pitchFamily="34" charset="0"/>
                <a:cs typeface="Lato Light" panose="020F0502020204030203" pitchFamily="34" charset="0"/>
              </a:defRPr>
            </a:lvl3pPr>
            <a:lvl4pPr>
              <a:defRPr b="0" i="0">
                <a:latin typeface="Lato Light" panose="020F0502020204030203" pitchFamily="34" charset="0"/>
                <a:ea typeface="Lato Light" panose="020F0502020204030203" pitchFamily="34" charset="0"/>
                <a:cs typeface="Lato Light" panose="020F0502020204030203" pitchFamily="34" charset="0"/>
              </a:defRPr>
            </a:lvl4pPr>
            <a:lvl5pPr>
              <a:defRPr b="0" i="0">
                <a:latin typeface="Lato Light" panose="020F0502020204030203" pitchFamily="34" charset="0"/>
                <a:ea typeface="Lato Light" panose="020F0502020204030203" pitchFamily="34" charset="0"/>
                <a:cs typeface="Lato Light" panose="020F0502020204030203" pitchFamily="34" charset="0"/>
              </a:defRPr>
            </a:lvl5pPr>
          </a:lstStyle>
          <a:p>
            <a:pPr lvl="0"/>
            <a:r>
              <a:rPr lang="en-US"/>
              <a:t>Lorem Ipsum</a:t>
            </a:r>
          </a:p>
          <a:p>
            <a:pPr lvl="1"/>
            <a:r>
              <a:rPr lang="en-US"/>
              <a:t>Lorem ipsum</a:t>
            </a:r>
          </a:p>
          <a:p>
            <a:pPr lvl="2"/>
            <a:r>
              <a:rPr lang="en-US"/>
              <a:t>Lorem ipsum</a:t>
            </a:r>
          </a:p>
          <a:p>
            <a:pPr lvl="3"/>
            <a:r>
              <a:rPr lang="en-US"/>
              <a:t>Lorem ipsum</a:t>
            </a:r>
          </a:p>
          <a:p>
            <a:pPr lvl="4"/>
            <a:r>
              <a:rPr lang="en-US"/>
              <a:t>Lorem ipsum</a:t>
            </a:r>
          </a:p>
        </p:txBody>
      </p:sp>
      <p:sp>
        <p:nvSpPr>
          <p:cNvPr id="12" name="Text Placeholder 11">
            <a:extLst>
              <a:ext uri="{FF2B5EF4-FFF2-40B4-BE49-F238E27FC236}">
                <a16:creationId xmlns:a16="http://schemas.microsoft.com/office/drawing/2014/main" id="{EDBD8EC4-5B13-8E4D-A8AF-150A77D87405}"/>
              </a:ext>
            </a:extLst>
          </p:cNvPr>
          <p:cNvSpPr>
            <a:spLocks noGrp="1"/>
          </p:cNvSpPr>
          <p:nvPr>
            <p:ph type="body" sz="quarter" idx="13" hasCustomPrompt="1"/>
          </p:nvPr>
        </p:nvSpPr>
        <p:spPr>
          <a:xfrm>
            <a:off x="838200" y="1011332"/>
            <a:ext cx="10515600" cy="154517"/>
          </a:xfrm>
        </p:spPr>
        <p:txBody>
          <a:bodyPr>
            <a:noAutofit/>
          </a:bodyPr>
          <a:lstStyle>
            <a:lvl1pPr>
              <a:spcBef>
                <a:spcPts val="0"/>
              </a:spcBef>
              <a:defRPr sz="1333" b="0" i="0" cap="none" spc="67" baseline="0">
                <a:solidFill>
                  <a:schemeClr val="accent6"/>
                </a:solidFill>
                <a:latin typeface="Lato" panose="020F0502020204030203" pitchFamily="34" charset="0"/>
                <a:ea typeface="Lato" panose="020F0502020204030203" pitchFamily="34" charset="0"/>
                <a:cs typeface="Lato" panose="020F0502020204030203" pitchFamily="34" charset="0"/>
              </a:defRPr>
            </a:lvl1pPr>
            <a:lvl2pPr marL="156629" indent="0">
              <a:buNone/>
              <a:defRPr/>
            </a:lvl2pPr>
          </a:lstStyle>
          <a:p>
            <a:pPr lvl="0"/>
            <a:r>
              <a:rPr lang="en-US"/>
              <a:t>Lorem Ipsum</a:t>
            </a:r>
          </a:p>
        </p:txBody>
      </p:sp>
      <p:sp>
        <p:nvSpPr>
          <p:cNvPr id="9" name="Slide Number Placeholder 5">
            <a:extLst>
              <a:ext uri="{FF2B5EF4-FFF2-40B4-BE49-F238E27FC236}">
                <a16:creationId xmlns:a16="http://schemas.microsoft.com/office/drawing/2014/main" id="{7B93E7AB-E36E-8847-AA37-E4063EC97A64}"/>
              </a:ext>
            </a:extLst>
          </p:cNvPr>
          <p:cNvSpPr>
            <a:spLocks noGrp="1"/>
          </p:cNvSpPr>
          <p:nvPr>
            <p:ph type="sldNum" sz="quarter" idx="12"/>
          </p:nvPr>
        </p:nvSpPr>
        <p:spPr>
          <a:xfrm>
            <a:off x="1" y="6418136"/>
            <a:ext cx="374375" cy="365125"/>
          </a:xfrm>
          <a:prstGeom prst="rect">
            <a:avLst/>
          </a:prstGeom>
        </p:spPr>
        <p:txBody>
          <a:bodyPr/>
          <a:lstStyle>
            <a:lvl1pPr>
              <a:defRPr sz="800" b="0" i="0">
                <a:solidFill>
                  <a:schemeClr val="accent6">
                    <a:lumMod val="40000"/>
                    <a:lumOff val="60000"/>
                  </a:schemeClr>
                </a:solidFill>
                <a:latin typeface="Lato Light" panose="020F0502020204030203" pitchFamily="34" charset="0"/>
                <a:ea typeface="Lato Light" panose="020F0502020204030203" pitchFamily="34" charset="0"/>
                <a:cs typeface="Lato Light" panose="020F0502020204030203" pitchFamily="34" charset="0"/>
              </a:defRPr>
            </a:lvl1pPr>
          </a:lstStyle>
          <a:p>
            <a:fld id="{6BED0942-9735-43C8-AB99-1366ADCBF3AF}" type="slidenum">
              <a:rPr lang="en-US" smtClean="0"/>
              <a:pPr/>
              <a:t>‹#›</a:t>
            </a:fld>
            <a:endParaRPr lang="en-US"/>
          </a:p>
        </p:txBody>
      </p:sp>
      <p:sp>
        <p:nvSpPr>
          <p:cNvPr id="4" name="Title 3">
            <a:extLst>
              <a:ext uri="{FF2B5EF4-FFF2-40B4-BE49-F238E27FC236}">
                <a16:creationId xmlns:a16="http://schemas.microsoft.com/office/drawing/2014/main" id="{C08CB1C3-50C7-B34B-A426-3D96B41F6F94}"/>
              </a:ext>
            </a:extLst>
          </p:cNvPr>
          <p:cNvSpPr>
            <a:spLocks noGrp="1"/>
          </p:cNvSpPr>
          <p:nvPr>
            <p:ph type="title"/>
          </p:nvPr>
        </p:nvSpPr>
        <p:spPr>
          <a:xfrm>
            <a:off x="838200" y="347456"/>
            <a:ext cx="10515600" cy="578519"/>
          </a:xfrm>
        </p:spPr>
        <p:txBody>
          <a:bodyPr/>
          <a:lstStyle/>
          <a:p>
            <a:r>
              <a:rPr lang="en-US"/>
              <a:t>Click to edit Master title style</a:t>
            </a:r>
          </a:p>
        </p:txBody>
      </p:sp>
    </p:spTree>
    <p:extLst>
      <p:ext uri="{BB962C8B-B14F-4D97-AF65-F5344CB8AC3E}">
        <p14:creationId xmlns:p14="http://schemas.microsoft.com/office/powerpoint/2010/main" val="1301718056"/>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Lorem Ipsum</a:t>
            </a:r>
          </a:p>
        </p:txBody>
      </p:sp>
      <p:sp>
        <p:nvSpPr>
          <p:cNvPr id="3" name="Content Placeholder 2"/>
          <p:cNvSpPr>
            <a:spLocks noGrp="1"/>
          </p:cNvSpPr>
          <p:nvPr>
            <p:ph sz="half" idx="1" hasCustomPrompt="1"/>
          </p:nvPr>
        </p:nvSpPr>
        <p:spPr>
          <a:xfrm>
            <a:off x="838200" y="1825625"/>
            <a:ext cx="5181600" cy="4351339"/>
          </a:xfrm>
        </p:spPr>
        <p:txBody>
          <a:bodyPr/>
          <a:lstStyle/>
          <a:p>
            <a:pPr lvl="0"/>
            <a:r>
              <a:rPr lang="en-US"/>
              <a:t>Lorem Ipsum</a:t>
            </a:r>
          </a:p>
          <a:p>
            <a:pPr lvl="1"/>
            <a:r>
              <a:rPr lang="en-US"/>
              <a:t>Lorem ipsum</a:t>
            </a:r>
          </a:p>
          <a:p>
            <a:pPr lvl="2"/>
            <a:r>
              <a:rPr lang="en-US"/>
              <a:t>Lorem ipsum</a:t>
            </a:r>
          </a:p>
          <a:p>
            <a:pPr lvl="3"/>
            <a:r>
              <a:rPr lang="en-US"/>
              <a:t>Lorem ipsum</a:t>
            </a:r>
          </a:p>
          <a:p>
            <a:pPr lvl="4"/>
            <a:r>
              <a:rPr lang="en-US"/>
              <a:t>Lorem ipsum</a:t>
            </a:r>
          </a:p>
        </p:txBody>
      </p:sp>
      <p:sp>
        <p:nvSpPr>
          <p:cNvPr id="4" name="Content Placeholder 3"/>
          <p:cNvSpPr>
            <a:spLocks noGrp="1"/>
          </p:cNvSpPr>
          <p:nvPr>
            <p:ph sz="half" idx="2" hasCustomPrompt="1"/>
          </p:nvPr>
        </p:nvSpPr>
        <p:spPr>
          <a:xfrm>
            <a:off x="6172200" y="1825625"/>
            <a:ext cx="5181600" cy="4351339"/>
          </a:xfrm>
        </p:spPr>
        <p:txBody>
          <a:bodyPr/>
          <a:lstStyle/>
          <a:p>
            <a:pPr lvl="0"/>
            <a:r>
              <a:rPr lang="en-US"/>
              <a:t>Lorem Ipsum</a:t>
            </a:r>
          </a:p>
          <a:p>
            <a:pPr lvl="1"/>
            <a:r>
              <a:rPr lang="en-US"/>
              <a:t>Lorem ipsum</a:t>
            </a:r>
          </a:p>
          <a:p>
            <a:pPr lvl="2"/>
            <a:r>
              <a:rPr lang="en-US"/>
              <a:t>Lorem ipsum</a:t>
            </a:r>
          </a:p>
          <a:p>
            <a:pPr lvl="3"/>
            <a:r>
              <a:rPr lang="en-US"/>
              <a:t>Lorem ipsum</a:t>
            </a:r>
          </a:p>
          <a:p>
            <a:pPr lvl="4"/>
            <a:r>
              <a:rPr lang="en-US"/>
              <a:t>Lorem ipsum</a:t>
            </a:r>
          </a:p>
        </p:txBody>
      </p:sp>
      <p:sp>
        <p:nvSpPr>
          <p:cNvPr id="12" name="Text Placeholder 11">
            <a:extLst>
              <a:ext uri="{FF2B5EF4-FFF2-40B4-BE49-F238E27FC236}">
                <a16:creationId xmlns:a16="http://schemas.microsoft.com/office/drawing/2014/main" id="{EDBD8EC4-5B13-8E4D-A8AF-150A77D87405}"/>
              </a:ext>
            </a:extLst>
          </p:cNvPr>
          <p:cNvSpPr>
            <a:spLocks noGrp="1"/>
          </p:cNvSpPr>
          <p:nvPr>
            <p:ph type="body" sz="quarter" idx="13" hasCustomPrompt="1"/>
          </p:nvPr>
        </p:nvSpPr>
        <p:spPr>
          <a:xfrm>
            <a:off x="838200" y="1291167"/>
            <a:ext cx="10515600" cy="154517"/>
          </a:xfrm>
        </p:spPr>
        <p:txBody>
          <a:bodyPr>
            <a:noAutofit/>
          </a:bodyPr>
          <a:lstStyle>
            <a:lvl1pPr>
              <a:defRPr sz="1333" b="0" i="0" kern="1200" cap="none" spc="67" baseline="0">
                <a:solidFill>
                  <a:schemeClr val="accent6"/>
                </a:solidFill>
                <a:latin typeface="Lato" panose="020F0502020204030203" pitchFamily="34" charset="0"/>
                <a:ea typeface="Lato" panose="020F0502020204030203" pitchFamily="34" charset="0"/>
                <a:cs typeface="Lato" panose="020F0502020204030203" pitchFamily="34" charset="0"/>
              </a:defRPr>
            </a:lvl1pPr>
            <a:lvl2pPr marL="156629" indent="0">
              <a:buNone/>
              <a:defRPr/>
            </a:lvl2pPr>
          </a:lstStyle>
          <a:p>
            <a:pPr lvl="0"/>
            <a:r>
              <a:rPr lang="en-US"/>
              <a:t>Lorem Ipsum</a:t>
            </a:r>
          </a:p>
        </p:txBody>
      </p:sp>
      <p:sp>
        <p:nvSpPr>
          <p:cNvPr id="10" name="Slide Number Placeholder 5">
            <a:extLst>
              <a:ext uri="{FF2B5EF4-FFF2-40B4-BE49-F238E27FC236}">
                <a16:creationId xmlns:a16="http://schemas.microsoft.com/office/drawing/2014/main" id="{19750075-475D-7846-8239-424F7F894425}"/>
              </a:ext>
            </a:extLst>
          </p:cNvPr>
          <p:cNvSpPr>
            <a:spLocks noGrp="1"/>
          </p:cNvSpPr>
          <p:nvPr>
            <p:ph type="sldNum" sz="quarter" idx="12"/>
          </p:nvPr>
        </p:nvSpPr>
        <p:spPr>
          <a:xfrm>
            <a:off x="1" y="6418136"/>
            <a:ext cx="374375" cy="365125"/>
          </a:xfrm>
          <a:prstGeom prst="rect">
            <a:avLst/>
          </a:prstGeom>
        </p:spPr>
        <p:txBody>
          <a:bodyPr/>
          <a:lstStyle>
            <a:lvl1pPr>
              <a:defRPr sz="800" b="0" i="0">
                <a:solidFill>
                  <a:schemeClr val="accent6">
                    <a:lumMod val="40000"/>
                    <a:lumOff val="60000"/>
                  </a:schemeClr>
                </a:solidFill>
                <a:latin typeface="Lato Light" panose="020F0502020204030203" pitchFamily="34" charset="0"/>
                <a:ea typeface="Lato Light" panose="020F0502020204030203" pitchFamily="34" charset="0"/>
                <a:cs typeface="Lato Light" panose="020F0502020204030203" pitchFamily="34" charset="0"/>
              </a:defRPr>
            </a:lvl1pPr>
          </a:lstStyle>
          <a:p>
            <a:fld id="{6BED0942-9735-43C8-AB99-1366ADCBF3AF}" type="slidenum">
              <a:rPr lang="en-US" smtClean="0"/>
              <a:pPr/>
              <a:t>‹#›</a:t>
            </a:fld>
            <a:endParaRPr lang="en-US"/>
          </a:p>
        </p:txBody>
      </p:sp>
    </p:spTree>
    <p:extLst>
      <p:ext uri="{BB962C8B-B14F-4D97-AF65-F5344CB8AC3E}">
        <p14:creationId xmlns:p14="http://schemas.microsoft.com/office/powerpoint/2010/main" val="3819755421"/>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1" y="347456"/>
            <a:ext cx="5451088" cy="871744"/>
          </a:xfrm>
        </p:spPr>
        <p:txBody>
          <a:bodyPr/>
          <a:lstStyle/>
          <a:p>
            <a:r>
              <a:rPr lang="en-US"/>
              <a:t>Lorem Ipsum</a:t>
            </a:r>
          </a:p>
        </p:txBody>
      </p:sp>
      <p:sp>
        <p:nvSpPr>
          <p:cNvPr id="3" name="Content Placeholder 2"/>
          <p:cNvSpPr>
            <a:spLocks noGrp="1"/>
          </p:cNvSpPr>
          <p:nvPr>
            <p:ph sz="half" idx="1" hasCustomPrompt="1"/>
          </p:nvPr>
        </p:nvSpPr>
        <p:spPr>
          <a:xfrm>
            <a:off x="838200" y="1825625"/>
            <a:ext cx="5181600" cy="4351339"/>
          </a:xfrm>
        </p:spPr>
        <p:txBody>
          <a:bodyPr/>
          <a:lstStyle/>
          <a:p>
            <a:pPr lvl="0"/>
            <a:r>
              <a:rPr lang="en-US"/>
              <a:t>Lorem Ipsum</a:t>
            </a:r>
          </a:p>
          <a:p>
            <a:pPr lvl="1"/>
            <a:r>
              <a:rPr lang="en-US"/>
              <a:t>Lorem ipsum</a:t>
            </a:r>
          </a:p>
          <a:p>
            <a:pPr lvl="2"/>
            <a:r>
              <a:rPr lang="en-US"/>
              <a:t>Lorem ipsum</a:t>
            </a:r>
          </a:p>
          <a:p>
            <a:pPr lvl="3"/>
            <a:r>
              <a:rPr lang="en-US"/>
              <a:t>Lorem ipsum</a:t>
            </a:r>
          </a:p>
          <a:p>
            <a:pPr lvl="4"/>
            <a:r>
              <a:rPr lang="en-US"/>
              <a:t>Lorem ipsum</a:t>
            </a:r>
          </a:p>
        </p:txBody>
      </p:sp>
      <p:sp>
        <p:nvSpPr>
          <p:cNvPr id="12" name="Text Placeholder 11">
            <a:extLst>
              <a:ext uri="{FF2B5EF4-FFF2-40B4-BE49-F238E27FC236}">
                <a16:creationId xmlns:a16="http://schemas.microsoft.com/office/drawing/2014/main" id="{EDBD8EC4-5B13-8E4D-A8AF-150A77D87405}"/>
              </a:ext>
            </a:extLst>
          </p:cNvPr>
          <p:cNvSpPr>
            <a:spLocks noGrp="1"/>
          </p:cNvSpPr>
          <p:nvPr>
            <p:ph type="body" sz="quarter" idx="13" hasCustomPrompt="1"/>
          </p:nvPr>
        </p:nvSpPr>
        <p:spPr>
          <a:xfrm>
            <a:off x="838201" y="1291167"/>
            <a:ext cx="5451088" cy="154517"/>
          </a:xfrm>
        </p:spPr>
        <p:txBody>
          <a:bodyPr>
            <a:noAutofit/>
          </a:bodyPr>
          <a:lstStyle>
            <a:lvl1pPr>
              <a:defRPr sz="1333" b="0" i="0" kern="1200" cap="none" spc="67" baseline="0">
                <a:solidFill>
                  <a:schemeClr val="accent6"/>
                </a:solidFill>
                <a:latin typeface="Lato" panose="020F0502020204030203" pitchFamily="34" charset="0"/>
                <a:ea typeface="Lato" panose="020F0502020204030203" pitchFamily="34" charset="0"/>
                <a:cs typeface="Lato" panose="020F0502020204030203" pitchFamily="34" charset="0"/>
              </a:defRPr>
            </a:lvl1pPr>
            <a:lvl2pPr marL="156629" indent="0">
              <a:buNone/>
              <a:defRPr/>
            </a:lvl2pPr>
          </a:lstStyle>
          <a:p>
            <a:pPr lvl="0"/>
            <a:r>
              <a:rPr lang="en-US"/>
              <a:t>Lorem Ipsum</a:t>
            </a:r>
          </a:p>
        </p:txBody>
      </p:sp>
      <p:sp>
        <p:nvSpPr>
          <p:cNvPr id="10" name="Slide Number Placeholder 5">
            <a:extLst>
              <a:ext uri="{FF2B5EF4-FFF2-40B4-BE49-F238E27FC236}">
                <a16:creationId xmlns:a16="http://schemas.microsoft.com/office/drawing/2014/main" id="{19750075-475D-7846-8239-424F7F894425}"/>
              </a:ext>
            </a:extLst>
          </p:cNvPr>
          <p:cNvSpPr>
            <a:spLocks noGrp="1"/>
          </p:cNvSpPr>
          <p:nvPr>
            <p:ph type="sldNum" sz="quarter" idx="12"/>
          </p:nvPr>
        </p:nvSpPr>
        <p:spPr>
          <a:xfrm>
            <a:off x="1" y="6418136"/>
            <a:ext cx="374375" cy="365125"/>
          </a:xfrm>
          <a:prstGeom prst="rect">
            <a:avLst/>
          </a:prstGeom>
        </p:spPr>
        <p:txBody>
          <a:bodyPr/>
          <a:lstStyle>
            <a:lvl1pPr>
              <a:defRPr sz="800" b="0" i="0">
                <a:solidFill>
                  <a:schemeClr val="accent6">
                    <a:lumMod val="40000"/>
                    <a:lumOff val="60000"/>
                  </a:schemeClr>
                </a:solidFill>
                <a:latin typeface="Lato Light" panose="020F0502020204030203" pitchFamily="34" charset="0"/>
                <a:ea typeface="Lato Light" panose="020F0502020204030203" pitchFamily="34" charset="0"/>
                <a:cs typeface="Lato Light" panose="020F0502020204030203" pitchFamily="34" charset="0"/>
              </a:defRPr>
            </a:lvl1pPr>
          </a:lstStyle>
          <a:p>
            <a:fld id="{6BED0942-9735-43C8-AB99-1366ADCBF3AF}" type="slidenum">
              <a:rPr lang="en-US" smtClean="0"/>
              <a:pPr/>
              <a:t>‹#›</a:t>
            </a:fld>
            <a:endParaRPr lang="en-US"/>
          </a:p>
        </p:txBody>
      </p:sp>
      <p:sp>
        <p:nvSpPr>
          <p:cNvPr id="6" name="Picture Placeholder 5">
            <a:extLst>
              <a:ext uri="{FF2B5EF4-FFF2-40B4-BE49-F238E27FC236}">
                <a16:creationId xmlns:a16="http://schemas.microsoft.com/office/drawing/2014/main" id="{4A26606F-1EFD-2C4C-AE8D-F797BA3314E2}"/>
              </a:ext>
            </a:extLst>
          </p:cNvPr>
          <p:cNvSpPr>
            <a:spLocks noGrp="1"/>
          </p:cNvSpPr>
          <p:nvPr>
            <p:ph type="pic" sz="quarter" idx="14" hasCustomPrompt="1"/>
          </p:nvPr>
        </p:nvSpPr>
        <p:spPr>
          <a:xfrm>
            <a:off x="6501162" y="0"/>
            <a:ext cx="5690838" cy="6176964"/>
          </a:xfrm>
          <a:solidFill>
            <a:schemeClr val="bg2">
              <a:lumMod val="20000"/>
              <a:lumOff val="80000"/>
            </a:schemeClr>
          </a:solidFill>
        </p:spPr>
        <p:txBody>
          <a:bodyPr anchor="ctr"/>
          <a:lstStyle>
            <a:lvl1pPr algn="ctr">
              <a:defRPr/>
            </a:lvl1pPr>
          </a:lstStyle>
          <a:p>
            <a:r>
              <a:rPr lang="en-US"/>
              <a:t>Insert Photo</a:t>
            </a:r>
          </a:p>
        </p:txBody>
      </p:sp>
    </p:spTree>
    <p:extLst>
      <p:ext uri="{BB962C8B-B14F-4D97-AF65-F5344CB8AC3E}">
        <p14:creationId xmlns:p14="http://schemas.microsoft.com/office/powerpoint/2010/main" val="3629147857"/>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Title here</a:t>
            </a:r>
          </a:p>
        </p:txBody>
      </p:sp>
      <p:sp>
        <p:nvSpPr>
          <p:cNvPr id="3" name="Content Placeholder 2"/>
          <p:cNvSpPr>
            <a:spLocks noGrp="1"/>
          </p:cNvSpPr>
          <p:nvPr>
            <p:ph sz="half" idx="1" hasCustomPrompt="1"/>
          </p:nvPr>
        </p:nvSpPr>
        <p:spPr>
          <a:xfrm>
            <a:off x="829734" y="3146425"/>
            <a:ext cx="2477911" cy="3096331"/>
          </a:xfrm>
        </p:spPr>
        <p:txBody>
          <a:bodyPr>
            <a:noAutofit/>
          </a:bodyPr>
          <a:lstStyle>
            <a:lvl1pPr>
              <a:spcBef>
                <a:spcPts val="0"/>
              </a:spcBef>
              <a:spcAft>
                <a:spcPts val="933"/>
              </a:spcAft>
              <a:defRPr u="none">
                <a:solidFill>
                  <a:schemeClr val="accent6"/>
                </a:solidFill>
              </a:defRPr>
            </a:lvl1pPr>
            <a:lvl2pPr>
              <a:defRPr sz="1333"/>
            </a:lvl2pPr>
            <a:lvl3pPr>
              <a:defRPr sz="1267"/>
            </a:lvl3pPr>
            <a:lvl4pPr>
              <a:defRPr sz="1200"/>
            </a:lvl4pPr>
            <a:lvl5pPr>
              <a:defRPr sz="1200"/>
            </a:lvl5pPr>
          </a:lstStyle>
          <a:p>
            <a:pPr lvl="0"/>
            <a:r>
              <a:rPr lang="en-US"/>
              <a:t>Lorem Ipsum</a:t>
            </a:r>
          </a:p>
          <a:p>
            <a:pPr lvl="1"/>
            <a:r>
              <a:rPr lang="en-US"/>
              <a:t>Lorem ipsum</a:t>
            </a:r>
          </a:p>
          <a:p>
            <a:pPr lvl="2"/>
            <a:r>
              <a:rPr lang="en-US"/>
              <a:t>Lorem ipsum</a:t>
            </a:r>
          </a:p>
          <a:p>
            <a:pPr lvl="3"/>
            <a:r>
              <a:rPr lang="en-US"/>
              <a:t>Lorem ipsum</a:t>
            </a:r>
          </a:p>
          <a:p>
            <a:pPr lvl="4"/>
            <a:r>
              <a:rPr lang="en-US"/>
              <a:t>Lorem ipsum</a:t>
            </a:r>
          </a:p>
        </p:txBody>
      </p:sp>
      <p:sp>
        <p:nvSpPr>
          <p:cNvPr id="12" name="Text Placeholder 11">
            <a:extLst>
              <a:ext uri="{FF2B5EF4-FFF2-40B4-BE49-F238E27FC236}">
                <a16:creationId xmlns:a16="http://schemas.microsoft.com/office/drawing/2014/main" id="{EDBD8EC4-5B13-8E4D-A8AF-150A77D87405}"/>
              </a:ext>
            </a:extLst>
          </p:cNvPr>
          <p:cNvSpPr>
            <a:spLocks noGrp="1"/>
          </p:cNvSpPr>
          <p:nvPr>
            <p:ph type="body" sz="quarter" idx="13" hasCustomPrompt="1"/>
          </p:nvPr>
        </p:nvSpPr>
        <p:spPr>
          <a:xfrm>
            <a:off x="838200" y="1291167"/>
            <a:ext cx="10515600" cy="154517"/>
          </a:xfrm>
        </p:spPr>
        <p:txBody>
          <a:bodyPr>
            <a:noAutofit/>
          </a:bodyPr>
          <a:lstStyle>
            <a:lvl1pPr>
              <a:defRPr sz="1333" b="0" i="0" kern="1200" cap="none" spc="67" baseline="0">
                <a:solidFill>
                  <a:schemeClr val="accent6"/>
                </a:solidFill>
                <a:latin typeface="Lato" panose="020F0502020204030203" pitchFamily="34" charset="0"/>
                <a:ea typeface="Lato" panose="020F0502020204030203" pitchFamily="34" charset="0"/>
                <a:cs typeface="Lato" panose="020F0502020204030203" pitchFamily="34" charset="0"/>
              </a:defRPr>
            </a:lvl1pPr>
            <a:lvl2pPr marL="156629" indent="0">
              <a:buNone/>
              <a:defRPr/>
            </a:lvl2pPr>
          </a:lstStyle>
          <a:p>
            <a:pPr lvl="0"/>
            <a:r>
              <a:rPr lang="en-US"/>
              <a:t>Lorem ipsum</a:t>
            </a:r>
          </a:p>
        </p:txBody>
      </p:sp>
      <p:sp>
        <p:nvSpPr>
          <p:cNvPr id="16" name="Content Placeholder 2">
            <a:extLst>
              <a:ext uri="{FF2B5EF4-FFF2-40B4-BE49-F238E27FC236}">
                <a16:creationId xmlns:a16="http://schemas.microsoft.com/office/drawing/2014/main" id="{CA4B1175-F652-3242-8C57-BBD38F138F4B}"/>
              </a:ext>
            </a:extLst>
          </p:cNvPr>
          <p:cNvSpPr>
            <a:spLocks noGrp="1"/>
          </p:cNvSpPr>
          <p:nvPr>
            <p:ph sz="half" idx="14" hasCustomPrompt="1"/>
          </p:nvPr>
        </p:nvSpPr>
        <p:spPr>
          <a:xfrm>
            <a:off x="3511786" y="3146425"/>
            <a:ext cx="2477911" cy="3096331"/>
          </a:xfrm>
        </p:spPr>
        <p:txBody>
          <a:bodyPr>
            <a:noAutofit/>
          </a:bodyPr>
          <a:lstStyle>
            <a:lvl1pPr>
              <a:spcBef>
                <a:spcPts val="0"/>
              </a:spcBef>
              <a:spcAft>
                <a:spcPts val="933"/>
              </a:spcAft>
              <a:defRPr u="none">
                <a:solidFill>
                  <a:schemeClr val="accent6"/>
                </a:solidFill>
              </a:defRPr>
            </a:lvl1pPr>
            <a:lvl2pPr>
              <a:defRPr sz="1333"/>
            </a:lvl2pPr>
            <a:lvl3pPr>
              <a:defRPr sz="1267"/>
            </a:lvl3pPr>
            <a:lvl4pPr>
              <a:defRPr sz="1200"/>
            </a:lvl4pPr>
            <a:lvl5pPr>
              <a:defRPr sz="1200"/>
            </a:lvl5pPr>
          </a:lstStyle>
          <a:p>
            <a:pPr lvl="0"/>
            <a:r>
              <a:rPr lang="en-US"/>
              <a:t>Lorem Ipsum</a:t>
            </a:r>
          </a:p>
          <a:p>
            <a:pPr lvl="1"/>
            <a:r>
              <a:rPr lang="en-US"/>
              <a:t>Lorem ipsum</a:t>
            </a:r>
          </a:p>
          <a:p>
            <a:pPr lvl="2"/>
            <a:r>
              <a:rPr lang="en-US"/>
              <a:t>Lorem ipsum</a:t>
            </a:r>
          </a:p>
          <a:p>
            <a:pPr lvl="3"/>
            <a:r>
              <a:rPr lang="en-US"/>
              <a:t>Lorem ipsum</a:t>
            </a:r>
          </a:p>
          <a:p>
            <a:pPr lvl="4"/>
            <a:r>
              <a:rPr lang="en-US"/>
              <a:t>Lorem ipsum</a:t>
            </a:r>
          </a:p>
        </p:txBody>
      </p:sp>
      <p:sp>
        <p:nvSpPr>
          <p:cNvPr id="17" name="Content Placeholder 2">
            <a:extLst>
              <a:ext uri="{FF2B5EF4-FFF2-40B4-BE49-F238E27FC236}">
                <a16:creationId xmlns:a16="http://schemas.microsoft.com/office/drawing/2014/main" id="{F74D42AC-AB7F-1E40-B222-E9AB1C851EB9}"/>
              </a:ext>
            </a:extLst>
          </p:cNvPr>
          <p:cNvSpPr>
            <a:spLocks noGrp="1"/>
          </p:cNvSpPr>
          <p:nvPr>
            <p:ph sz="half" idx="15" hasCustomPrompt="1"/>
          </p:nvPr>
        </p:nvSpPr>
        <p:spPr>
          <a:xfrm>
            <a:off x="8875890" y="3146425"/>
            <a:ext cx="2477911" cy="3096331"/>
          </a:xfrm>
        </p:spPr>
        <p:txBody>
          <a:bodyPr>
            <a:noAutofit/>
          </a:bodyPr>
          <a:lstStyle>
            <a:lvl1pPr>
              <a:spcBef>
                <a:spcPts val="0"/>
              </a:spcBef>
              <a:spcAft>
                <a:spcPts val="933"/>
              </a:spcAft>
              <a:defRPr u="none">
                <a:solidFill>
                  <a:schemeClr val="accent6"/>
                </a:solidFill>
              </a:defRPr>
            </a:lvl1pPr>
            <a:lvl2pPr>
              <a:defRPr sz="1333"/>
            </a:lvl2pPr>
            <a:lvl3pPr>
              <a:defRPr sz="1267"/>
            </a:lvl3pPr>
            <a:lvl4pPr>
              <a:defRPr sz="1200"/>
            </a:lvl4pPr>
            <a:lvl5pPr>
              <a:defRPr sz="1200"/>
            </a:lvl5pPr>
          </a:lstStyle>
          <a:p>
            <a:pPr lvl="0"/>
            <a:r>
              <a:rPr lang="en-US"/>
              <a:t>Lorem Ipsum</a:t>
            </a:r>
          </a:p>
          <a:p>
            <a:pPr lvl="1"/>
            <a:r>
              <a:rPr lang="en-US"/>
              <a:t>Lorem ipsum</a:t>
            </a:r>
          </a:p>
          <a:p>
            <a:pPr lvl="2"/>
            <a:r>
              <a:rPr lang="en-US"/>
              <a:t>Lorem ipsum</a:t>
            </a:r>
          </a:p>
          <a:p>
            <a:pPr lvl="3"/>
            <a:r>
              <a:rPr lang="en-US"/>
              <a:t>Lorem ipsum</a:t>
            </a:r>
          </a:p>
          <a:p>
            <a:pPr lvl="4"/>
            <a:r>
              <a:rPr lang="en-US"/>
              <a:t>Lorem ipsum</a:t>
            </a:r>
          </a:p>
        </p:txBody>
      </p:sp>
      <p:sp>
        <p:nvSpPr>
          <p:cNvPr id="18" name="Content Placeholder 2">
            <a:extLst>
              <a:ext uri="{FF2B5EF4-FFF2-40B4-BE49-F238E27FC236}">
                <a16:creationId xmlns:a16="http://schemas.microsoft.com/office/drawing/2014/main" id="{66C9C226-5EE4-2942-8F7E-B47972777D62}"/>
              </a:ext>
            </a:extLst>
          </p:cNvPr>
          <p:cNvSpPr>
            <a:spLocks noGrp="1"/>
          </p:cNvSpPr>
          <p:nvPr>
            <p:ph sz="half" idx="16" hasCustomPrompt="1"/>
          </p:nvPr>
        </p:nvSpPr>
        <p:spPr>
          <a:xfrm>
            <a:off x="6193838" y="3146425"/>
            <a:ext cx="2477911" cy="3096331"/>
          </a:xfrm>
        </p:spPr>
        <p:txBody>
          <a:bodyPr>
            <a:noAutofit/>
          </a:bodyPr>
          <a:lstStyle>
            <a:lvl1pPr>
              <a:spcBef>
                <a:spcPts val="0"/>
              </a:spcBef>
              <a:spcAft>
                <a:spcPts val="933"/>
              </a:spcAft>
              <a:defRPr u="none">
                <a:solidFill>
                  <a:schemeClr val="accent6"/>
                </a:solidFill>
              </a:defRPr>
            </a:lvl1pPr>
            <a:lvl2pPr>
              <a:defRPr sz="1333"/>
            </a:lvl2pPr>
            <a:lvl3pPr>
              <a:defRPr sz="1267"/>
            </a:lvl3pPr>
            <a:lvl4pPr>
              <a:defRPr sz="1200"/>
            </a:lvl4pPr>
            <a:lvl5pPr>
              <a:defRPr sz="1200"/>
            </a:lvl5pPr>
          </a:lstStyle>
          <a:p>
            <a:pPr lvl="0"/>
            <a:r>
              <a:rPr lang="en-US"/>
              <a:t>Lorem Ipsum</a:t>
            </a:r>
          </a:p>
          <a:p>
            <a:pPr lvl="1"/>
            <a:r>
              <a:rPr lang="en-US"/>
              <a:t>Lorem ipsum</a:t>
            </a:r>
          </a:p>
          <a:p>
            <a:pPr lvl="2"/>
            <a:r>
              <a:rPr lang="en-US"/>
              <a:t>Lorem ipsum</a:t>
            </a:r>
          </a:p>
          <a:p>
            <a:pPr lvl="3"/>
            <a:r>
              <a:rPr lang="en-US"/>
              <a:t>Lorem ipsum</a:t>
            </a:r>
          </a:p>
          <a:p>
            <a:pPr lvl="4"/>
            <a:r>
              <a:rPr lang="en-US"/>
              <a:t>Lorem ipsum</a:t>
            </a:r>
          </a:p>
        </p:txBody>
      </p:sp>
      <p:sp>
        <p:nvSpPr>
          <p:cNvPr id="15" name="Slide Number Placeholder 5">
            <a:extLst>
              <a:ext uri="{FF2B5EF4-FFF2-40B4-BE49-F238E27FC236}">
                <a16:creationId xmlns:a16="http://schemas.microsoft.com/office/drawing/2014/main" id="{2015D4EE-8846-2149-87C1-0446D63FF980}"/>
              </a:ext>
            </a:extLst>
          </p:cNvPr>
          <p:cNvSpPr>
            <a:spLocks noGrp="1"/>
          </p:cNvSpPr>
          <p:nvPr>
            <p:ph type="sldNum" sz="quarter" idx="12"/>
          </p:nvPr>
        </p:nvSpPr>
        <p:spPr>
          <a:xfrm>
            <a:off x="1" y="6418136"/>
            <a:ext cx="374375" cy="365125"/>
          </a:xfrm>
          <a:prstGeom prst="rect">
            <a:avLst/>
          </a:prstGeom>
        </p:spPr>
        <p:txBody>
          <a:bodyPr/>
          <a:lstStyle>
            <a:lvl1pPr>
              <a:defRPr sz="800" b="0" i="0">
                <a:solidFill>
                  <a:schemeClr val="accent6">
                    <a:lumMod val="40000"/>
                    <a:lumOff val="60000"/>
                  </a:schemeClr>
                </a:solidFill>
                <a:latin typeface="Lato Light" panose="020F0502020204030203" pitchFamily="34" charset="0"/>
                <a:ea typeface="Lato Light" panose="020F0502020204030203" pitchFamily="34" charset="0"/>
                <a:cs typeface="Lato Light" panose="020F0502020204030203" pitchFamily="34" charset="0"/>
              </a:defRPr>
            </a:lvl1pPr>
          </a:lstStyle>
          <a:p>
            <a:fld id="{6BED0942-9735-43C8-AB99-1366ADCBF3AF}" type="slidenum">
              <a:rPr lang="en-US" smtClean="0"/>
              <a:pPr/>
              <a:t>‹#›</a:t>
            </a:fld>
            <a:endParaRPr lang="en-US"/>
          </a:p>
        </p:txBody>
      </p:sp>
    </p:spTree>
    <p:extLst>
      <p:ext uri="{BB962C8B-B14F-4D97-AF65-F5344CB8AC3E}">
        <p14:creationId xmlns:p14="http://schemas.microsoft.com/office/powerpoint/2010/main" val="30228885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Lorem Ipsum</a:t>
            </a:r>
          </a:p>
        </p:txBody>
      </p:sp>
      <p:sp>
        <p:nvSpPr>
          <p:cNvPr id="7" name="Slide Number Placeholder 5">
            <a:extLst>
              <a:ext uri="{FF2B5EF4-FFF2-40B4-BE49-F238E27FC236}">
                <a16:creationId xmlns:a16="http://schemas.microsoft.com/office/drawing/2014/main" id="{07033397-15D1-3546-A61B-B7A7E0DEB28F}"/>
              </a:ext>
            </a:extLst>
          </p:cNvPr>
          <p:cNvSpPr>
            <a:spLocks noGrp="1"/>
          </p:cNvSpPr>
          <p:nvPr>
            <p:ph type="sldNum" sz="quarter" idx="12"/>
          </p:nvPr>
        </p:nvSpPr>
        <p:spPr>
          <a:xfrm>
            <a:off x="1" y="6418136"/>
            <a:ext cx="374375" cy="365125"/>
          </a:xfrm>
          <a:prstGeom prst="rect">
            <a:avLst/>
          </a:prstGeom>
        </p:spPr>
        <p:txBody>
          <a:bodyPr/>
          <a:lstStyle>
            <a:lvl1pPr>
              <a:defRPr sz="800" b="0" i="0">
                <a:solidFill>
                  <a:schemeClr val="accent6">
                    <a:lumMod val="40000"/>
                    <a:lumOff val="60000"/>
                  </a:schemeClr>
                </a:solidFill>
                <a:latin typeface="Lato Light" panose="020F0502020204030203" pitchFamily="34" charset="0"/>
                <a:ea typeface="Lato Light" panose="020F0502020204030203" pitchFamily="34" charset="0"/>
                <a:cs typeface="Lato Light" panose="020F0502020204030203" pitchFamily="34" charset="0"/>
              </a:defRPr>
            </a:lvl1pPr>
          </a:lstStyle>
          <a:p>
            <a:fld id="{6BED0942-9735-43C8-AB99-1366ADCBF3AF}" type="slidenum">
              <a:rPr lang="en-US" smtClean="0"/>
              <a:pPr/>
              <a:t>‹#›</a:t>
            </a:fld>
            <a:endParaRPr lang="en-US"/>
          </a:p>
        </p:txBody>
      </p:sp>
    </p:spTree>
    <p:extLst>
      <p:ext uri="{BB962C8B-B14F-4D97-AF65-F5344CB8AC3E}">
        <p14:creationId xmlns:p14="http://schemas.microsoft.com/office/powerpoint/2010/main" val="1104809814"/>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6_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Lorem Ipsum</a:t>
            </a:r>
          </a:p>
        </p:txBody>
      </p:sp>
      <p:sp>
        <p:nvSpPr>
          <p:cNvPr id="7" name="Slide Number Placeholder 5">
            <a:extLst>
              <a:ext uri="{FF2B5EF4-FFF2-40B4-BE49-F238E27FC236}">
                <a16:creationId xmlns:a16="http://schemas.microsoft.com/office/drawing/2014/main" id="{07033397-15D1-3546-A61B-B7A7E0DEB28F}"/>
              </a:ext>
            </a:extLst>
          </p:cNvPr>
          <p:cNvSpPr>
            <a:spLocks noGrp="1"/>
          </p:cNvSpPr>
          <p:nvPr>
            <p:ph type="sldNum" sz="quarter" idx="12"/>
          </p:nvPr>
        </p:nvSpPr>
        <p:spPr>
          <a:xfrm>
            <a:off x="1" y="6418136"/>
            <a:ext cx="374375" cy="365125"/>
          </a:xfrm>
          <a:prstGeom prst="rect">
            <a:avLst/>
          </a:prstGeom>
        </p:spPr>
        <p:txBody>
          <a:bodyPr/>
          <a:lstStyle>
            <a:lvl1pPr>
              <a:defRPr sz="800" b="0" i="0">
                <a:solidFill>
                  <a:schemeClr val="accent6">
                    <a:lumMod val="40000"/>
                    <a:lumOff val="60000"/>
                  </a:schemeClr>
                </a:solidFill>
                <a:latin typeface="Lato Light" panose="020F0502020204030203" pitchFamily="34" charset="0"/>
                <a:ea typeface="Lato Light" panose="020F0502020204030203" pitchFamily="34" charset="0"/>
                <a:cs typeface="Lato Light" panose="020F0502020204030203" pitchFamily="34" charset="0"/>
              </a:defRPr>
            </a:lvl1pPr>
          </a:lstStyle>
          <a:p>
            <a:fld id="{6BED0942-9735-43C8-AB99-1366ADCBF3AF}" type="slidenum">
              <a:rPr lang="en-US" smtClean="0"/>
              <a:pPr/>
              <a:t>‹#›</a:t>
            </a:fld>
            <a:endParaRPr lang="en-US"/>
          </a:p>
        </p:txBody>
      </p:sp>
      <p:sp>
        <p:nvSpPr>
          <p:cNvPr id="5" name="Oval 4">
            <a:extLst>
              <a:ext uri="{FF2B5EF4-FFF2-40B4-BE49-F238E27FC236}">
                <a16:creationId xmlns:a16="http://schemas.microsoft.com/office/drawing/2014/main" id="{9392C38B-E24B-A74A-A65C-AC00A039FE24}"/>
              </a:ext>
            </a:extLst>
          </p:cNvPr>
          <p:cNvSpPr/>
          <p:nvPr/>
        </p:nvSpPr>
        <p:spPr>
          <a:xfrm>
            <a:off x="6616275" y="1505527"/>
            <a:ext cx="4770928" cy="4770928"/>
          </a:xfrm>
          <a:prstGeom prst="ellipse">
            <a:avLst/>
          </a:prstGeom>
          <a:solidFill>
            <a:schemeClr val="tx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33">
                <a:latin typeface="Lato" panose="020F0502020204030203" pitchFamily="34" charset="0"/>
                <a:ea typeface="Lato" panose="020F0502020204030203" pitchFamily="34" charset="0"/>
                <a:cs typeface="Lato" panose="020F0502020204030203" pitchFamily="34" charset="0"/>
              </a:rPr>
              <a:t> </a:t>
            </a:r>
          </a:p>
        </p:txBody>
      </p:sp>
      <p:sp>
        <p:nvSpPr>
          <p:cNvPr id="9" name="Oval 8">
            <a:extLst>
              <a:ext uri="{FF2B5EF4-FFF2-40B4-BE49-F238E27FC236}">
                <a16:creationId xmlns:a16="http://schemas.microsoft.com/office/drawing/2014/main" id="{197EB1C8-3E5F-8049-AAD0-C4DC1D402C05}"/>
              </a:ext>
            </a:extLst>
          </p:cNvPr>
          <p:cNvSpPr/>
          <p:nvPr/>
        </p:nvSpPr>
        <p:spPr>
          <a:xfrm>
            <a:off x="7096904" y="1986156"/>
            <a:ext cx="3809669" cy="3809669"/>
          </a:xfrm>
          <a:prstGeom prst="ellipse">
            <a:avLst/>
          </a:prstGeom>
          <a:solidFill>
            <a:schemeClr val="accent6">
              <a:lumMod val="60000"/>
              <a:lumOff val="40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33">
                <a:latin typeface="Lato" panose="020F0502020204030203" pitchFamily="34" charset="0"/>
                <a:ea typeface="Lato" panose="020F0502020204030203" pitchFamily="34" charset="0"/>
                <a:cs typeface="Lato" panose="020F0502020204030203" pitchFamily="34" charset="0"/>
              </a:rPr>
              <a:t> </a:t>
            </a:r>
          </a:p>
        </p:txBody>
      </p:sp>
      <p:graphicFrame>
        <p:nvGraphicFramePr>
          <p:cNvPr id="12" name="Chart 11">
            <a:extLst>
              <a:ext uri="{FF2B5EF4-FFF2-40B4-BE49-F238E27FC236}">
                <a16:creationId xmlns:a16="http://schemas.microsoft.com/office/drawing/2014/main" id="{7C90E6B1-AD07-B746-9929-E11B1F574670}"/>
              </a:ext>
            </a:extLst>
          </p:cNvPr>
          <p:cNvGraphicFramePr/>
          <p:nvPr/>
        </p:nvGraphicFramePr>
        <p:xfrm>
          <a:off x="6657103" y="2327900"/>
          <a:ext cx="4689272" cy="3126181"/>
        </p:xfrm>
        <a:graphic>
          <a:graphicData uri="http://schemas.openxmlformats.org/drawingml/2006/chart">
            <c:chart xmlns:c="http://schemas.openxmlformats.org/drawingml/2006/chart" xmlns:r="http://schemas.openxmlformats.org/officeDocument/2006/relationships" r:id="rId2"/>
          </a:graphicData>
        </a:graphic>
      </p:graphicFrame>
      <p:sp>
        <p:nvSpPr>
          <p:cNvPr id="17" name="Oval 16">
            <a:extLst>
              <a:ext uri="{FF2B5EF4-FFF2-40B4-BE49-F238E27FC236}">
                <a16:creationId xmlns:a16="http://schemas.microsoft.com/office/drawing/2014/main" id="{5AFDFA89-DDDB-694F-BB82-934F44FB427C}"/>
              </a:ext>
            </a:extLst>
          </p:cNvPr>
          <p:cNvSpPr/>
          <p:nvPr/>
        </p:nvSpPr>
        <p:spPr>
          <a:xfrm>
            <a:off x="8376036" y="3265288"/>
            <a:ext cx="1251405" cy="1251405"/>
          </a:xfrm>
          <a:prstGeom prst="ellipse">
            <a:avLst/>
          </a:prstGeom>
          <a:solidFill>
            <a:schemeClr val="bg2"/>
          </a:solidFill>
          <a:ln w="1016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200">
                <a:latin typeface="Lato" panose="020F0502020204030203" pitchFamily="34" charset="0"/>
                <a:ea typeface="Lato" panose="020F0502020204030203" pitchFamily="34" charset="0"/>
                <a:cs typeface="Lato" panose="020F0502020204030203" pitchFamily="34" charset="0"/>
              </a:rPr>
              <a:t>PRICING</a:t>
            </a:r>
          </a:p>
        </p:txBody>
      </p:sp>
      <p:sp>
        <p:nvSpPr>
          <p:cNvPr id="18" name="Oval 17">
            <a:extLst>
              <a:ext uri="{FF2B5EF4-FFF2-40B4-BE49-F238E27FC236}">
                <a16:creationId xmlns:a16="http://schemas.microsoft.com/office/drawing/2014/main" id="{7D2CC6E0-C496-244D-9970-AA68D47DF46C}"/>
              </a:ext>
            </a:extLst>
          </p:cNvPr>
          <p:cNvSpPr/>
          <p:nvPr/>
        </p:nvSpPr>
        <p:spPr>
          <a:xfrm>
            <a:off x="8372212" y="3260139"/>
            <a:ext cx="1251405" cy="1251405"/>
          </a:xfrm>
          <a:prstGeom prst="ellipse">
            <a:avLst/>
          </a:prstGeom>
          <a:solidFill>
            <a:schemeClr val="bg2"/>
          </a:solidFill>
          <a:ln w="1016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lvl="0" algn="ctr"/>
            <a:endParaRPr lang="en-US" sz="120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20" name="Text Placeholder 19">
            <a:extLst>
              <a:ext uri="{FF2B5EF4-FFF2-40B4-BE49-F238E27FC236}">
                <a16:creationId xmlns:a16="http://schemas.microsoft.com/office/drawing/2014/main" id="{DD2B2286-A7DC-DE43-9094-FADCBFF082C2}"/>
              </a:ext>
            </a:extLst>
          </p:cNvPr>
          <p:cNvSpPr>
            <a:spLocks noGrp="1"/>
          </p:cNvSpPr>
          <p:nvPr>
            <p:ph type="body" sz="quarter" idx="13" hasCustomPrompt="1"/>
          </p:nvPr>
        </p:nvSpPr>
        <p:spPr>
          <a:xfrm>
            <a:off x="8299367" y="1699830"/>
            <a:ext cx="1379651" cy="264719"/>
          </a:xfrm>
        </p:spPr>
        <p:txBody>
          <a:bodyPr>
            <a:normAutofit/>
          </a:bodyPr>
          <a:lstStyle>
            <a:lvl1pPr algn="ctr">
              <a:defRPr sz="1200">
                <a:solidFill>
                  <a:schemeClr val="bg1"/>
                </a:solidFill>
              </a:defRPr>
            </a:lvl1pPr>
          </a:lstStyle>
          <a:p>
            <a:pPr lvl="0"/>
            <a:r>
              <a:rPr lang="en-US"/>
              <a:t>Lorem ipsum</a:t>
            </a:r>
          </a:p>
        </p:txBody>
      </p:sp>
      <p:sp>
        <p:nvSpPr>
          <p:cNvPr id="21" name="Text Placeholder 19">
            <a:extLst>
              <a:ext uri="{FF2B5EF4-FFF2-40B4-BE49-F238E27FC236}">
                <a16:creationId xmlns:a16="http://schemas.microsoft.com/office/drawing/2014/main" id="{51BAEAC6-A5C9-3847-B381-25E02CBFF673}"/>
              </a:ext>
            </a:extLst>
          </p:cNvPr>
          <p:cNvSpPr>
            <a:spLocks noGrp="1"/>
          </p:cNvSpPr>
          <p:nvPr>
            <p:ph type="body" sz="quarter" idx="14" hasCustomPrompt="1"/>
          </p:nvPr>
        </p:nvSpPr>
        <p:spPr>
          <a:xfrm>
            <a:off x="8308089" y="5445849"/>
            <a:ext cx="1379651" cy="264719"/>
          </a:xfrm>
        </p:spPr>
        <p:txBody>
          <a:bodyPr>
            <a:normAutofit/>
          </a:bodyPr>
          <a:lstStyle>
            <a:lvl1pPr algn="ctr">
              <a:defRPr sz="1200">
                <a:solidFill>
                  <a:schemeClr val="bg1"/>
                </a:solidFill>
              </a:defRPr>
            </a:lvl1pPr>
          </a:lstStyle>
          <a:p>
            <a:pPr lvl="0"/>
            <a:r>
              <a:rPr lang="en-US"/>
              <a:t>Lorem ipsum</a:t>
            </a:r>
          </a:p>
        </p:txBody>
      </p:sp>
      <p:sp>
        <p:nvSpPr>
          <p:cNvPr id="22" name="Text Placeholder 19">
            <a:extLst>
              <a:ext uri="{FF2B5EF4-FFF2-40B4-BE49-F238E27FC236}">
                <a16:creationId xmlns:a16="http://schemas.microsoft.com/office/drawing/2014/main" id="{F51FD0E1-A8D6-B744-8C13-C156253ACDEE}"/>
              </a:ext>
            </a:extLst>
          </p:cNvPr>
          <p:cNvSpPr>
            <a:spLocks noGrp="1"/>
          </p:cNvSpPr>
          <p:nvPr>
            <p:ph type="body" sz="quarter" idx="15" hasCustomPrompt="1"/>
          </p:nvPr>
        </p:nvSpPr>
        <p:spPr>
          <a:xfrm>
            <a:off x="8308089" y="3816450"/>
            <a:ext cx="1379651" cy="264719"/>
          </a:xfrm>
        </p:spPr>
        <p:txBody>
          <a:bodyPr>
            <a:normAutofit/>
          </a:bodyPr>
          <a:lstStyle>
            <a:lvl1pPr algn="ctr">
              <a:defRPr sz="1200">
                <a:solidFill>
                  <a:schemeClr val="bg1"/>
                </a:solidFill>
              </a:defRPr>
            </a:lvl1pPr>
          </a:lstStyle>
          <a:p>
            <a:pPr lvl="0"/>
            <a:r>
              <a:rPr lang="en-US"/>
              <a:t>Lorem ipsum</a:t>
            </a:r>
          </a:p>
        </p:txBody>
      </p:sp>
      <p:sp>
        <p:nvSpPr>
          <p:cNvPr id="23" name="Text Placeholder 19">
            <a:extLst>
              <a:ext uri="{FF2B5EF4-FFF2-40B4-BE49-F238E27FC236}">
                <a16:creationId xmlns:a16="http://schemas.microsoft.com/office/drawing/2014/main" id="{8BD70725-CDDB-4F4F-9A11-184493206558}"/>
              </a:ext>
            </a:extLst>
          </p:cNvPr>
          <p:cNvSpPr>
            <a:spLocks noGrp="1"/>
          </p:cNvSpPr>
          <p:nvPr>
            <p:ph type="body" sz="quarter" idx="16" hasCustomPrompt="1"/>
          </p:nvPr>
        </p:nvSpPr>
        <p:spPr>
          <a:xfrm>
            <a:off x="7897892" y="3030236"/>
            <a:ext cx="784635" cy="614533"/>
          </a:xfrm>
        </p:spPr>
        <p:txBody>
          <a:bodyPr>
            <a:normAutofit/>
          </a:bodyPr>
          <a:lstStyle>
            <a:lvl1pPr algn="ctr">
              <a:defRPr sz="1200">
                <a:solidFill>
                  <a:schemeClr val="bg1"/>
                </a:solidFill>
              </a:defRPr>
            </a:lvl1pPr>
          </a:lstStyle>
          <a:p>
            <a:pPr lvl="0"/>
            <a:r>
              <a:rPr lang="en-US"/>
              <a:t>Lorem ipsum</a:t>
            </a:r>
          </a:p>
        </p:txBody>
      </p:sp>
      <p:sp>
        <p:nvSpPr>
          <p:cNvPr id="24" name="Text Placeholder 19">
            <a:extLst>
              <a:ext uri="{FF2B5EF4-FFF2-40B4-BE49-F238E27FC236}">
                <a16:creationId xmlns:a16="http://schemas.microsoft.com/office/drawing/2014/main" id="{09FA385A-028F-1740-9D08-39D02D9CDD56}"/>
              </a:ext>
            </a:extLst>
          </p:cNvPr>
          <p:cNvSpPr>
            <a:spLocks noGrp="1"/>
          </p:cNvSpPr>
          <p:nvPr>
            <p:ph type="body" sz="quarter" idx="17" hasCustomPrompt="1"/>
          </p:nvPr>
        </p:nvSpPr>
        <p:spPr>
          <a:xfrm>
            <a:off x="9299401" y="3030236"/>
            <a:ext cx="784635" cy="614533"/>
          </a:xfrm>
        </p:spPr>
        <p:txBody>
          <a:bodyPr>
            <a:normAutofit/>
          </a:bodyPr>
          <a:lstStyle>
            <a:lvl1pPr algn="ctr">
              <a:defRPr sz="1200">
                <a:solidFill>
                  <a:schemeClr val="bg1"/>
                </a:solidFill>
              </a:defRPr>
            </a:lvl1pPr>
          </a:lstStyle>
          <a:p>
            <a:pPr lvl="0"/>
            <a:r>
              <a:rPr lang="en-US"/>
              <a:t>Lorem ipsum</a:t>
            </a:r>
          </a:p>
        </p:txBody>
      </p:sp>
      <p:sp>
        <p:nvSpPr>
          <p:cNvPr id="25" name="Text Placeholder 19">
            <a:extLst>
              <a:ext uri="{FF2B5EF4-FFF2-40B4-BE49-F238E27FC236}">
                <a16:creationId xmlns:a16="http://schemas.microsoft.com/office/drawing/2014/main" id="{EA0A46D5-45F7-2043-9941-277D13FCC766}"/>
              </a:ext>
            </a:extLst>
          </p:cNvPr>
          <p:cNvSpPr>
            <a:spLocks noGrp="1"/>
          </p:cNvSpPr>
          <p:nvPr>
            <p:ph type="body" sz="quarter" idx="18" hasCustomPrompt="1"/>
          </p:nvPr>
        </p:nvSpPr>
        <p:spPr>
          <a:xfrm>
            <a:off x="7897892" y="4454535"/>
            <a:ext cx="784635" cy="614533"/>
          </a:xfrm>
        </p:spPr>
        <p:txBody>
          <a:bodyPr>
            <a:normAutofit/>
          </a:bodyPr>
          <a:lstStyle>
            <a:lvl1pPr algn="ctr">
              <a:defRPr sz="1200">
                <a:solidFill>
                  <a:schemeClr val="bg1"/>
                </a:solidFill>
              </a:defRPr>
            </a:lvl1pPr>
          </a:lstStyle>
          <a:p>
            <a:pPr lvl="0"/>
            <a:r>
              <a:rPr lang="en-US"/>
              <a:t>Lorem ipsum</a:t>
            </a:r>
          </a:p>
        </p:txBody>
      </p:sp>
      <p:sp>
        <p:nvSpPr>
          <p:cNvPr id="26" name="Text Placeholder 19">
            <a:extLst>
              <a:ext uri="{FF2B5EF4-FFF2-40B4-BE49-F238E27FC236}">
                <a16:creationId xmlns:a16="http://schemas.microsoft.com/office/drawing/2014/main" id="{16531E7F-3E3E-704A-BCD2-C69042E63D69}"/>
              </a:ext>
            </a:extLst>
          </p:cNvPr>
          <p:cNvSpPr>
            <a:spLocks noGrp="1"/>
          </p:cNvSpPr>
          <p:nvPr>
            <p:ph type="body" sz="quarter" idx="19" hasCustomPrompt="1"/>
          </p:nvPr>
        </p:nvSpPr>
        <p:spPr>
          <a:xfrm>
            <a:off x="9299401" y="4454535"/>
            <a:ext cx="784635" cy="614533"/>
          </a:xfrm>
        </p:spPr>
        <p:txBody>
          <a:bodyPr>
            <a:normAutofit/>
          </a:bodyPr>
          <a:lstStyle>
            <a:lvl1pPr algn="ctr">
              <a:defRPr sz="1200">
                <a:solidFill>
                  <a:schemeClr val="bg1"/>
                </a:solidFill>
              </a:defRPr>
            </a:lvl1pPr>
          </a:lstStyle>
          <a:p>
            <a:pPr lvl="0"/>
            <a:r>
              <a:rPr lang="en-US"/>
              <a:t>Lorem ipsum</a:t>
            </a:r>
          </a:p>
        </p:txBody>
      </p:sp>
      <p:sp>
        <p:nvSpPr>
          <p:cNvPr id="28" name="Text Placeholder 27">
            <a:extLst>
              <a:ext uri="{FF2B5EF4-FFF2-40B4-BE49-F238E27FC236}">
                <a16:creationId xmlns:a16="http://schemas.microsoft.com/office/drawing/2014/main" id="{4CB33D6E-0BD4-D041-B3EC-137F905A0EE3}"/>
              </a:ext>
            </a:extLst>
          </p:cNvPr>
          <p:cNvSpPr>
            <a:spLocks noGrp="1"/>
          </p:cNvSpPr>
          <p:nvPr>
            <p:ph type="body" sz="quarter" idx="20" hasCustomPrompt="1"/>
          </p:nvPr>
        </p:nvSpPr>
        <p:spPr>
          <a:xfrm>
            <a:off x="1390651" y="3520867"/>
            <a:ext cx="3782483" cy="560067"/>
          </a:xfrm>
        </p:spPr>
        <p:txBody>
          <a:bodyPr/>
          <a:lstStyle>
            <a:lvl1pPr marL="0" marR="0" indent="0" algn="ctr" defTabSz="914377" rtl="0" eaLnBrk="1" fontAlgn="auto" latinLnBrk="0" hangingPunct="1">
              <a:lnSpc>
                <a:spcPct val="100000"/>
              </a:lnSpc>
              <a:spcBef>
                <a:spcPts val="0"/>
              </a:spcBef>
              <a:spcAft>
                <a:spcPts val="0"/>
              </a:spcAft>
              <a:buClrTx/>
              <a:buSzTx/>
              <a:buFontTx/>
              <a:buNone/>
              <a:tabLst/>
              <a:defRPr/>
            </a:lvl1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616673"/>
                </a:solidFill>
                <a:effectLst/>
                <a:uLnTx/>
                <a:uFillTx/>
                <a:latin typeface="Lato Medium" panose="020F0502020204030203" pitchFamily="34" charset="0"/>
                <a:ea typeface="Lato Medium" panose="020F0502020204030203" pitchFamily="34" charset="0"/>
                <a:cs typeface="Lato Medium" panose="020F0502020204030203" pitchFamily="34" charset="0"/>
              </a:rPr>
              <a:t>Lorem Ipsum</a:t>
            </a:r>
          </a:p>
        </p:txBody>
      </p:sp>
    </p:spTree>
    <p:extLst>
      <p:ext uri="{BB962C8B-B14F-4D97-AF65-F5344CB8AC3E}">
        <p14:creationId xmlns:p14="http://schemas.microsoft.com/office/powerpoint/2010/main" val="1924159362"/>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sp>
        <p:nvSpPr>
          <p:cNvPr id="21" name="Picture Placeholder 2">
            <a:extLst>
              <a:ext uri="{FF2B5EF4-FFF2-40B4-BE49-F238E27FC236}">
                <a16:creationId xmlns:a16="http://schemas.microsoft.com/office/drawing/2014/main" id="{15676DA1-A9EB-594A-89A4-4213BE534797}"/>
              </a:ext>
            </a:extLst>
          </p:cNvPr>
          <p:cNvSpPr>
            <a:spLocks noGrp="1"/>
          </p:cNvSpPr>
          <p:nvPr>
            <p:ph type="pic" sz="quarter" idx="14"/>
          </p:nvPr>
        </p:nvSpPr>
        <p:spPr>
          <a:xfrm>
            <a:off x="838201" y="1899165"/>
            <a:ext cx="2450384" cy="4198881"/>
          </a:xfrm>
        </p:spPr>
        <p:txBody>
          <a:bodyPr/>
          <a:lstStyle/>
          <a:p>
            <a:r>
              <a:rPr lang="en-US"/>
              <a:t>Click icon to add picture</a:t>
            </a:r>
          </a:p>
        </p:txBody>
      </p:sp>
      <p:sp>
        <p:nvSpPr>
          <p:cNvPr id="22" name="Picture Placeholder 2">
            <a:extLst>
              <a:ext uri="{FF2B5EF4-FFF2-40B4-BE49-F238E27FC236}">
                <a16:creationId xmlns:a16="http://schemas.microsoft.com/office/drawing/2014/main" id="{E6FD3655-C761-0B4E-BAE1-FF669CDCB27E}"/>
              </a:ext>
            </a:extLst>
          </p:cNvPr>
          <p:cNvSpPr>
            <a:spLocks noGrp="1"/>
          </p:cNvSpPr>
          <p:nvPr>
            <p:ph type="pic" sz="quarter" idx="15"/>
          </p:nvPr>
        </p:nvSpPr>
        <p:spPr>
          <a:xfrm>
            <a:off x="3388455" y="1899165"/>
            <a:ext cx="2450384" cy="4198881"/>
          </a:xfrm>
        </p:spPr>
        <p:txBody>
          <a:bodyPr/>
          <a:lstStyle/>
          <a:p>
            <a:r>
              <a:rPr lang="en-US"/>
              <a:t>Click icon to add picture</a:t>
            </a:r>
          </a:p>
        </p:txBody>
      </p:sp>
      <p:sp>
        <p:nvSpPr>
          <p:cNvPr id="23" name="Picture Placeholder 2">
            <a:extLst>
              <a:ext uri="{FF2B5EF4-FFF2-40B4-BE49-F238E27FC236}">
                <a16:creationId xmlns:a16="http://schemas.microsoft.com/office/drawing/2014/main" id="{5CF41529-C06A-9D4F-B882-905AFA65A5D2}"/>
              </a:ext>
            </a:extLst>
          </p:cNvPr>
          <p:cNvSpPr>
            <a:spLocks noGrp="1"/>
          </p:cNvSpPr>
          <p:nvPr>
            <p:ph type="pic" sz="quarter" idx="16"/>
          </p:nvPr>
        </p:nvSpPr>
        <p:spPr>
          <a:xfrm>
            <a:off x="5938708" y="1899165"/>
            <a:ext cx="2450384" cy="4198881"/>
          </a:xfrm>
        </p:spPr>
        <p:txBody>
          <a:bodyPr/>
          <a:lstStyle/>
          <a:p>
            <a:r>
              <a:rPr lang="en-US"/>
              <a:t>Click icon to add picture</a:t>
            </a:r>
          </a:p>
        </p:txBody>
      </p:sp>
      <p:sp>
        <p:nvSpPr>
          <p:cNvPr id="2" name="Title 1">
            <a:extLst>
              <a:ext uri="{FF2B5EF4-FFF2-40B4-BE49-F238E27FC236}">
                <a16:creationId xmlns:a16="http://schemas.microsoft.com/office/drawing/2014/main" id="{7D01D3B6-66A9-5E49-922D-D2355BA19A93}"/>
              </a:ext>
            </a:extLst>
          </p:cNvPr>
          <p:cNvSpPr>
            <a:spLocks noGrp="1"/>
          </p:cNvSpPr>
          <p:nvPr>
            <p:ph type="title" hasCustomPrompt="1"/>
          </p:nvPr>
        </p:nvSpPr>
        <p:spPr/>
        <p:txBody>
          <a:bodyPr/>
          <a:lstStyle/>
          <a:p>
            <a:r>
              <a:rPr lang="en-US"/>
              <a:t>Lorem Ipsum</a:t>
            </a:r>
          </a:p>
        </p:txBody>
      </p:sp>
      <p:sp>
        <p:nvSpPr>
          <p:cNvPr id="8" name="Rectangle 7">
            <a:extLst>
              <a:ext uri="{FF2B5EF4-FFF2-40B4-BE49-F238E27FC236}">
                <a16:creationId xmlns:a16="http://schemas.microsoft.com/office/drawing/2014/main" id="{8A23A0F3-1A2B-C541-B2E1-877BF89D7E23}"/>
              </a:ext>
            </a:extLst>
          </p:cNvPr>
          <p:cNvSpPr/>
          <p:nvPr/>
        </p:nvSpPr>
        <p:spPr>
          <a:xfrm>
            <a:off x="838201" y="4063933"/>
            <a:ext cx="2450385" cy="2034112"/>
          </a:xfrm>
          <a:prstGeom prst="rect">
            <a:avLst/>
          </a:prstGeom>
          <a:solidFill>
            <a:schemeClr val="bg2">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243840" rtlCol="0" anchor="t" anchorCtr="0"/>
          <a:lstStyle/>
          <a:p>
            <a:pPr algn="ctr">
              <a:spcAft>
                <a:spcPts val="800"/>
              </a:spcAft>
            </a:pPr>
            <a:endParaRPr lang="en-US" sz="1467">
              <a:latin typeface="Lato Light" panose="020F0502020204030203" pitchFamily="34" charset="0"/>
              <a:ea typeface="Lato Light" panose="020F0502020204030203" pitchFamily="34" charset="0"/>
              <a:cs typeface="Lato Light" panose="020F0502020204030203" pitchFamily="34" charset="0"/>
            </a:endParaRPr>
          </a:p>
        </p:txBody>
      </p:sp>
      <p:sp>
        <p:nvSpPr>
          <p:cNvPr id="9" name="Rectangle 8">
            <a:extLst>
              <a:ext uri="{FF2B5EF4-FFF2-40B4-BE49-F238E27FC236}">
                <a16:creationId xmlns:a16="http://schemas.microsoft.com/office/drawing/2014/main" id="{778511D3-3164-8240-8E33-EAAB9B1B87F8}"/>
              </a:ext>
            </a:extLst>
          </p:cNvPr>
          <p:cNvSpPr/>
          <p:nvPr/>
        </p:nvSpPr>
        <p:spPr>
          <a:xfrm>
            <a:off x="5937053" y="4063933"/>
            <a:ext cx="2450385" cy="2034112"/>
          </a:xfrm>
          <a:prstGeom prst="rect">
            <a:avLst/>
          </a:prstGeom>
          <a:solidFill>
            <a:schemeClr val="tx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243840" rtlCol="0" anchor="t" anchorCtr="0"/>
          <a:lstStyle/>
          <a:p>
            <a:pPr algn="ctr">
              <a:spcAft>
                <a:spcPts val="800"/>
              </a:spcAft>
            </a:pPr>
            <a:endParaRPr lang="en-US" sz="1467">
              <a:latin typeface="Lato Light" panose="020F0502020204030203" pitchFamily="34" charset="0"/>
              <a:ea typeface="Lato Light" panose="020F0502020204030203" pitchFamily="34" charset="0"/>
              <a:cs typeface="Lato Light" panose="020F0502020204030203" pitchFamily="34" charset="0"/>
            </a:endParaRPr>
          </a:p>
        </p:txBody>
      </p:sp>
      <p:sp>
        <p:nvSpPr>
          <p:cNvPr id="10" name="Rectangle 9">
            <a:extLst>
              <a:ext uri="{FF2B5EF4-FFF2-40B4-BE49-F238E27FC236}">
                <a16:creationId xmlns:a16="http://schemas.microsoft.com/office/drawing/2014/main" id="{9EAACE56-2970-734A-982F-E13C647EB310}"/>
              </a:ext>
            </a:extLst>
          </p:cNvPr>
          <p:cNvSpPr/>
          <p:nvPr/>
        </p:nvSpPr>
        <p:spPr>
          <a:xfrm>
            <a:off x="3387969" y="4070659"/>
            <a:ext cx="2450385" cy="2034112"/>
          </a:xfrm>
          <a:prstGeom prst="rect">
            <a:avLst/>
          </a:pr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243840" rtlCol="0" anchor="t" anchorCtr="0"/>
          <a:lstStyle/>
          <a:p>
            <a:pPr algn="ctr">
              <a:spcAft>
                <a:spcPts val="800"/>
              </a:spcAft>
            </a:pPr>
            <a:endParaRPr lang="en-US" sz="1467">
              <a:latin typeface="Lato Light" panose="020F0502020204030203" pitchFamily="34" charset="0"/>
              <a:ea typeface="Lato Light" panose="020F0502020204030203" pitchFamily="34" charset="0"/>
              <a:cs typeface="Lato Light" panose="020F0502020204030203" pitchFamily="34" charset="0"/>
            </a:endParaRPr>
          </a:p>
        </p:txBody>
      </p:sp>
      <p:cxnSp>
        <p:nvCxnSpPr>
          <p:cNvPr id="16" name="Straight Connector 15">
            <a:extLst>
              <a:ext uri="{FF2B5EF4-FFF2-40B4-BE49-F238E27FC236}">
                <a16:creationId xmlns:a16="http://schemas.microsoft.com/office/drawing/2014/main" id="{8747D547-FC8C-E447-80ED-C354B2F173E2}"/>
              </a:ext>
            </a:extLst>
          </p:cNvPr>
          <p:cNvCxnSpPr>
            <a:cxnSpLocks/>
          </p:cNvCxnSpPr>
          <p:nvPr/>
        </p:nvCxnSpPr>
        <p:spPr>
          <a:xfrm>
            <a:off x="8844928" y="2049214"/>
            <a:ext cx="0" cy="3917135"/>
          </a:xfrm>
          <a:prstGeom prst="line">
            <a:avLst/>
          </a:prstGeom>
          <a:ln>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5DE2C80C-BF63-9A45-96DC-9E4C1933DC00}"/>
              </a:ext>
            </a:extLst>
          </p:cNvPr>
          <p:cNvSpPr/>
          <p:nvPr/>
        </p:nvSpPr>
        <p:spPr>
          <a:xfrm rot="5400000">
            <a:off x="8621349" y="2652424"/>
            <a:ext cx="454287" cy="487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bg2"/>
              </a:solidFill>
            </a:endParaRPr>
          </a:p>
        </p:txBody>
      </p:sp>
      <p:sp>
        <p:nvSpPr>
          <p:cNvPr id="18" name="Rectangle 17">
            <a:extLst>
              <a:ext uri="{FF2B5EF4-FFF2-40B4-BE49-F238E27FC236}">
                <a16:creationId xmlns:a16="http://schemas.microsoft.com/office/drawing/2014/main" id="{9A3509A7-5B42-574D-A5F4-D8D792CDE972}"/>
              </a:ext>
            </a:extLst>
          </p:cNvPr>
          <p:cNvSpPr/>
          <p:nvPr/>
        </p:nvSpPr>
        <p:spPr>
          <a:xfrm rot="5400000">
            <a:off x="8621349" y="3559585"/>
            <a:ext cx="454287" cy="487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bg2"/>
              </a:solidFill>
            </a:endParaRPr>
          </a:p>
        </p:txBody>
      </p:sp>
      <p:sp>
        <p:nvSpPr>
          <p:cNvPr id="19" name="Rectangle 18">
            <a:extLst>
              <a:ext uri="{FF2B5EF4-FFF2-40B4-BE49-F238E27FC236}">
                <a16:creationId xmlns:a16="http://schemas.microsoft.com/office/drawing/2014/main" id="{6A6F261E-1F06-2F4A-B7AA-0F4D65D252E2}"/>
              </a:ext>
            </a:extLst>
          </p:cNvPr>
          <p:cNvSpPr/>
          <p:nvPr/>
        </p:nvSpPr>
        <p:spPr>
          <a:xfrm rot="5400000">
            <a:off x="8621349" y="4447016"/>
            <a:ext cx="454287" cy="487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bg2"/>
              </a:solidFill>
            </a:endParaRPr>
          </a:p>
        </p:txBody>
      </p:sp>
      <p:sp>
        <p:nvSpPr>
          <p:cNvPr id="20" name="Rectangle 19">
            <a:extLst>
              <a:ext uri="{FF2B5EF4-FFF2-40B4-BE49-F238E27FC236}">
                <a16:creationId xmlns:a16="http://schemas.microsoft.com/office/drawing/2014/main" id="{7FFCA9C1-03A9-D54C-8865-4FEE4BD6D607}"/>
              </a:ext>
            </a:extLst>
          </p:cNvPr>
          <p:cNvSpPr/>
          <p:nvPr/>
        </p:nvSpPr>
        <p:spPr>
          <a:xfrm rot="5400000">
            <a:off x="8621349" y="5314773"/>
            <a:ext cx="454287" cy="487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bg2"/>
              </a:solidFill>
            </a:endParaRPr>
          </a:p>
        </p:txBody>
      </p:sp>
      <p:sp>
        <p:nvSpPr>
          <p:cNvPr id="25" name="Text Placeholder 24">
            <a:extLst>
              <a:ext uri="{FF2B5EF4-FFF2-40B4-BE49-F238E27FC236}">
                <a16:creationId xmlns:a16="http://schemas.microsoft.com/office/drawing/2014/main" id="{D3DEA63E-4E57-F249-A868-4F11FD4B1495}"/>
              </a:ext>
            </a:extLst>
          </p:cNvPr>
          <p:cNvSpPr>
            <a:spLocks noGrp="1"/>
          </p:cNvSpPr>
          <p:nvPr>
            <p:ph type="body" sz="quarter" idx="17" hasCustomPrompt="1"/>
          </p:nvPr>
        </p:nvSpPr>
        <p:spPr>
          <a:xfrm>
            <a:off x="1013884" y="4258734"/>
            <a:ext cx="2074333" cy="1708151"/>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Lorem Ipsum</a:t>
            </a:r>
          </a:p>
          <a:p>
            <a:pPr lvl="1"/>
            <a:r>
              <a:rPr lang="en-US"/>
              <a:t>Lorem ipsum</a:t>
            </a:r>
          </a:p>
          <a:p>
            <a:pPr lvl="2"/>
            <a:r>
              <a:rPr lang="en-US"/>
              <a:t>Lorem ipsum</a:t>
            </a:r>
          </a:p>
          <a:p>
            <a:pPr lvl="3"/>
            <a:r>
              <a:rPr lang="en-US"/>
              <a:t>Lorem ipsum</a:t>
            </a:r>
          </a:p>
          <a:p>
            <a:pPr lvl="4"/>
            <a:r>
              <a:rPr lang="en-US"/>
              <a:t>Lorem ipsum</a:t>
            </a:r>
          </a:p>
        </p:txBody>
      </p:sp>
      <p:sp>
        <p:nvSpPr>
          <p:cNvPr id="26" name="Text Placeholder 24">
            <a:extLst>
              <a:ext uri="{FF2B5EF4-FFF2-40B4-BE49-F238E27FC236}">
                <a16:creationId xmlns:a16="http://schemas.microsoft.com/office/drawing/2014/main" id="{94ACBB9D-DA92-564F-99E3-7A3B1784CDCC}"/>
              </a:ext>
            </a:extLst>
          </p:cNvPr>
          <p:cNvSpPr>
            <a:spLocks noGrp="1"/>
          </p:cNvSpPr>
          <p:nvPr>
            <p:ph type="body" sz="quarter" idx="18" hasCustomPrompt="1"/>
          </p:nvPr>
        </p:nvSpPr>
        <p:spPr>
          <a:xfrm>
            <a:off x="3554834" y="4258734"/>
            <a:ext cx="2074333" cy="1708151"/>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Lorem Ipsum</a:t>
            </a:r>
          </a:p>
          <a:p>
            <a:pPr lvl="1"/>
            <a:r>
              <a:rPr lang="en-US"/>
              <a:t>Lorem ipsum</a:t>
            </a:r>
          </a:p>
          <a:p>
            <a:pPr lvl="2"/>
            <a:r>
              <a:rPr lang="en-US"/>
              <a:t>Lorem ipsum</a:t>
            </a:r>
          </a:p>
          <a:p>
            <a:pPr lvl="3"/>
            <a:r>
              <a:rPr lang="en-US"/>
              <a:t>Lorem ipsum</a:t>
            </a:r>
          </a:p>
          <a:p>
            <a:pPr lvl="4"/>
            <a:r>
              <a:rPr lang="en-US"/>
              <a:t>Lorem ipsum</a:t>
            </a:r>
          </a:p>
        </p:txBody>
      </p:sp>
      <p:sp>
        <p:nvSpPr>
          <p:cNvPr id="27" name="Text Placeholder 24">
            <a:extLst>
              <a:ext uri="{FF2B5EF4-FFF2-40B4-BE49-F238E27FC236}">
                <a16:creationId xmlns:a16="http://schemas.microsoft.com/office/drawing/2014/main" id="{FB92B9DC-930A-364F-8819-EACF6A099A16}"/>
              </a:ext>
            </a:extLst>
          </p:cNvPr>
          <p:cNvSpPr>
            <a:spLocks noGrp="1"/>
          </p:cNvSpPr>
          <p:nvPr>
            <p:ph type="body" sz="quarter" idx="19" hasCustomPrompt="1"/>
          </p:nvPr>
        </p:nvSpPr>
        <p:spPr>
          <a:xfrm>
            <a:off x="6129967" y="4258734"/>
            <a:ext cx="2074333" cy="1708151"/>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Lorem Ipsum</a:t>
            </a:r>
          </a:p>
          <a:p>
            <a:pPr lvl="1"/>
            <a:r>
              <a:rPr lang="en-US"/>
              <a:t>Lorem ipsum</a:t>
            </a:r>
          </a:p>
          <a:p>
            <a:pPr lvl="2"/>
            <a:r>
              <a:rPr lang="en-US"/>
              <a:t>Lorem ipsum</a:t>
            </a:r>
          </a:p>
          <a:p>
            <a:pPr lvl="3"/>
            <a:r>
              <a:rPr lang="en-US"/>
              <a:t>Lorem ipsum</a:t>
            </a:r>
          </a:p>
          <a:p>
            <a:pPr lvl="4"/>
            <a:r>
              <a:rPr lang="en-US"/>
              <a:t>Lorem ipsum</a:t>
            </a:r>
          </a:p>
        </p:txBody>
      </p:sp>
      <p:sp>
        <p:nvSpPr>
          <p:cNvPr id="29" name="Text Placeholder 28">
            <a:extLst>
              <a:ext uri="{FF2B5EF4-FFF2-40B4-BE49-F238E27FC236}">
                <a16:creationId xmlns:a16="http://schemas.microsoft.com/office/drawing/2014/main" id="{85CCBCF8-99A4-6E40-8D58-ED751703C4F2}"/>
              </a:ext>
            </a:extLst>
          </p:cNvPr>
          <p:cNvSpPr>
            <a:spLocks noGrp="1"/>
          </p:cNvSpPr>
          <p:nvPr>
            <p:ph type="body" sz="quarter" idx="20" hasCustomPrompt="1"/>
          </p:nvPr>
        </p:nvSpPr>
        <p:spPr>
          <a:xfrm>
            <a:off x="9118919" y="2529080"/>
            <a:ext cx="1697567" cy="295457"/>
          </a:xfrm>
        </p:spPr>
        <p:txBody>
          <a:bodyPr/>
          <a:lstStyle>
            <a:lvl1pPr>
              <a:defRPr>
                <a:solidFill>
                  <a:schemeClr val="accent3"/>
                </a:solidFill>
              </a:defRPr>
            </a:lvl1pPr>
          </a:lstStyle>
          <a:p>
            <a:pPr lvl="0">
              <a:spcAft>
                <a:spcPts val="667"/>
              </a:spcAft>
            </a:pPr>
            <a:r>
              <a:rPr lang="en-US" sz="1600">
                <a:solidFill>
                  <a:schemeClr val="accent3"/>
                </a:solidFill>
                <a:latin typeface="Lato Medium" panose="020F0502020204030203" pitchFamily="34" charset="0"/>
                <a:ea typeface="Lato Medium" panose="020F0502020204030203" pitchFamily="34" charset="0"/>
                <a:cs typeface="Lato Medium" panose="020F0502020204030203" pitchFamily="34" charset="0"/>
              </a:rPr>
              <a:t>Lorem Ipsum</a:t>
            </a:r>
          </a:p>
        </p:txBody>
      </p:sp>
      <p:sp>
        <p:nvSpPr>
          <p:cNvPr id="30" name="Text Placeholder 28">
            <a:extLst>
              <a:ext uri="{FF2B5EF4-FFF2-40B4-BE49-F238E27FC236}">
                <a16:creationId xmlns:a16="http://schemas.microsoft.com/office/drawing/2014/main" id="{2DF0911D-861F-AB4A-A27E-793F2D7373BE}"/>
              </a:ext>
            </a:extLst>
          </p:cNvPr>
          <p:cNvSpPr>
            <a:spLocks noGrp="1"/>
          </p:cNvSpPr>
          <p:nvPr>
            <p:ph type="body" sz="quarter" idx="21" hasCustomPrompt="1"/>
          </p:nvPr>
        </p:nvSpPr>
        <p:spPr>
          <a:xfrm>
            <a:off x="9118919" y="3463420"/>
            <a:ext cx="1697567" cy="295457"/>
          </a:xfrm>
        </p:spPr>
        <p:txBody>
          <a:bodyPr/>
          <a:lstStyle>
            <a:lvl1pPr>
              <a:defRPr>
                <a:solidFill>
                  <a:schemeClr val="accent3"/>
                </a:solidFill>
              </a:defRPr>
            </a:lvl1pPr>
          </a:lstStyle>
          <a:p>
            <a:pPr lvl="0">
              <a:spcAft>
                <a:spcPts val="667"/>
              </a:spcAft>
            </a:pPr>
            <a:r>
              <a:rPr lang="en-US" sz="1600">
                <a:solidFill>
                  <a:schemeClr val="accent3"/>
                </a:solidFill>
                <a:latin typeface="Lato Medium" panose="020F0502020204030203" pitchFamily="34" charset="0"/>
                <a:ea typeface="Lato Medium" panose="020F0502020204030203" pitchFamily="34" charset="0"/>
                <a:cs typeface="Lato Medium" panose="020F0502020204030203" pitchFamily="34" charset="0"/>
              </a:rPr>
              <a:t>Lorem Ipsum</a:t>
            </a:r>
          </a:p>
        </p:txBody>
      </p:sp>
      <p:sp>
        <p:nvSpPr>
          <p:cNvPr id="31" name="Text Placeholder 28">
            <a:extLst>
              <a:ext uri="{FF2B5EF4-FFF2-40B4-BE49-F238E27FC236}">
                <a16:creationId xmlns:a16="http://schemas.microsoft.com/office/drawing/2014/main" id="{C56F7CB6-D414-7F4C-A60B-10FCB6FC78F0}"/>
              </a:ext>
            </a:extLst>
          </p:cNvPr>
          <p:cNvSpPr>
            <a:spLocks noGrp="1"/>
          </p:cNvSpPr>
          <p:nvPr>
            <p:ph type="body" sz="quarter" idx="22" hasCustomPrompt="1"/>
          </p:nvPr>
        </p:nvSpPr>
        <p:spPr>
          <a:xfrm>
            <a:off x="9118919" y="4317998"/>
            <a:ext cx="1697567" cy="295457"/>
          </a:xfrm>
        </p:spPr>
        <p:txBody>
          <a:bodyPr/>
          <a:lstStyle>
            <a:lvl1pPr>
              <a:defRPr>
                <a:solidFill>
                  <a:schemeClr val="accent3"/>
                </a:solidFill>
              </a:defRPr>
            </a:lvl1pPr>
          </a:lstStyle>
          <a:p>
            <a:pPr lvl="0">
              <a:spcAft>
                <a:spcPts val="667"/>
              </a:spcAft>
            </a:pPr>
            <a:r>
              <a:rPr lang="en-US" sz="1600">
                <a:solidFill>
                  <a:schemeClr val="accent3"/>
                </a:solidFill>
                <a:latin typeface="Lato Medium" panose="020F0502020204030203" pitchFamily="34" charset="0"/>
                <a:ea typeface="Lato Medium" panose="020F0502020204030203" pitchFamily="34" charset="0"/>
                <a:cs typeface="Lato Medium" panose="020F0502020204030203" pitchFamily="34" charset="0"/>
              </a:rPr>
              <a:t>Lorem Ipsum</a:t>
            </a:r>
          </a:p>
        </p:txBody>
      </p:sp>
      <p:sp>
        <p:nvSpPr>
          <p:cNvPr id="32" name="Text Placeholder 28">
            <a:extLst>
              <a:ext uri="{FF2B5EF4-FFF2-40B4-BE49-F238E27FC236}">
                <a16:creationId xmlns:a16="http://schemas.microsoft.com/office/drawing/2014/main" id="{186547BD-766D-8648-B3D0-3C3608D7363A}"/>
              </a:ext>
            </a:extLst>
          </p:cNvPr>
          <p:cNvSpPr>
            <a:spLocks noGrp="1"/>
          </p:cNvSpPr>
          <p:nvPr>
            <p:ph type="body" sz="quarter" idx="23" hasCustomPrompt="1"/>
          </p:nvPr>
        </p:nvSpPr>
        <p:spPr>
          <a:xfrm>
            <a:off x="9118919" y="5195366"/>
            <a:ext cx="1697567" cy="295457"/>
          </a:xfrm>
        </p:spPr>
        <p:txBody>
          <a:bodyPr/>
          <a:lstStyle>
            <a:lvl1pPr>
              <a:defRPr>
                <a:solidFill>
                  <a:schemeClr val="accent3"/>
                </a:solidFill>
              </a:defRPr>
            </a:lvl1pPr>
          </a:lstStyle>
          <a:p>
            <a:pPr lvl="0">
              <a:spcAft>
                <a:spcPts val="667"/>
              </a:spcAft>
            </a:pPr>
            <a:r>
              <a:rPr lang="en-US" sz="1600">
                <a:solidFill>
                  <a:schemeClr val="accent3"/>
                </a:solidFill>
                <a:latin typeface="Lato Medium" panose="020F0502020204030203" pitchFamily="34" charset="0"/>
                <a:ea typeface="Lato Medium" panose="020F0502020204030203" pitchFamily="34" charset="0"/>
                <a:cs typeface="Lato Medium" panose="020F0502020204030203" pitchFamily="34" charset="0"/>
              </a:rPr>
              <a:t>Lorem Ipsum</a:t>
            </a:r>
          </a:p>
        </p:txBody>
      </p:sp>
    </p:spTree>
    <p:extLst>
      <p:ext uri="{BB962C8B-B14F-4D97-AF65-F5344CB8AC3E}">
        <p14:creationId xmlns:p14="http://schemas.microsoft.com/office/powerpoint/2010/main" val="2594332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500"/>
                                        <p:tgtEl>
                                          <p:spTgt spid="17"/>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xit" presetSubtype="0" fill="hold" grpId="1" nodeType="clickEffect">
                                  <p:stCondLst>
                                    <p:cond delay="0"/>
                                  </p:stCondLst>
                                  <p:childTnLst>
                                    <p:animEffect transition="out" filter="fade">
                                      <p:cBhvr>
                                        <p:cTn id="15" dur="500"/>
                                        <p:tgtEl>
                                          <p:spTgt spid="17"/>
                                        </p:tgtEl>
                                      </p:cBhvr>
                                    </p:animEffect>
                                    <p:set>
                                      <p:cBhvr>
                                        <p:cTn id="16" dur="1" fill="hold">
                                          <p:stCondLst>
                                            <p:cond delay="499"/>
                                          </p:stCondLst>
                                        </p:cTn>
                                        <p:tgtEl>
                                          <p:spTgt spid="17"/>
                                        </p:tgtEl>
                                        <p:attrNameLst>
                                          <p:attrName>style.visibility</p:attrName>
                                        </p:attrNameLst>
                                      </p:cBhvr>
                                      <p:to>
                                        <p:strVal val="hidden"/>
                                      </p:to>
                                    </p:set>
                                  </p:childTnLst>
                                </p:cTn>
                              </p:par>
                              <p:par>
                                <p:cTn id="17" presetID="10"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500"/>
                                        <p:tgtEl>
                                          <p:spTgt spid="18"/>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xit" presetSubtype="0" fill="hold" grpId="1" nodeType="clickEffect">
                                  <p:stCondLst>
                                    <p:cond delay="0"/>
                                  </p:stCondLst>
                                  <p:childTnLst>
                                    <p:animEffect transition="out" filter="fade">
                                      <p:cBhvr>
                                        <p:cTn id="23" dur="500"/>
                                        <p:tgtEl>
                                          <p:spTgt spid="18"/>
                                        </p:tgtEl>
                                      </p:cBhvr>
                                    </p:animEffect>
                                    <p:set>
                                      <p:cBhvr>
                                        <p:cTn id="24" dur="1" fill="hold">
                                          <p:stCondLst>
                                            <p:cond delay="499"/>
                                          </p:stCondLst>
                                        </p:cTn>
                                        <p:tgtEl>
                                          <p:spTgt spid="18"/>
                                        </p:tgtEl>
                                        <p:attrNameLst>
                                          <p:attrName>style.visibility</p:attrName>
                                        </p:attrNameLst>
                                      </p:cBhvr>
                                      <p:to>
                                        <p:strVal val="hidden"/>
                                      </p:to>
                                    </p:set>
                                  </p:childTnLst>
                                </p:cTn>
                              </p:par>
                              <p:par>
                                <p:cTn id="25" presetID="10"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grpId="1" nodeType="clickEffect">
                                  <p:stCondLst>
                                    <p:cond delay="0"/>
                                  </p:stCondLst>
                                  <p:childTnLst>
                                    <p:animEffect transition="out" filter="fade">
                                      <p:cBhvr>
                                        <p:cTn id="31" dur="500"/>
                                        <p:tgtEl>
                                          <p:spTgt spid="19"/>
                                        </p:tgtEl>
                                      </p:cBhvr>
                                    </p:animEffect>
                                    <p:set>
                                      <p:cBhvr>
                                        <p:cTn id="32" dur="1" fill="hold">
                                          <p:stCondLst>
                                            <p:cond delay="499"/>
                                          </p:stCondLst>
                                        </p:cTn>
                                        <p:tgtEl>
                                          <p:spTgt spid="19"/>
                                        </p:tgtEl>
                                        <p:attrNameLst>
                                          <p:attrName>style.visibility</p:attrName>
                                        </p:attrNameLst>
                                      </p:cBhvr>
                                      <p:to>
                                        <p:strVal val="hidden"/>
                                      </p:to>
                                    </p:set>
                                  </p:childTnLst>
                                </p:cTn>
                              </p:par>
                              <p:par>
                                <p:cTn id="33" presetID="10"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7" grpId="1" animBg="1"/>
      <p:bldP spid="18" grpId="0" animBg="1"/>
      <p:bldP spid="18" grpId="1" animBg="1"/>
      <p:bldP spid="19" grpId="0" animBg="1"/>
      <p:bldP spid="19" grpId="1" animBg="1"/>
      <p:bldP spid="20" grpId="0" animBg="1"/>
    </p:bldLst>
  </p:timing>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5_Title Only">
    <p:spTree>
      <p:nvGrpSpPr>
        <p:cNvPr id="1" name=""/>
        <p:cNvGrpSpPr/>
        <p:nvPr/>
      </p:nvGrpSpPr>
      <p:grpSpPr>
        <a:xfrm>
          <a:off x="0" y="0"/>
          <a:ext cx="0" cy="0"/>
          <a:chOff x="0" y="0"/>
          <a:chExt cx="0" cy="0"/>
        </a:xfrm>
      </p:grpSpPr>
      <p:grpSp>
        <p:nvGrpSpPr>
          <p:cNvPr id="109" name="Group 108">
            <a:extLst>
              <a:ext uri="{FF2B5EF4-FFF2-40B4-BE49-F238E27FC236}">
                <a16:creationId xmlns:a16="http://schemas.microsoft.com/office/drawing/2014/main" id="{D9A6F561-DFBF-9743-9EE3-533B6096B974}"/>
              </a:ext>
            </a:extLst>
          </p:cNvPr>
          <p:cNvGrpSpPr/>
          <p:nvPr/>
        </p:nvGrpSpPr>
        <p:grpSpPr>
          <a:xfrm>
            <a:off x="1047979" y="2716038"/>
            <a:ext cx="3077109" cy="3077109"/>
            <a:chOff x="3418084" y="1760734"/>
            <a:chExt cx="2307832" cy="2307832"/>
          </a:xfrm>
        </p:grpSpPr>
        <p:grpSp>
          <p:nvGrpSpPr>
            <p:cNvPr id="110" name="Group 109">
              <a:extLst>
                <a:ext uri="{FF2B5EF4-FFF2-40B4-BE49-F238E27FC236}">
                  <a16:creationId xmlns:a16="http://schemas.microsoft.com/office/drawing/2014/main" id="{71DF9CCA-88E0-C642-9500-6607BECABD59}"/>
                </a:ext>
              </a:extLst>
            </p:cNvPr>
            <p:cNvGrpSpPr/>
            <p:nvPr userDrawn="1"/>
          </p:nvGrpSpPr>
          <p:grpSpPr>
            <a:xfrm>
              <a:off x="3418084" y="1760734"/>
              <a:ext cx="2307832" cy="2307832"/>
              <a:chOff x="4572000" y="2025649"/>
              <a:chExt cx="869950" cy="869950"/>
            </a:xfrm>
            <a:solidFill>
              <a:schemeClr val="bg2">
                <a:lumMod val="60000"/>
                <a:lumOff val="40000"/>
              </a:schemeClr>
            </a:solidFill>
          </p:grpSpPr>
          <p:sp>
            <p:nvSpPr>
              <p:cNvPr id="123" name="Oval 4">
                <a:extLst>
                  <a:ext uri="{FF2B5EF4-FFF2-40B4-BE49-F238E27FC236}">
                    <a16:creationId xmlns:a16="http://schemas.microsoft.com/office/drawing/2014/main" id="{73409F6A-EDF3-C546-9585-7F9CD732B6B5}"/>
                  </a:ext>
                </a:extLst>
              </p:cNvPr>
              <p:cNvSpPr/>
              <p:nvPr/>
            </p:nvSpPr>
            <p:spPr>
              <a:xfrm>
                <a:off x="4572000" y="2025649"/>
                <a:ext cx="869950" cy="434975"/>
              </a:xfrm>
              <a:custGeom>
                <a:avLst/>
                <a:gdLst>
                  <a:gd name="connsiteX0" fmla="*/ 0 w 869950"/>
                  <a:gd name="connsiteY0" fmla="*/ 434975 h 869950"/>
                  <a:gd name="connsiteX1" fmla="*/ 434975 w 869950"/>
                  <a:gd name="connsiteY1" fmla="*/ 0 h 869950"/>
                  <a:gd name="connsiteX2" fmla="*/ 869950 w 869950"/>
                  <a:gd name="connsiteY2" fmla="*/ 434975 h 869950"/>
                  <a:gd name="connsiteX3" fmla="*/ 434975 w 869950"/>
                  <a:gd name="connsiteY3" fmla="*/ 869950 h 869950"/>
                  <a:gd name="connsiteX4" fmla="*/ 0 w 869950"/>
                  <a:gd name="connsiteY4" fmla="*/ 434975 h 869950"/>
                  <a:gd name="connsiteX0" fmla="*/ 0 w 869950"/>
                  <a:gd name="connsiteY0" fmla="*/ 434975 h 869950"/>
                  <a:gd name="connsiteX1" fmla="*/ 434975 w 869950"/>
                  <a:gd name="connsiteY1" fmla="*/ 0 h 869950"/>
                  <a:gd name="connsiteX2" fmla="*/ 869950 w 869950"/>
                  <a:gd name="connsiteY2" fmla="*/ 434975 h 869950"/>
                  <a:gd name="connsiteX3" fmla="*/ 434975 w 869950"/>
                  <a:gd name="connsiteY3" fmla="*/ 869950 h 869950"/>
                  <a:gd name="connsiteX4" fmla="*/ 0 w 869950"/>
                  <a:gd name="connsiteY4" fmla="*/ 434975 h 869950"/>
                  <a:gd name="connsiteX0" fmla="*/ 434975 w 869950"/>
                  <a:gd name="connsiteY0" fmla="*/ 869950 h 961390"/>
                  <a:gd name="connsiteX1" fmla="*/ 0 w 869950"/>
                  <a:gd name="connsiteY1" fmla="*/ 434975 h 961390"/>
                  <a:gd name="connsiteX2" fmla="*/ 434975 w 869950"/>
                  <a:gd name="connsiteY2" fmla="*/ 0 h 961390"/>
                  <a:gd name="connsiteX3" fmla="*/ 869950 w 869950"/>
                  <a:gd name="connsiteY3" fmla="*/ 434975 h 961390"/>
                  <a:gd name="connsiteX4" fmla="*/ 526415 w 869950"/>
                  <a:gd name="connsiteY4" fmla="*/ 961390 h 961390"/>
                  <a:gd name="connsiteX0" fmla="*/ 434975 w 869950"/>
                  <a:gd name="connsiteY0" fmla="*/ 869950 h 869950"/>
                  <a:gd name="connsiteX1" fmla="*/ 0 w 869950"/>
                  <a:gd name="connsiteY1" fmla="*/ 434975 h 869950"/>
                  <a:gd name="connsiteX2" fmla="*/ 434975 w 869950"/>
                  <a:gd name="connsiteY2" fmla="*/ 0 h 869950"/>
                  <a:gd name="connsiteX3" fmla="*/ 869950 w 869950"/>
                  <a:gd name="connsiteY3" fmla="*/ 434975 h 869950"/>
                  <a:gd name="connsiteX0" fmla="*/ 0 w 869950"/>
                  <a:gd name="connsiteY0" fmla="*/ 434975 h 434975"/>
                  <a:gd name="connsiteX1" fmla="*/ 434975 w 869950"/>
                  <a:gd name="connsiteY1" fmla="*/ 0 h 434975"/>
                  <a:gd name="connsiteX2" fmla="*/ 869950 w 869950"/>
                  <a:gd name="connsiteY2" fmla="*/ 434975 h 434975"/>
                  <a:gd name="connsiteX0" fmla="*/ 0 w 869950"/>
                  <a:gd name="connsiteY0" fmla="*/ 434975 h 434975"/>
                  <a:gd name="connsiteX1" fmla="*/ 434975 w 869950"/>
                  <a:gd name="connsiteY1" fmla="*/ 0 h 434975"/>
                  <a:gd name="connsiteX2" fmla="*/ 869950 w 869950"/>
                  <a:gd name="connsiteY2" fmla="*/ 434975 h 434975"/>
                  <a:gd name="connsiteX3" fmla="*/ 0 w 869950"/>
                  <a:gd name="connsiteY3" fmla="*/ 434975 h 434975"/>
                </a:gdLst>
                <a:ahLst/>
                <a:cxnLst>
                  <a:cxn ang="0">
                    <a:pos x="connsiteX0" y="connsiteY0"/>
                  </a:cxn>
                  <a:cxn ang="0">
                    <a:pos x="connsiteX1" y="connsiteY1"/>
                  </a:cxn>
                  <a:cxn ang="0">
                    <a:pos x="connsiteX2" y="connsiteY2"/>
                  </a:cxn>
                  <a:cxn ang="0">
                    <a:pos x="connsiteX3" y="connsiteY3"/>
                  </a:cxn>
                </a:cxnLst>
                <a:rect l="l" t="t" r="r" b="b"/>
                <a:pathLst>
                  <a:path w="869950" h="434975">
                    <a:moveTo>
                      <a:pt x="0" y="434975"/>
                    </a:moveTo>
                    <a:cubicBezTo>
                      <a:pt x="0" y="194745"/>
                      <a:pt x="194745" y="0"/>
                      <a:pt x="434975" y="0"/>
                    </a:cubicBezTo>
                    <a:cubicBezTo>
                      <a:pt x="675205" y="0"/>
                      <a:pt x="869950" y="194745"/>
                      <a:pt x="869950" y="434975"/>
                    </a:cubicBezTo>
                    <a:lnTo>
                      <a:pt x="0" y="434975"/>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24" name="Oval 4">
                <a:extLst>
                  <a:ext uri="{FF2B5EF4-FFF2-40B4-BE49-F238E27FC236}">
                    <a16:creationId xmlns:a16="http://schemas.microsoft.com/office/drawing/2014/main" id="{950DEB7D-3F61-8F4A-933C-6DADDA113B08}"/>
                  </a:ext>
                </a:extLst>
              </p:cNvPr>
              <p:cNvSpPr/>
              <p:nvPr userDrawn="1"/>
            </p:nvSpPr>
            <p:spPr>
              <a:xfrm flipV="1">
                <a:off x="4572000" y="2460624"/>
                <a:ext cx="869950" cy="434975"/>
              </a:xfrm>
              <a:custGeom>
                <a:avLst/>
                <a:gdLst>
                  <a:gd name="connsiteX0" fmla="*/ 0 w 869950"/>
                  <a:gd name="connsiteY0" fmla="*/ 434975 h 869950"/>
                  <a:gd name="connsiteX1" fmla="*/ 434975 w 869950"/>
                  <a:gd name="connsiteY1" fmla="*/ 0 h 869950"/>
                  <a:gd name="connsiteX2" fmla="*/ 869950 w 869950"/>
                  <a:gd name="connsiteY2" fmla="*/ 434975 h 869950"/>
                  <a:gd name="connsiteX3" fmla="*/ 434975 w 869950"/>
                  <a:gd name="connsiteY3" fmla="*/ 869950 h 869950"/>
                  <a:gd name="connsiteX4" fmla="*/ 0 w 869950"/>
                  <a:gd name="connsiteY4" fmla="*/ 434975 h 869950"/>
                  <a:gd name="connsiteX0" fmla="*/ 0 w 869950"/>
                  <a:gd name="connsiteY0" fmla="*/ 434975 h 869950"/>
                  <a:gd name="connsiteX1" fmla="*/ 434975 w 869950"/>
                  <a:gd name="connsiteY1" fmla="*/ 0 h 869950"/>
                  <a:gd name="connsiteX2" fmla="*/ 869950 w 869950"/>
                  <a:gd name="connsiteY2" fmla="*/ 434975 h 869950"/>
                  <a:gd name="connsiteX3" fmla="*/ 434975 w 869950"/>
                  <a:gd name="connsiteY3" fmla="*/ 869950 h 869950"/>
                  <a:gd name="connsiteX4" fmla="*/ 0 w 869950"/>
                  <a:gd name="connsiteY4" fmla="*/ 434975 h 869950"/>
                  <a:gd name="connsiteX0" fmla="*/ 434975 w 869950"/>
                  <a:gd name="connsiteY0" fmla="*/ 869950 h 961390"/>
                  <a:gd name="connsiteX1" fmla="*/ 0 w 869950"/>
                  <a:gd name="connsiteY1" fmla="*/ 434975 h 961390"/>
                  <a:gd name="connsiteX2" fmla="*/ 434975 w 869950"/>
                  <a:gd name="connsiteY2" fmla="*/ 0 h 961390"/>
                  <a:gd name="connsiteX3" fmla="*/ 869950 w 869950"/>
                  <a:gd name="connsiteY3" fmla="*/ 434975 h 961390"/>
                  <a:gd name="connsiteX4" fmla="*/ 526415 w 869950"/>
                  <a:gd name="connsiteY4" fmla="*/ 961390 h 961390"/>
                  <a:gd name="connsiteX0" fmla="*/ 434975 w 869950"/>
                  <a:gd name="connsiteY0" fmla="*/ 869950 h 869950"/>
                  <a:gd name="connsiteX1" fmla="*/ 0 w 869950"/>
                  <a:gd name="connsiteY1" fmla="*/ 434975 h 869950"/>
                  <a:gd name="connsiteX2" fmla="*/ 434975 w 869950"/>
                  <a:gd name="connsiteY2" fmla="*/ 0 h 869950"/>
                  <a:gd name="connsiteX3" fmla="*/ 869950 w 869950"/>
                  <a:gd name="connsiteY3" fmla="*/ 434975 h 869950"/>
                  <a:gd name="connsiteX0" fmla="*/ 0 w 869950"/>
                  <a:gd name="connsiteY0" fmla="*/ 434975 h 434975"/>
                  <a:gd name="connsiteX1" fmla="*/ 434975 w 869950"/>
                  <a:gd name="connsiteY1" fmla="*/ 0 h 434975"/>
                  <a:gd name="connsiteX2" fmla="*/ 869950 w 869950"/>
                  <a:gd name="connsiteY2" fmla="*/ 434975 h 434975"/>
                  <a:gd name="connsiteX0" fmla="*/ 0 w 869950"/>
                  <a:gd name="connsiteY0" fmla="*/ 434975 h 434975"/>
                  <a:gd name="connsiteX1" fmla="*/ 434975 w 869950"/>
                  <a:gd name="connsiteY1" fmla="*/ 0 h 434975"/>
                  <a:gd name="connsiteX2" fmla="*/ 869950 w 869950"/>
                  <a:gd name="connsiteY2" fmla="*/ 434975 h 434975"/>
                  <a:gd name="connsiteX3" fmla="*/ 0 w 869950"/>
                  <a:gd name="connsiteY3" fmla="*/ 434975 h 434975"/>
                </a:gdLst>
                <a:ahLst/>
                <a:cxnLst>
                  <a:cxn ang="0">
                    <a:pos x="connsiteX0" y="connsiteY0"/>
                  </a:cxn>
                  <a:cxn ang="0">
                    <a:pos x="connsiteX1" y="connsiteY1"/>
                  </a:cxn>
                  <a:cxn ang="0">
                    <a:pos x="connsiteX2" y="connsiteY2"/>
                  </a:cxn>
                  <a:cxn ang="0">
                    <a:pos x="connsiteX3" y="connsiteY3"/>
                  </a:cxn>
                </a:cxnLst>
                <a:rect l="l" t="t" r="r" b="b"/>
                <a:pathLst>
                  <a:path w="869950" h="434975">
                    <a:moveTo>
                      <a:pt x="0" y="434975"/>
                    </a:moveTo>
                    <a:cubicBezTo>
                      <a:pt x="0" y="194745"/>
                      <a:pt x="194745" y="0"/>
                      <a:pt x="434975" y="0"/>
                    </a:cubicBezTo>
                    <a:cubicBezTo>
                      <a:pt x="675205" y="0"/>
                      <a:pt x="869950" y="194745"/>
                      <a:pt x="869950" y="434975"/>
                    </a:cubicBezTo>
                    <a:lnTo>
                      <a:pt x="0" y="434975"/>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cxnSp>
          <p:nvCxnSpPr>
            <p:cNvPr id="111" name="Straight Connector 110">
              <a:extLst>
                <a:ext uri="{FF2B5EF4-FFF2-40B4-BE49-F238E27FC236}">
                  <a16:creationId xmlns:a16="http://schemas.microsoft.com/office/drawing/2014/main" id="{1007FAB1-721C-244E-AB21-566816A1A49C}"/>
                </a:ext>
              </a:extLst>
            </p:cNvPr>
            <p:cNvCxnSpPr>
              <a:stCxn id="123" idx="1"/>
            </p:cNvCxnSpPr>
            <p:nvPr/>
          </p:nvCxnSpPr>
          <p:spPr>
            <a:xfrm>
              <a:off x="4572000" y="1760734"/>
              <a:ext cx="0" cy="2307832"/>
            </a:xfrm>
            <a:prstGeom prst="line">
              <a:avLst/>
            </a:prstGeom>
            <a:ln>
              <a:solidFill>
                <a:schemeClr val="accent6">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51A38F61-2757-A14F-8942-BFF378CA2ACC}"/>
                </a:ext>
              </a:extLst>
            </p:cNvPr>
            <p:cNvCxnSpPr/>
            <p:nvPr/>
          </p:nvCxnSpPr>
          <p:spPr>
            <a:xfrm rot="2700000">
              <a:off x="4572000" y="1760734"/>
              <a:ext cx="0" cy="2307832"/>
            </a:xfrm>
            <a:prstGeom prst="line">
              <a:avLst/>
            </a:prstGeom>
            <a:ln>
              <a:solidFill>
                <a:schemeClr val="accent6">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E1242AFA-5C1E-FC4A-845E-10CBF3638757}"/>
                </a:ext>
              </a:extLst>
            </p:cNvPr>
            <p:cNvCxnSpPr/>
            <p:nvPr/>
          </p:nvCxnSpPr>
          <p:spPr>
            <a:xfrm rot="-2700000">
              <a:off x="4572000" y="1760734"/>
              <a:ext cx="0" cy="2307832"/>
            </a:xfrm>
            <a:prstGeom prst="line">
              <a:avLst/>
            </a:prstGeom>
            <a:ln>
              <a:solidFill>
                <a:schemeClr val="accent6">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7B7F3D12-CA79-D94C-AA4D-63504FC76C72}"/>
                </a:ext>
              </a:extLst>
            </p:cNvPr>
            <p:cNvCxnSpPr/>
            <p:nvPr/>
          </p:nvCxnSpPr>
          <p:spPr>
            <a:xfrm rot="5400000">
              <a:off x="4572000" y="1760734"/>
              <a:ext cx="0" cy="230783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hasCustomPrompt="1"/>
          </p:nvPr>
        </p:nvSpPr>
        <p:spPr/>
        <p:txBody>
          <a:bodyPr/>
          <a:lstStyle/>
          <a:p>
            <a:r>
              <a:rPr lang="en-US"/>
              <a:t>Lorem Ipsum</a:t>
            </a:r>
          </a:p>
        </p:txBody>
      </p:sp>
      <p:sp>
        <p:nvSpPr>
          <p:cNvPr id="7" name="Slide Number Placeholder 5">
            <a:extLst>
              <a:ext uri="{FF2B5EF4-FFF2-40B4-BE49-F238E27FC236}">
                <a16:creationId xmlns:a16="http://schemas.microsoft.com/office/drawing/2014/main" id="{07033397-15D1-3546-A61B-B7A7E0DEB28F}"/>
              </a:ext>
            </a:extLst>
          </p:cNvPr>
          <p:cNvSpPr>
            <a:spLocks noGrp="1"/>
          </p:cNvSpPr>
          <p:nvPr>
            <p:ph type="sldNum" sz="quarter" idx="12"/>
          </p:nvPr>
        </p:nvSpPr>
        <p:spPr>
          <a:xfrm>
            <a:off x="1" y="6418136"/>
            <a:ext cx="374375" cy="365125"/>
          </a:xfrm>
          <a:prstGeom prst="rect">
            <a:avLst/>
          </a:prstGeom>
        </p:spPr>
        <p:txBody>
          <a:bodyPr/>
          <a:lstStyle>
            <a:lvl1pPr>
              <a:defRPr sz="800" b="0" i="0">
                <a:solidFill>
                  <a:schemeClr val="accent6">
                    <a:lumMod val="40000"/>
                    <a:lumOff val="60000"/>
                  </a:schemeClr>
                </a:solidFill>
                <a:latin typeface="Lato Light" panose="020F0502020204030203" pitchFamily="34" charset="0"/>
                <a:ea typeface="Lato Light" panose="020F0502020204030203" pitchFamily="34" charset="0"/>
                <a:cs typeface="Lato Light" panose="020F0502020204030203" pitchFamily="34" charset="0"/>
              </a:defRPr>
            </a:lvl1pPr>
          </a:lstStyle>
          <a:p>
            <a:fld id="{6BED0942-9735-43C8-AB99-1366ADCBF3AF}" type="slidenum">
              <a:rPr lang="en-US" smtClean="0"/>
              <a:pPr/>
              <a:t>‹#›</a:t>
            </a:fld>
            <a:endParaRPr lang="en-US"/>
          </a:p>
        </p:txBody>
      </p:sp>
      <p:sp>
        <p:nvSpPr>
          <p:cNvPr id="4" name="Title 2">
            <a:extLst>
              <a:ext uri="{FF2B5EF4-FFF2-40B4-BE49-F238E27FC236}">
                <a16:creationId xmlns:a16="http://schemas.microsoft.com/office/drawing/2014/main" id="{2F6CC88A-FD89-A54F-A3E4-3D568F8584E9}"/>
              </a:ext>
            </a:extLst>
          </p:cNvPr>
          <p:cNvSpPr txBox="1">
            <a:spLocks/>
          </p:cNvSpPr>
          <p:nvPr/>
        </p:nvSpPr>
        <p:spPr>
          <a:xfrm>
            <a:off x="838200" y="347456"/>
            <a:ext cx="10515600" cy="871744"/>
          </a:xfrm>
          <a:prstGeom prst="rect">
            <a:avLst/>
          </a:prstGeom>
        </p:spPr>
        <p:txBody>
          <a:bodyPr vert="horz" lIns="0" tIns="0" rIns="0" bIns="0" rtlCol="0" anchor="t" anchorCtr="0">
            <a:normAutofit/>
          </a:bodyPr>
          <a:lstStyle>
            <a:lvl1pPr algn="l" defTabSz="685800" rtl="0" eaLnBrk="1" latinLnBrk="0" hangingPunct="1">
              <a:lnSpc>
                <a:spcPct val="90000"/>
              </a:lnSpc>
              <a:spcBef>
                <a:spcPct val="0"/>
              </a:spcBef>
              <a:buNone/>
              <a:defRPr sz="2200" kern="1200">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sz="3733" spc="133">
                <a:solidFill>
                  <a:schemeClr val="bg1"/>
                </a:solidFill>
                <a:latin typeface="Lato Light" panose="020F0502020204030203" pitchFamily="34" charset="0"/>
                <a:ea typeface="Lato Light" panose="020F0502020204030203" pitchFamily="34" charset="0"/>
                <a:cs typeface="Lato Light" panose="020F0502020204030203" pitchFamily="34" charset="0"/>
              </a:rPr>
              <a:t>Maximize Return on Experiences and Outcome</a:t>
            </a:r>
            <a:endParaRPr lang="en-US" sz="3733">
              <a:solidFill>
                <a:schemeClr val="bg1"/>
              </a:solidFill>
              <a:latin typeface="Lato Light" panose="020F0502020204030203" pitchFamily="34" charset="0"/>
              <a:ea typeface="Lato Light" panose="020F0502020204030203" pitchFamily="34" charset="0"/>
              <a:cs typeface="Lato Light" panose="020F0502020204030203" pitchFamily="34" charset="0"/>
            </a:endParaRPr>
          </a:p>
        </p:txBody>
      </p:sp>
      <p:sp>
        <p:nvSpPr>
          <p:cNvPr id="5" name="Text Placeholder 4">
            <a:extLst>
              <a:ext uri="{FF2B5EF4-FFF2-40B4-BE49-F238E27FC236}">
                <a16:creationId xmlns:a16="http://schemas.microsoft.com/office/drawing/2014/main" id="{9571097D-CD08-C549-BBF7-AD194DC988E6}"/>
              </a:ext>
            </a:extLst>
          </p:cNvPr>
          <p:cNvSpPr>
            <a:spLocks noGrp="1"/>
          </p:cNvSpPr>
          <p:nvPr>
            <p:ph type="body" sz="quarter" idx="13"/>
          </p:nvPr>
        </p:nvSpPr>
        <p:spPr>
          <a:xfrm>
            <a:off x="838200" y="1291167"/>
            <a:ext cx="10515600" cy="154517"/>
          </a:xfrm>
        </p:spPr>
        <p:txBody>
          <a:bodyPr/>
          <a:lstStyle/>
          <a:p>
            <a:pPr lvl="0"/>
            <a:r>
              <a:rPr lang="en-US"/>
              <a:t>Click to edit Master text styles</a:t>
            </a:r>
          </a:p>
        </p:txBody>
      </p:sp>
      <p:sp>
        <p:nvSpPr>
          <p:cNvPr id="8" name="Title 3">
            <a:extLst>
              <a:ext uri="{FF2B5EF4-FFF2-40B4-BE49-F238E27FC236}">
                <a16:creationId xmlns:a16="http://schemas.microsoft.com/office/drawing/2014/main" id="{5F27F54D-7442-7E4C-99CE-425D62035B91}"/>
              </a:ext>
            </a:extLst>
          </p:cNvPr>
          <p:cNvSpPr txBox="1">
            <a:spLocks/>
          </p:cNvSpPr>
          <p:nvPr/>
        </p:nvSpPr>
        <p:spPr>
          <a:xfrm>
            <a:off x="838200" y="347456"/>
            <a:ext cx="10515600" cy="871744"/>
          </a:xfrm>
          <a:prstGeom prst="rect">
            <a:avLst/>
          </a:prstGeom>
        </p:spPr>
        <p:txBody>
          <a:bodyPr vert="horz" lIns="0" tIns="0" rIns="0" bIns="0" rtlCol="0" anchor="b" anchorCtr="0">
            <a:normAutofit/>
          </a:bodyPr>
          <a:lstStyle>
            <a:lvl1pPr algn="l" defTabSz="685800" rtl="0" eaLnBrk="1" latinLnBrk="0" hangingPunct="1">
              <a:lnSpc>
                <a:spcPct val="90000"/>
              </a:lnSpc>
              <a:spcBef>
                <a:spcPct val="0"/>
              </a:spcBef>
              <a:buNone/>
              <a:defRPr sz="2200" kern="1200">
                <a:solidFill>
                  <a:schemeClr val="tx2"/>
                </a:solidFill>
                <a:latin typeface="Lato" panose="020F0502020204030203" pitchFamily="34" charset="0"/>
                <a:ea typeface="Lato" panose="020F0502020204030203" pitchFamily="34" charset="0"/>
                <a:cs typeface="Lato" panose="020F0502020204030203" pitchFamily="34" charset="0"/>
              </a:defRPr>
            </a:lvl1pPr>
          </a:lstStyle>
          <a:p>
            <a:r>
              <a:rPr lang="en-US" sz="2933">
                <a:solidFill>
                  <a:schemeClr val="tx1"/>
                </a:solidFill>
              </a:rPr>
              <a:t>Lorem Ipsum</a:t>
            </a:r>
          </a:p>
        </p:txBody>
      </p:sp>
      <p:sp>
        <p:nvSpPr>
          <p:cNvPr id="9" name="Text Placeholder 5">
            <a:extLst>
              <a:ext uri="{FF2B5EF4-FFF2-40B4-BE49-F238E27FC236}">
                <a16:creationId xmlns:a16="http://schemas.microsoft.com/office/drawing/2014/main" id="{88CDFDEF-F47B-7A49-8BD8-8BD7CB526210}"/>
              </a:ext>
            </a:extLst>
          </p:cNvPr>
          <p:cNvSpPr txBox="1">
            <a:spLocks/>
          </p:cNvSpPr>
          <p:nvPr/>
        </p:nvSpPr>
        <p:spPr>
          <a:xfrm>
            <a:off x="838200" y="1291167"/>
            <a:ext cx="10515600" cy="154517"/>
          </a:xfrm>
          <a:prstGeom prst="rect">
            <a:avLst/>
          </a:prstGeom>
        </p:spPr>
        <p:txBody>
          <a:bodyPr vert="horz" lIns="0" tIns="0" rIns="0" bIns="0" rtlCol="0">
            <a:noAutofit/>
          </a:bodyPr>
          <a:lstStyle>
            <a:lvl1pPr marL="0" indent="0" algn="l" defTabSz="685800" rtl="0" eaLnBrk="1" latinLnBrk="0" hangingPunct="1">
              <a:lnSpc>
                <a:spcPct val="90000"/>
              </a:lnSpc>
              <a:spcBef>
                <a:spcPts val="0"/>
              </a:spcBef>
              <a:buFont typeface="Arial" panose="020B0604020202020204" pitchFamily="34" charset="0"/>
              <a:buNone/>
              <a:defRPr sz="1000" b="0" i="0" kern="1200" cap="none" spc="50" baseline="0">
                <a:solidFill>
                  <a:schemeClr val="accent6"/>
                </a:solidFill>
                <a:latin typeface="Lato" panose="020F0502020204030203" pitchFamily="34" charset="0"/>
                <a:ea typeface="Lato" panose="020F0502020204030203" pitchFamily="34" charset="0"/>
                <a:cs typeface="Lato" panose="020F0502020204030203" pitchFamily="34" charset="0"/>
              </a:defRPr>
            </a:lvl1pPr>
            <a:lvl2pPr marL="117475" indent="0" algn="l" defTabSz="685800" rtl="0" eaLnBrk="1" latinLnBrk="0" hangingPunct="1">
              <a:lnSpc>
                <a:spcPct val="90000"/>
              </a:lnSpc>
              <a:spcBef>
                <a:spcPts val="375"/>
              </a:spcBef>
              <a:buFont typeface="Arial" panose="020B0604020202020204" pitchFamily="34" charset="0"/>
              <a:buNone/>
              <a:tabLst/>
              <a:defRPr sz="1100" b="0" i="0" kern="1200">
                <a:solidFill>
                  <a:schemeClr val="accent6"/>
                </a:solidFill>
                <a:latin typeface="Lato Light" panose="020F0502020204030203" pitchFamily="34" charset="0"/>
                <a:ea typeface="Lato Light" panose="020F0502020204030203" pitchFamily="34" charset="0"/>
                <a:cs typeface="Lato Light" panose="020F0502020204030203" pitchFamily="34" charset="0"/>
              </a:defRPr>
            </a:lvl2pPr>
            <a:lvl3pPr marL="346075" indent="-111125" algn="l" defTabSz="685800" rtl="0" eaLnBrk="1" latinLnBrk="0" hangingPunct="1">
              <a:lnSpc>
                <a:spcPct val="90000"/>
              </a:lnSpc>
              <a:spcBef>
                <a:spcPts val="375"/>
              </a:spcBef>
              <a:buFont typeface="Arial" panose="020B0604020202020204" pitchFamily="34" charset="0"/>
              <a:buChar char="•"/>
              <a:tabLst/>
              <a:defRPr sz="1050" b="0" i="0" kern="1200">
                <a:solidFill>
                  <a:schemeClr val="accent6"/>
                </a:solidFill>
                <a:latin typeface="Lato Light" panose="020F0502020204030203" pitchFamily="34" charset="0"/>
                <a:ea typeface="Lato Light" panose="020F0502020204030203" pitchFamily="34" charset="0"/>
                <a:cs typeface="Lato Light" panose="020F0502020204030203" pitchFamily="34" charset="0"/>
              </a:defRPr>
            </a:lvl3pPr>
            <a:lvl4pPr marL="465138" indent="-119063" algn="l" defTabSz="685800" rtl="0" eaLnBrk="1" latinLnBrk="0" hangingPunct="1">
              <a:lnSpc>
                <a:spcPct val="90000"/>
              </a:lnSpc>
              <a:spcBef>
                <a:spcPts val="375"/>
              </a:spcBef>
              <a:buFont typeface="Arial" panose="020B0604020202020204" pitchFamily="34" charset="0"/>
              <a:buChar char="•"/>
              <a:tabLst/>
              <a:defRPr sz="1000" b="0" i="0" kern="1200">
                <a:solidFill>
                  <a:schemeClr val="accent6"/>
                </a:solidFill>
                <a:latin typeface="Lato Light" panose="020F0502020204030203" pitchFamily="34" charset="0"/>
                <a:ea typeface="Lato Light" panose="020F0502020204030203" pitchFamily="34" charset="0"/>
                <a:cs typeface="Lato Light" panose="020F0502020204030203" pitchFamily="34" charset="0"/>
              </a:defRPr>
            </a:lvl4pPr>
            <a:lvl5pPr marL="574675" indent="-111125" algn="l" defTabSz="685800" rtl="0" eaLnBrk="1" latinLnBrk="0" hangingPunct="1">
              <a:lnSpc>
                <a:spcPct val="90000"/>
              </a:lnSpc>
              <a:spcBef>
                <a:spcPts val="375"/>
              </a:spcBef>
              <a:buFont typeface="Arial" panose="020B0604020202020204" pitchFamily="34" charset="0"/>
              <a:buChar char="•"/>
              <a:tabLst/>
              <a:defRPr sz="1000" b="0" i="0" kern="1200">
                <a:solidFill>
                  <a:schemeClr val="accent6"/>
                </a:solidFill>
                <a:latin typeface="Lato Light" panose="020F0502020204030203" pitchFamily="34" charset="0"/>
                <a:ea typeface="Lato Light" panose="020F0502020204030203" pitchFamily="34" charset="0"/>
                <a:cs typeface="Lato Light" panose="020F0502020204030203"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endParaRPr lang="en-US" sz="1333"/>
          </a:p>
        </p:txBody>
      </p:sp>
      <p:grpSp>
        <p:nvGrpSpPr>
          <p:cNvPr id="10" name="Group 9">
            <a:extLst>
              <a:ext uri="{FF2B5EF4-FFF2-40B4-BE49-F238E27FC236}">
                <a16:creationId xmlns:a16="http://schemas.microsoft.com/office/drawing/2014/main" id="{3B5E4AB4-6843-AD4A-9F94-578A23DFABCC}"/>
              </a:ext>
            </a:extLst>
          </p:cNvPr>
          <p:cNvGrpSpPr/>
          <p:nvPr/>
        </p:nvGrpSpPr>
        <p:grpSpPr>
          <a:xfrm>
            <a:off x="8089241" y="2716038"/>
            <a:ext cx="2113152" cy="3077109"/>
            <a:chOff x="6066931" y="1760734"/>
            <a:chExt cx="1584864" cy="2307832"/>
          </a:xfrm>
        </p:grpSpPr>
        <p:sp>
          <p:nvSpPr>
            <p:cNvPr id="11" name="Oval 4">
              <a:extLst>
                <a:ext uri="{FF2B5EF4-FFF2-40B4-BE49-F238E27FC236}">
                  <a16:creationId xmlns:a16="http://schemas.microsoft.com/office/drawing/2014/main" id="{B8413EC6-C1C9-8C4E-B8D5-A7EB7B129DDE}"/>
                </a:ext>
              </a:extLst>
            </p:cNvPr>
            <p:cNvSpPr/>
            <p:nvPr/>
          </p:nvSpPr>
          <p:spPr>
            <a:xfrm rot="5400000" flipV="1">
              <a:off x="5491925" y="2338120"/>
              <a:ext cx="2301174" cy="1150587"/>
            </a:xfrm>
            <a:custGeom>
              <a:avLst/>
              <a:gdLst>
                <a:gd name="connsiteX0" fmla="*/ 0 w 869950"/>
                <a:gd name="connsiteY0" fmla="*/ 434975 h 869950"/>
                <a:gd name="connsiteX1" fmla="*/ 434975 w 869950"/>
                <a:gd name="connsiteY1" fmla="*/ 0 h 869950"/>
                <a:gd name="connsiteX2" fmla="*/ 869950 w 869950"/>
                <a:gd name="connsiteY2" fmla="*/ 434975 h 869950"/>
                <a:gd name="connsiteX3" fmla="*/ 434975 w 869950"/>
                <a:gd name="connsiteY3" fmla="*/ 869950 h 869950"/>
                <a:gd name="connsiteX4" fmla="*/ 0 w 869950"/>
                <a:gd name="connsiteY4" fmla="*/ 434975 h 869950"/>
                <a:gd name="connsiteX0" fmla="*/ 0 w 869950"/>
                <a:gd name="connsiteY0" fmla="*/ 434975 h 869950"/>
                <a:gd name="connsiteX1" fmla="*/ 434975 w 869950"/>
                <a:gd name="connsiteY1" fmla="*/ 0 h 869950"/>
                <a:gd name="connsiteX2" fmla="*/ 869950 w 869950"/>
                <a:gd name="connsiteY2" fmla="*/ 434975 h 869950"/>
                <a:gd name="connsiteX3" fmla="*/ 434975 w 869950"/>
                <a:gd name="connsiteY3" fmla="*/ 869950 h 869950"/>
                <a:gd name="connsiteX4" fmla="*/ 0 w 869950"/>
                <a:gd name="connsiteY4" fmla="*/ 434975 h 869950"/>
                <a:gd name="connsiteX0" fmla="*/ 434975 w 869950"/>
                <a:gd name="connsiteY0" fmla="*/ 869950 h 961390"/>
                <a:gd name="connsiteX1" fmla="*/ 0 w 869950"/>
                <a:gd name="connsiteY1" fmla="*/ 434975 h 961390"/>
                <a:gd name="connsiteX2" fmla="*/ 434975 w 869950"/>
                <a:gd name="connsiteY2" fmla="*/ 0 h 961390"/>
                <a:gd name="connsiteX3" fmla="*/ 869950 w 869950"/>
                <a:gd name="connsiteY3" fmla="*/ 434975 h 961390"/>
                <a:gd name="connsiteX4" fmla="*/ 526415 w 869950"/>
                <a:gd name="connsiteY4" fmla="*/ 961390 h 961390"/>
                <a:gd name="connsiteX0" fmla="*/ 434975 w 869950"/>
                <a:gd name="connsiteY0" fmla="*/ 869950 h 869950"/>
                <a:gd name="connsiteX1" fmla="*/ 0 w 869950"/>
                <a:gd name="connsiteY1" fmla="*/ 434975 h 869950"/>
                <a:gd name="connsiteX2" fmla="*/ 434975 w 869950"/>
                <a:gd name="connsiteY2" fmla="*/ 0 h 869950"/>
                <a:gd name="connsiteX3" fmla="*/ 869950 w 869950"/>
                <a:gd name="connsiteY3" fmla="*/ 434975 h 869950"/>
                <a:gd name="connsiteX0" fmla="*/ 0 w 869950"/>
                <a:gd name="connsiteY0" fmla="*/ 434975 h 434975"/>
                <a:gd name="connsiteX1" fmla="*/ 434975 w 869950"/>
                <a:gd name="connsiteY1" fmla="*/ 0 h 434975"/>
                <a:gd name="connsiteX2" fmla="*/ 869950 w 869950"/>
                <a:gd name="connsiteY2" fmla="*/ 434975 h 434975"/>
                <a:gd name="connsiteX0" fmla="*/ 0 w 869950"/>
                <a:gd name="connsiteY0" fmla="*/ 434975 h 434975"/>
                <a:gd name="connsiteX1" fmla="*/ 434975 w 869950"/>
                <a:gd name="connsiteY1" fmla="*/ 0 h 434975"/>
                <a:gd name="connsiteX2" fmla="*/ 869950 w 869950"/>
                <a:gd name="connsiteY2" fmla="*/ 434975 h 434975"/>
                <a:gd name="connsiteX3" fmla="*/ 0 w 869950"/>
                <a:gd name="connsiteY3" fmla="*/ 434975 h 434975"/>
              </a:gdLst>
              <a:ahLst/>
              <a:cxnLst>
                <a:cxn ang="0">
                  <a:pos x="connsiteX0" y="connsiteY0"/>
                </a:cxn>
                <a:cxn ang="0">
                  <a:pos x="connsiteX1" y="connsiteY1"/>
                </a:cxn>
                <a:cxn ang="0">
                  <a:pos x="connsiteX2" y="connsiteY2"/>
                </a:cxn>
                <a:cxn ang="0">
                  <a:pos x="connsiteX3" y="connsiteY3"/>
                </a:cxn>
              </a:cxnLst>
              <a:rect l="l" t="t" r="r" b="b"/>
              <a:pathLst>
                <a:path w="869950" h="434975">
                  <a:moveTo>
                    <a:pt x="0" y="434975"/>
                  </a:moveTo>
                  <a:cubicBezTo>
                    <a:pt x="0" y="194745"/>
                    <a:pt x="194745" y="0"/>
                    <a:pt x="434975" y="0"/>
                  </a:cubicBezTo>
                  <a:cubicBezTo>
                    <a:pt x="675205" y="0"/>
                    <a:pt x="869950" y="194745"/>
                    <a:pt x="869950" y="434975"/>
                  </a:cubicBezTo>
                  <a:lnTo>
                    <a:pt x="0" y="434975"/>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12" name="Straight Connector 11">
              <a:extLst>
                <a:ext uri="{FF2B5EF4-FFF2-40B4-BE49-F238E27FC236}">
                  <a16:creationId xmlns:a16="http://schemas.microsoft.com/office/drawing/2014/main" id="{8C575446-3491-FC45-AA6D-5BCB54D1AE2C}"/>
                </a:ext>
              </a:extLst>
            </p:cNvPr>
            <p:cNvCxnSpPr/>
            <p:nvPr/>
          </p:nvCxnSpPr>
          <p:spPr>
            <a:xfrm>
              <a:off x="6401648" y="2105504"/>
              <a:ext cx="1198914" cy="1198914"/>
            </a:xfrm>
            <a:prstGeom prst="line">
              <a:avLst/>
            </a:prstGeom>
            <a:ln>
              <a:solidFill>
                <a:schemeClr val="accent6">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8585228-CF2F-3C47-9891-D5AC4CDD3D84}"/>
                </a:ext>
              </a:extLst>
            </p:cNvPr>
            <p:cNvCxnSpPr/>
            <p:nvPr/>
          </p:nvCxnSpPr>
          <p:spPr>
            <a:xfrm flipH="1">
              <a:off x="6066931" y="2915748"/>
              <a:ext cx="1470428" cy="0"/>
            </a:xfrm>
            <a:prstGeom prst="line">
              <a:avLst/>
            </a:prstGeom>
            <a:ln>
              <a:solidFill>
                <a:schemeClr val="accent6">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B8FEA63-34FA-FD40-A87C-D736666E9F56}"/>
                </a:ext>
              </a:extLst>
            </p:cNvPr>
            <p:cNvCxnSpPr/>
            <p:nvPr/>
          </p:nvCxnSpPr>
          <p:spPr>
            <a:xfrm flipH="1">
              <a:off x="6401863" y="2480660"/>
              <a:ext cx="1249932" cy="1249932"/>
            </a:xfrm>
            <a:prstGeom prst="line">
              <a:avLst/>
            </a:prstGeom>
            <a:ln>
              <a:solidFill>
                <a:schemeClr val="accent6">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838E540-051D-5D4B-A510-E934C62F1EC4}"/>
                </a:ext>
              </a:extLst>
            </p:cNvPr>
            <p:cNvCxnSpPr/>
            <p:nvPr/>
          </p:nvCxnSpPr>
          <p:spPr>
            <a:xfrm>
              <a:off x="7217806" y="1760734"/>
              <a:ext cx="0" cy="2307832"/>
            </a:xfrm>
            <a:prstGeom prst="line">
              <a:avLst/>
            </a:prstGeom>
            <a:ln>
              <a:solidFill>
                <a:schemeClr val="accent6">
                  <a:lumMod val="20000"/>
                  <a:lumOff val="80000"/>
                </a:schemeClr>
              </a:solidFill>
            </a:ln>
          </p:spPr>
          <p:style>
            <a:lnRef idx="1">
              <a:schemeClr val="accent1"/>
            </a:lnRef>
            <a:fillRef idx="0">
              <a:schemeClr val="accent1"/>
            </a:fillRef>
            <a:effectRef idx="0">
              <a:schemeClr val="accent1"/>
            </a:effectRef>
            <a:fontRef idx="minor">
              <a:schemeClr val="tx1"/>
            </a:fontRef>
          </p:style>
        </p:cxnSp>
      </p:grpSp>
      <p:grpSp>
        <p:nvGrpSpPr>
          <p:cNvPr id="20" name="Group 19">
            <a:extLst>
              <a:ext uri="{FF2B5EF4-FFF2-40B4-BE49-F238E27FC236}">
                <a16:creationId xmlns:a16="http://schemas.microsoft.com/office/drawing/2014/main" id="{C3CF0327-97A2-6347-AB71-9D7A42F1216F}"/>
              </a:ext>
            </a:extLst>
          </p:cNvPr>
          <p:cNvGrpSpPr/>
          <p:nvPr/>
        </p:nvGrpSpPr>
        <p:grpSpPr>
          <a:xfrm>
            <a:off x="4557446" y="2716038"/>
            <a:ext cx="3077109" cy="3077109"/>
            <a:chOff x="3418084" y="1760734"/>
            <a:chExt cx="2307832" cy="2307832"/>
          </a:xfrm>
        </p:grpSpPr>
        <p:grpSp>
          <p:nvGrpSpPr>
            <p:cNvPr id="21" name="Group 20">
              <a:extLst>
                <a:ext uri="{FF2B5EF4-FFF2-40B4-BE49-F238E27FC236}">
                  <a16:creationId xmlns:a16="http://schemas.microsoft.com/office/drawing/2014/main" id="{CB0E9F31-0A25-1540-A110-59B581A24F5C}"/>
                </a:ext>
              </a:extLst>
            </p:cNvPr>
            <p:cNvGrpSpPr/>
            <p:nvPr/>
          </p:nvGrpSpPr>
          <p:grpSpPr>
            <a:xfrm>
              <a:off x="3418084" y="1760734"/>
              <a:ext cx="2307832" cy="2307832"/>
              <a:chOff x="4572000" y="2025649"/>
              <a:chExt cx="869950" cy="869950"/>
            </a:xfrm>
            <a:solidFill>
              <a:schemeClr val="bg2">
                <a:lumMod val="60000"/>
                <a:lumOff val="40000"/>
              </a:schemeClr>
            </a:solidFill>
          </p:grpSpPr>
          <p:sp>
            <p:nvSpPr>
              <p:cNvPr id="34" name="Oval 4">
                <a:extLst>
                  <a:ext uri="{FF2B5EF4-FFF2-40B4-BE49-F238E27FC236}">
                    <a16:creationId xmlns:a16="http://schemas.microsoft.com/office/drawing/2014/main" id="{FDCF1226-F872-DA43-A26B-03729C201E2D}"/>
                  </a:ext>
                </a:extLst>
              </p:cNvPr>
              <p:cNvSpPr/>
              <p:nvPr/>
            </p:nvSpPr>
            <p:spPr>
              <a:xfrm>
                <a:off x="4572000" y="2025649"/>
                <a:ext cx="869950" cy="434975"/>
              </a:xfrm>
              <a:custGeom>
                <a:avLst/>
                <a:gdLst>
                  <a:gd name="connsiteX0" fmla="*/ 0 w 869950"/>
                  <a:gd name="connsiteY0" fmla="*/ 434975 h 869950"/>
                  <a:gd name="connsiteX1" fmla="*/ 434975 w 869950"/>
                  <a:gd name="connsiteY1" fmla="*/ 0 h 869950"/>
                  <a:gd name="connsiteX2" fmla="*/ 869950 w 869950"/>
                  <a:gd name="connsiteY2" fmla="*/ 434975 h 869950"/>
                  <a:gd name="connsiteX3" fmla="*/ 434975 w 869950"/>
                  <a:gd name="connsiteY3" fmla="*/ 869950 h 869950"/>
                  <a:gd name="connsiteX4" fmla="*/ 0 w 869950"/>
                  <a:gd name="connsiteY4" fmla="*/ 434975 h 869950"/>
                  <a:gd name="connsiteX0" fmla="*/ 0 w 869950"/>
                  <a:gd name="connsiteY0" fmla="*/ 434975 h 869950"/>
                  <a:gd name="connsiteX1" fmla="*/ 434975 w 869950"/>
                  <a:gd name="connsiteY1" fmla="*/ 0 h 869950"/>
                  <a:gd name="connsiteX2" fmla="*/ 869950 w 869950"/>
                  <a:gd name="connsiteY2" fmla="*/ 434975 h 869950"/>
                  <a:gd name="connsiteX3" fmla="*/ 434975 w 869950"/>
                  <a:gd name="connsiteY3" fmla="*/ 869950 h 869950"/>
                  <a:gd name="connsiteX4" fmla="*/ 0 w 869950"/>
                  <a:gd name="connsiteY4" fmla="*/ 434975 h 869950"/>
                  <a:gd name="connsiteX0" fmla="*/ 434975 w 869950"/>
                  <a:gd name="connsiteY0" fmla="*/ 869950 h 961390"/>
                  <a:gd name="connsiteX1" fmla="*/ 0 w 869950"/>
                  <a:gd name="connsiteY1" fmla="*/ 434975 h 961390"/>
                  <a:gd name="connsiteX2" fmla="*/ 434975 w 869950"/>
                  <a:gd name="connsiteY2" fmla="*/ 0 h 961390"/>
                  <a:gd name="connsiteX3" fmla="*/ 869950 w 869950"/>
                  <a:gd name="connsiteY3" fmla="*/ 434975 h 961390"/>
                  <a:gd name="connsiteX4" fmla="*/ 526415 w 869950"/>
                  <a:gd name="connsiteY4" fmla="*/ 961390 h 961390"/>
                  <a:gd name="connsiteX0" fmla="*/ 434975 w 869950"/>
                  <a:gd name="connsiteY0" fmla="*/ 869950 h 869950"/>
                  <a:gd name="connsiteX1" fmla="*/ 0 w 869950"/>
                  <a:gd name="connsiteY1" fmla="*/ 434975 h 869950"/>
                  <a:gd name="connsiteX2" fmla="*/ 434975 w 869950"/>
                  <a:gd name="connsiteY2" fmla="*/ 0 h 869950"/>
                  <a:gd name="connsiteX3" fmla="*/ 869950 w 869950"/>
                  <a:gd name="connsiteY3" fmla="*/ 434975 h 869950"/>
                  <a:gd name="connsiteX0" fmla="*/ 0 w 869950"/>
                  <a:gd name="connsiteY0" fmla="*/ 434975 h 434975"/>
                  <a:gd name="connsiteX1" fmla="*/ 434975 w 869950"/>
                  <a:gd name="connsiteY1" fmla="*/ 0 h 434975"/>
                  <a:gd name="connsiteX2" fmla="*/ 869950 w 869950"/>
                  <a:gd name="connsiteY2" fmla="*/ 434975 h 434975"/>
                  <a:gd name="connsiteX0" fmla="*/ 0 w 869950"/>
                  <a:gd name="connsiteY0" fmla="*/ 434975 h 434975"/>
                  <a:gd name="connsiteX1" fmla="*/ 434975 w 869950"/>
                  <a:gd name="connsiteY1" fmla="*/ 0 h 434975"/>
                  <a:gd name="connsiteX2" fmla="*/ 869950 w 869950"/>
                  <a:gd name="connsiteY2" fmla="*/ 434975 h 434975"/>
                  <a:gd name="connsiteX3" fmla="*/ 0 w 869950"/>
                  <a:gd name="connsiteY3" fmla="*/ 434975 h 434975"/>
                </a:gdLst>
                <a:ahLst/>
                <a:cxnLst>
                  <a:cxn ang="0">
                    <a:pos x="connsiteX0" y="connsiteY0"/>
                  </a:cxn>
                  <a:cxn ang="0">
                    <a:pos x="connsiteX1" y="connsiteY1"/>
                  </a:cxn>
                  <a:cxn ang="0">
                    <a:pos x="connsiteX2" y="connsiteY2"/>
                  </a:cxn>
                  <a:cxn ang="0">
                    <a:pos x="connsiteX3" y="connsiteY3"/>
                  </a:cxn>
                </a:cxnLst>
                <a:rect l="l" t="t" r="r" b="b"/>
                <a:pathLst>
                  <a:path w="869950" h="434975">
                    <a:moveTo>
                      <a:pt x="0" y="434975"/>
                    </a:moveTo>
                    <a:cubicBezTo>
                      <a:pt x="0" y="194745"/>
                      <a:pt x="194745" y="0"/>
                      <a:pt x="434975" y="0"/>
                    </a:cubicBezTo>
                    <a:cubicBezTo>
                      <a:pt x="675205" y="0"/>
                      <a:pt x="869950" y="194745"/>
                      <a:pt x="869950" y="434975"/>
                    </a:cubicBezTo>
                    <a:lnTo>
                      <a:pt x="0" y="434975"/>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5" name="Oval 4">
                <a:extLst>
                  <a:ext uri="{FF2B5EF4-FFF2-40B4-BE49-F238E27FC236}">
                    <a16:creationId xmlns:a16="http://schemas.microsoft.com/office/drawing/2014/main" id="{0E26E7A9-6A53-CB4C-9F3A-4DC4CBB0BCD9}"/>
                  </a:ext>
                </a:extLst>
              </p:cNvPr>
              <p:cNvSpPr/>
              <p:nvPr/>
            </p:nvSpPr>
            <p:spPr>
              <a:xfrm flipV="1">
                <a:off x="4572000" y="2460624"/>
                <a:ext cx="869950" cy="434975"/>
              </a:xfrm>
              <a:custGeom>
                <a:avLst/>
                <a:gdLst>
                  <a:gd name="connsiteX0" fmla="*/ 0 w 869950"/>
                  <a:gd name="connsiteY0" fmla="*/ 434975 h 869950"/>
                  <a:gd name="connsiteX1" fmla="*/ 434975 w 869950"/>
                  <a:gd name="connsiteY1" fmla="*/ 0 h 869950"/>
                  <a:gd name="connsiteX2" fmla="*/ 869950 w 869950"/>
                  <a:gd name="connsiteY2" fmla="*/ 434975 h 869950"/>
                  <a:gd name="connsiteX3" fmla="*/ 434975 w 869950"/>
                  <a:gd name="connsiteY3" fmla="*/ 869950 h 869950"/>
                  <a:gd name="connsiteX4" fmla="*/ 0 w 869950"/>
                  <a:gd name="connsiteY4" fmla="*/ 434975 h 869950"/>
                  <a:gd name="connsiteX0" fmla="*/ 0 w 869950"/>
                  <a:gd name="connsiteY0" fmla="*/ 434975 h 869950"/>
                  <a:gd name="connsiteX1" fmla="*/ 434975 w 869950"/>
                  <a:gd name="connsiteY1" fmla="*/ 0 h 869950"/>
                  <a:gd name="connsiteX2" fmla="*/ 869950 w 869950"/>
                  <a:gd name="connsiteY2" fmla="*/ 434975 h 869950"/>
                  <a:gd name="connsiteX3" fmla="*/ 434975 w 869950"/>
                  <a:gd name="connsiteY3" fmla="*/ 869950 h 869950"/>
                  <a:gd name="connsiteX4" fmla="*/ 0 w 869950"/>
                  <a:gd name="connsiteY4" fmla="*/ 434975 h 869950"/>
                  <a:gd name="connsiteX0" fmla="*/ 434975 w 869950"/>
                  <a:gd name="connsiteY0" fmla="*/ 869950 h 961390"/>
                  <a:gd name="connsiteX1" fmla="*/ 0 w 869950"/>
                  <a:gd name="connsiteY1" fmla="*/ 434975 h 961390"/>
                  <a:gd name="connsiteX2" fmla="*/ 434975 w 869950"/>
                  <a:gd name="connsiteY2" fmla="*/ 0 h 961390"/>
                  <a:gd name="connsiteX3" fmla="*/ 869950 w 869950"/>
                  <a:gd name="connsiteY3" fmla="*/ 434975 h 961390"/>
                  <a:gd name="connsiteX4" fmla="*/ 526415 w 869950"/>
                  <a:gd name="connsiteY4" fmla="*/ 961390 h 961390"/>
                  <a:gd name="connsiteX0" fmla="*/ 434975 w 869950"/>
                  <a:gd name="connsiteY0" fmla="*/ 869950 h 869950"/>
                  <a:gd name="connsiteX1" fmla="*/ 0 w 869950"/>
                  <a:gd name="connsiteY1" fmla="*/ 434975 h 869950"/>
                  <a:gd name="connsiteX2" fmla="*/ 434975 w 869950"/>
                  <a:gd name="connsiteY2" fmla="*/ 0 h 869950"/>
                  <a:gd name="connsiteX3" fmla="*/ 869950 w 869950"/>
                  <a:gd name="connsiteY3" fmla="*/ 434975 h 869950"/>
                  <a:gd name="connsiteX0" fmla="*/ 0 w 869950"/>
                  <a:gd name="connsiteY0" fmla="*/ 434975 h 434975"/>
                  <a:gd name="connsiteX1" fmla="*/ 434975 w 869950"/>
                  <a:gd name="connsiteY1" fmla="*/ 0 h 434975"/>
                  <a:gd name="connsiteX2" fmla="*/ 869950 w 869950"/>
                  <a:gd name="connsiteY2" fmla="*/ 434975 h 434975"/>
                  <a:gd name="connsiteX0" fmla="*/ 0 w 869950"/>
                  <a:gd name="connsiteY0" fmla="*/ 434975 h 434975"/>
                  <a:gd name="connsiteX1" fmla="*/ 434975 w 869950"/>
                  <a:gd name="connsiteY1" fmla="*/ 0 h 434975"/>
                  <a:gd name="connsiteX2" fmla="*/ 869950 w 869950"/>
                  <a:gd name="connsiteY2" fmla="*/ 434975 h 434975"/>
                  <a:gd name="connsiteX3" fmla="*/ 0 w 869950"/>
                  <a:gd name="connsiteY3" fmla="*/ 434975 h 434975"/>
                </a:gdLst>
                <a:ahLst/>
                <a:cxnLst>
                  <a:cxn ang="0">
                    <a:pos x="connsiteX0" y="connsiteY0"/>
                  </a:cxn>
                  <a:cxn ang="0">
                    <a:pos x="connsiteX1" y="connsiteY1"/>
                  </a:cxn>
                  <a:cxn ang="0">
                    <a:pos x="connsiteX2" y="connsiteY2"/>
                  </a:cxn>
                  <a:cxn ang="0">
                    <a:pos x="connsiteX3" y="connsiteY3"/>
                  </a:cxn>
                </a:cxnLst>
                <a:rect l="l" t="t" r="r" b="b"/>
                <a:pathLst>
                  <a:path w="869950" h="434975">
                    <a:moveTo>
                      <a:pt x="0" y="434975"/>
                    </a:moveTo>
                    <a:cubicBezTo>
                      <a:pt x="0" y="194745"/>
                      <a:pt x="194745" y="0"/>
                      <a:pt x="434975" y="0"/>
                    </a:cubicBezTo>
                    <a:cubicBezTo>
                      <a:pt x="675205" y="0"/>
                      <a:pt x="869950" y="194745"/>
                      <a:pt x="869950" y="434975"/>
                    </a:cubicBezTo>
                    <a:lnTo>
                      <a:pt x="0" y="434975"/>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cxnSp>
          <p:nvCxnSpPr>
            <p:cNvPr id="22" name="Straight Connector 21">
              <a:extLst>
                <a:ext uri="{FF2B5EF4-FFF2-40B4-BE49-F238E27FC236}">
                  <a16:creationId xmlns:a16="http://schemas.microsoft.com/office/drawing/2014/main" id="{973E67AE-9998-4240-A865-D08C32E9E876}"/>
                </a:ext>
              </a:extLst>
            </p:cNvPr>
            <p:cNvCxnSpPr>
              <a:stCxn id="34" idx="1"/>
            </p:cNvCxnSpPr>
            <p:nvPr/>
          </p:nvCxnSpPr>
          <p:spPr>
            <a:xfrm>
              <a:off x="4572000" y="1760734"/>
              <a:ext cx="0" cy="2307832"/>
            </a:xfrm>
            <a:prstGeom prst="line">
              <a:avLst/>
            </a:prstGeom>
            <a:ln>
              <a:solidFill>
                <a:schemeClr val="accent6">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1AF092D-28AA-1246-97C8-C8603DD51635}"/>
                </a:ext>
              </a:extLst>
            </p:cNvPr>
            <p:cNvCxnSpPr/>
            <p:nvPr/>
          </p:nvCxnSpPr>
          <p:spPr>
            <a:xfrm rot="2700000">
              <a:off x="4572000" y="1760734"/>
              <a:ext cx="0" cy="2307832"/>
            </a:xfrm>
            <a:prstGeom prst="line">
              <a:avLst/>
            </a:prstGeom>
            <a:ln>
              <a:solidFill>
                <a:schemeClr val="accent6">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FE36A3E-0CD3-7B4A-8FAF-408526EED082}"/>
                </a:ext>
              </a:extLst>
            </p:cNvPr>
            <p:cNvCxnSpPr/>
            <p:nvPr/>
          </p:nvCxnSpPr>
          <p:spPr>
            <a:xfrm rot="-2700000">
              <a:off x="4572000" y="1760734"/>
              <a:ext cx="0" cy="2307832"/>
            </a:xfrm>
            <a:prstGeom prst="line">
              <a:avLst/>
            </a:prstGeom>
            <a:ln>
              <a:solidFill>
                <a:schemeClr val="accent6">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40674D2D-46D4-0A40-BED7-D934F1F4D55F}"/>
                </a:ext>
              </a:extLst>
            </p:cNvPr>
            <p:cNvCxnSpPr/>
            <p:nvPr/>
          </p:nvCxnSpPr>
          <p:spPr>
            <a:xfrm rot="5400000">
              <a:off x="4572000" y="1760734"/>
              <a:ext cx="0" cy="230783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53" name="Group 52">
            <a:extLst>
              <a:ext uri="{FF2B5EF4-FFF2-40B4-BE49-F238E27FC236}">
                <a16:creationId xmlns:a16="http://schemas.microsoft.com/office/drawing/2014/main" id="{C12C7DC7-16CB-2349-95B0-58B892A78868}"/>
              </a:ext>
            </a:extLst>
          </p:cNvPr>
          <p:cNvGrpSpPr/>
          <p:nvPr/>
        </p:nvGrpSpPr>
        <p:grpSpPr>
          <a:xfrm>
            <a:off x="5133086" y="3291678"/>
            <a:ext cx="1925829" cy="1925829"/>
            <a:chOff x="4572000" y="2025649"/>
            <a:chExt cx="869950" cy="869950"/>
          </a:xfrm>
        </p:grpSpPr>
        <p:sp>
          <p:nvSpPr>
            <p:cNvPr id="56" name="Oval 4">
              <a:extLst>
                <a:ext uri="{FF2B5EF4-FFF2-40B4-BE49-F238E27FC236}">
                  <a16:creationId xmlns:a16="http://schemas.microsoft.com/office/drawing/2014/main" id="{02CBDE92-0A39-704F-A602-1278F90A7BBC}"/>
                </a:ext>
              </a:extLst>
            </p:cNvPr>
            <p:cNvSpPr/>
            <p:nvPr/>
          </p:nvSpPr>
          <p:spPr>
            <a:xfrm>
              <a:off x="4572000" y="2025649"/>
              <a:ext cx="869950" cy="434975"/>
            </a:xfrm>
            <a:custGeom>
              <a:avLst/>
              <a:gdLst>
                <a:gd name="connsiteX0" fmla="*/ 0 w 869950"/>
                <a:gd name="connsiteY0" fmla="*/ 434975 h 869950"/>
                <a:gd name="connsiteX1" fmla="*/ 434975 w 869950"/>
                <a:gd name="connsiteY1" fmla="*/ 0 h 869950"/>
                <a:gd name="connsiteX2" fmla="*/ 869950 w 869950"/>
                <a:gd name="connsiteY2" fmla="*/ 434975 h 869950"/>
                <a:gd name="connsiteX3" fmla="*/ 434975 w 869950"/>
                <a:gd name="connsiteY3" fmla="*/ 869950 h 869950"/>
                <a:gd name="connsiteX4" fmla="*/ 0 w 869950"/>
                <a:gd name="connsiteY4" fmla="*/ 434975 h 869950"/>
                <a:gd name="connsiteX0" fmla="*/ 0 w 869950"/>
                <a:gd name="connsiteY0" fmla="*/ 434975 h 869950"/>
                <a:gd name="connsiteX1" fmla="*/ 434975 w 869950"/>
                <a:gd name="connsiteY1" fmla="*/ 0 h 869950"/>
                <a:gd name="connsiteX2" fmla="*/ 869950 w 869950"/>
                <a:gd name="connsiteY2" fmla="*/ 434975 h 869950"/>
                <a:gd name="connsiteX3" fmla="*/ 434975 w 869950"/>
                <a:gd name="connsiteY3" fmla="*/ 869950 h 869950"/>
                <a:gd name="connsiteX4" fmla="*/ 0 w 869950"/>
                <a:gd name="connsiteY4" fmla="*/ 434975 h 869950"/>
                <a:gd name="connsiteX0" fmla="*/ 434975 w 869950"/>
                <a:gd name="connsiteY0" fmla="*/ 869950 h 961390"/>
                <a:gd name="connsiteX1" fmla="*/ 0 w 869950"/>
                <a:gd name="connsiteY1" fmla="*/ 434975 h 961390"/>
                <a:gd name="connsiteX2" fmla="*/ 434975 w 869950"/>
                <a:gd name="connsiteY2" fmla="*/ 0 h 961390"/>
                <a:gd name="connsiteX3" fmla="*/ 869950 w 869950"/>
                <a:gd name="connsiteY3" fmla="*/ 434975 h 961390"/>
                <a:gd name="connsiteX4" fmla="*/ 526415 w 869950"/>
                <a:gd name="connsiteY4" fmla="*/ 961390 h 961390"/>
                <a:gd name="connsiteX0" fmla="*/ 434975 w 869950"/>
                <a:gd name="connsiteY0" fmla="*/ 869950 h 869950"/>
                <a:gd name="connsiteX1" fmla="*/ 0 w 869950"/>
                <a:gd name="connsiteY1" fmla="*/ 434975 h 869950"/>
                <a:gd name="connsiteX2" fmla="*/ 434975 w 869950"/>
                <a:gd name="connsiteY2" fmla="*/ 0 h 869950"/>
                <a:gd name="connsiteX3" fmla="*/ 869950 w 869950"/>
                <a:gd name="connsiteY3" fmla="*/ 434975 h 869950"/>
                <a:gd name="connsiteX0" fmla="*/ 0 w 869950"/>
                <a:gd name="connsiteY0" fmla="*/ 434975 h 434975"/>
                <a:gd name="connsiteX1" fmla="*/ 434975 w 869950"/>
                <a:gd name="connsiteY1" fmla="*/ 0 h 434975"/>
                <a:gd name="connsiteX2" fmla="*/ 869950 w 869950"/>
                <a:gd name="connsiteY2" fmla="*/ 434975 h 434975"/>
                <a:gd name="connsiteX0" fmla="*/ 0 w 869950"/>
                <a:gd name="connsiteY0" fmla="*/ 434975 h 434975"/>
                <a:gd name="connsiteX1" fmla="*/ 434975 w 869950"/>
                <a:gd name="connsiteY1" fmla="*/ 0 h 434975"/>
                <a:gd name="connsiteX2" fmla="*/ 869950 w 869950"/>
                <a:gd name="connsiteY2" fmla="*/ 434975 h 434975"/>
                <a:gd name="connsiteX3" fmla="*/ 0 w 869950"/>
                <a:gd name="connsiteY3" fmla="*/ 434975 h 434975"/>
              </a:gdLst>
              <a:ahLst/>
              <a:cxnLst>
                <a:cxn ang="0">
                  <a:pos x="connsiteX0" y="connsiteY0"/>
                </a:cxn>
                <a:cxn ang="0">
                  <a:pos x="connsiteX1" y="connsiteY1"/>
                </a:cxn>
                <a:cxn ang="0">
                  <a:pos x="connsiteX2" y="connsiteY2"/>
                </a:cxn>
                <a:cxn ang="0">
                  <a:pos x="connsiteX3" y="connsiteY3"/>
                </a:cxn>
              </a:cxnLst>
              <a:rect l="l" t="t" r="r" b="b"/>
              <a:pathLst>
                <a:path w="869950" h="434975">
                  <a:moveTo>
                    <a:pt x="0" y="434975"/>
                  </a:moveTo>
                  <a:cubicBezTo>
                    <a:pt x="0" y="194745"/>
                    <a:pt x="194745" y="0"/>
                    <a:pt x="434975" y="0"/>
                  </a:cubicBezTo>
                  <a:cubicBezTo>
                    <a:pt x="675205" y="0"/>
                    <a:pt x="869950" y="194745"/>
                    <a:pt x="869950" y="434975"/>
                  </a:cubicBezTo>
                  <a:lnTo>
                    <a:pt x="0" y="434975"/>
                  </a:ln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7" name="Oval 4">
              <a:extLst>
                <a:ext uri="{FF2B5EF4-FFF2-40B4-BE49-F238E27FC236}">
                  <a16:creationId xmlns:a16="http://schemas.microsoft.com/office/drawing/2014/main" id="{59E57F33-8843-7B49-AF10-301391120A9E}"/>
                </a:ext>
              </a:extLst>
            </p:cNvPr>
            <p:cNvSpPr/>
            <p:nvPr/>
          </p:nvSpPr>
          <p:spPr>
            <a:xfrm flipV="1">
              <a:off x="4572000" y="2460624"/>
              <a:ext cx="869950" cy="434975"/>
            </a:xfrm>
            <a:custGeom>
              <a:avLst/>
              <a:gdLst>
                <a:gd name="connsiteX0" fmla="*/ 0 w 869950"/>
                <a:gd name="connsiteY0" fmla="*/ 434975 h 869950"/>
                <a:gd name="connsiteX1" fmla="*/ 434975 w 869950"/>
                <a:gd name="connsiteY1" fmla="*/ 0 h 869950"/>
                <a:gd name="connsiteX2" fmla="*/ 869950 w 869950"/>
                <a:gd name="connsiteY2" fmla="*/ 434975 h 869950"/>
                <a:gd name="connsiteX3" fmla="*/ 434975 w 869950"/>
                <a:gd name="connsiteY3" fmla="*/ 869950 h 869950"/>
                <a:gd name="connsiteX4" fmla="*/ 0 w 869950"/>
                <a:gd name="connsiteY4" fmla="*/ 434975 h 869950"/>
                <a:gd name="connsiteX0" fmla="*/ 0 w 869950"/>
                <a:gd name="connsiteY0" fmla="*/ 434975 h 869950"/>
                <a:gd name="connsiteX1" fmla="*/ 434975 w 869950"/>
                <a:gd name="connsiteY1" fmla="*/ 0 h 869950"/>
                <a:gd name="connsiteX2" fmla="*/ 869950 w 869950"/>
                <a:gd name="connsiteY2" fmla="*/ 434975 h 869950"/>
                <a:gd name="connsiteX3" fmla="*/ 434975 w 869950"/>
                <a:gd name="connsiteY3" fmla="*/ 869950 h 869950"/>
                <a:gd name="connsiteX4" fmla="*/ 0 w 869950"/>
                <a:gd name="connsiteY4" fmla="*/ 434975 h 869950"/>
                <a:gd name="connsiteX0" fmla="*/ 434975 w 869950"/>
                <a:gd name="connsiteY0" fmla="*/ 869950 h 961390"/>
                <a:gd name="connsiteX1" fmla="*/ 0 w 869950"/>
                <a:gd name="connsiteY1" fmla="*/ 434975 h 961390"/>
                <a:gd name="connsiteX2" fmla="*/ 434975 w 869950"/>
                <a:gd name="connsiteY2" fmla="*/ 0 h 961390"/>
                <a:gd name="connsiteX3" fmla="*/ 869950 w 869950"/>
                <a:gd name="connsiteY3" fmla="*/ 434975 h 961390"/>
                <a:gd name="connsiteX4" fmla="*/ 526415 w 869950"/>
                <a:gd name="connsiteY4" fmla="*/ 961390 h 961390"/>
                <a:gd name="connsiteX0" fmla="*/ 434975 w 869950"/>
                <a:gd name="connsiteY0" fmla="*/ 869950 h 869950"/>
                <a:gd name="connsiteX1" fmla="*/ 0 w 869950"/>
                <a:gd name="connsiteY1" fmla="*/ 434975 h 869950"/>
                <a:gd name="connsiteX2" fmla="*/ 434975 w 869950"/>
                <a:gd name="connsiteY2" fmla="*/ 0 h 869950"/>
                <a:gd name="connsiteX3" fmla="*/ 869950 w 869950"/>
                <a:gd name="connsiteY3" fmla="*/ 434975 h 869950"/>
                <a:gd name="connsiteX0" fmla="*/ 0 w 869950"/>
                <a:gd name="connsiteY0" fmla="*/ 434975 h 434975"/>
                <a:gd name="connsiteX1" fmla="*/ 434975 w 869950"/>
                <a:gd name="connsiteY1" fmla="*/ 0 h 434975"/>
                <a:gd name="connsiteX2" fmla="*/ 869950 w 869950"/>
                <a:gd name="connsiteY2" fmla="*/ 434975 h 434975"/>
                <a:gd name="connsiteX0" fmla="*/ 0 w 869950"/>
                <a:gd name="connsiteY0" fmla="*/ 434975 h 434975"/>
                <a:gd name="connsiteX1" fmla="*/ 434975 w 869950"/>
                <a:gd name="connsiteY1" fmla="*/ 0 h 434975"/>
                <a:gd name="connsiteX2" fmla="*/ 869950 w 869950"/>
                <a:gd name="connsiteY2" fmla="*/ 434975 h 434975"/>
                <a:gd name="connsiteX3" fmla="*/ 0 w 869950"/>
                <a:gd name="connsiteY3" fmla="*/ 434975 h 434975"/>
              </a:gdLst>
              <a:ahLst/>
              <a:cxnLst>
                <a:cxn ang="0">
                  <a:pos x="connsiteX0" y="connsiteY0"/>
                </a:cxn>
                <a:cxn ang="0">
                  <a:pos x="connsiteX1" y="connsiteY1"/>
                </a:cxn>
                <a:cxn ang="0">
                  <a:pos x="connsiteX2" y="connsiteY2"/>
                </a:cxn>
                <a:cxn ang="0">
                  <a:pos x="connsiteX3" y="connsiteY3"/>
                </a:cxn>
              </a:cxnLst>
              <a:rect l="l" t="t" r="r" b="b"/>
              <a:pathLst>
                <a:path w="869950" h="434975">
                  <a:moveTo>
                    <a:pt x="0" y="434975"/>
                  </a:moveTo>
                  <a:cubicBezTo>
                    <a:pt x="0" y="194745"/>
                    <a:pt x="194745" y="0"/>
                    <a:pt x="434975" y="0"/>
                  </a:cubicBezTo>
                  <a:cubicBezTo>
                    <a:pt x="675205" y="0"/>
                    <a:pt x="869950" y="194745"/>
                    <a:pt x="869950" y="434975"/>
                  </a:cubicBezTo>
                  <a:lnTo>
                    <a:pt x="0" y="434975"/>
                  </a:ln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grpSp>
        <p:nvGrpSpPr>
          <p:cNvPr id="59" name="Group 58">
            <a:extLst>
              <a:ext uri="{FF2B5EF4-FFF2-40B4-BE49-F238E27FC236}">
                <a16:creationId xmlns:a16="http://schemas.microsoft.com/office/drawing/2014/main" id="{38DF7507-E4EB-764A-9D4D-F9E730F9F5DE}"/>
              </a:ext>
            </a:extLst>
          </p:cNvPr>
          <p:cNvGrpSpPr/>
          <p:nvPr/>
        </p:nvGrpSpPr>
        <p:grpSpPr>
          <a:xfrm>
            <a:off x="9045088" y="2718828"/>
            <a:ext cx="2117208" cy="3068232"/>
            <a:chOff x="6783816" y="1762827"/>
            <a:chExt cx="1587906" cy="2301174"/>
          </a:xfrm>
        </p:grpSpPr>
        <p:sp>
          <p:nvSpPr>
            <p:cNvPr id="61" name="Oval 4">
              <a:extLst>
                <a:ext uri="{FF2B5EF4-FFF2-40B4-BE49-F238E27FC236}">
                  <a16:creationId xmlns:a16="http://schemas.microsoft.com/office/drawing/2014/main" id="{1586B16C-9E0B-164D-AD3C-8DECA3186B95}"/>
                </a:ext>
              </a:extLst>
            </p:cNvPr>
            <p:cNvSpPr/>
            <p:nvPr/>
          </p:nvSpPr>
          <p:spPr>
            <a:xfrm rot="5400000">
              <a:off x="6642512" y="2338120"/>
              <a:ext cx="2301174" cy="1150587"/>
            </a:xfrm>
            <a:custGeom>
              <a:avLst/>
              <a:gdLst>
                <a:gd name="connsiteX0" fmla="*/ 0 w 869950"/>
                <a:gd name="connsiteY0" fmla="*/ 434975 h 869950"/>
                <a:gd name="connsiteX1" fmla="*/ 434975 w 869950"/>
                <a:gd name="connsiteY1" fmla="*/ 0 h 869950"/>
                <a:gd name="connsiteX2" fmla="*/ 869950 w 869950"/>
                <a:gd name="connsiteY2" fmla="*/ 434975 h 869950"/>
                <a:gd name="connsiteX3" fmla="*/ 434975 w 869950"/>
                <a:gd name="connsiteY3" fmla="*/ 869950 h 869950"/>
                <a:gd name="connsiteX4" fmla="*/ 0 w 869950"/>
                <a:gd name="connsiteY4" fmla="*/ 434975 h 869950"/>
                <a:gd name="connsiteX0" fmla="*/ 0 w 869950"/>
                <a:gd name="connsiteY0" fmla="*/ 434975 h 869950"/>
                <a:gd name="connsiteX1" fmla="*/ 434975 w 869950"/>
                <a:gd name="connsiteY1" fmla="*/ 0 h 869950"/>
                <a:gd name="connsiteX2" fmla="*/ 869950 w 869950"/>
                <a:gd name="connsiteY2" fmla="*/ 434975 h 869950"/>
                <a:gd name="connsiteX3" fmla="*/ 434975 w 869950"/>
                <a:gd name="connsiteY3" fmla="*/ 869950 h 869950"/>
                <a:gd name="connsiteX4" fmla="*/ 0 w 869950"/>
                <a:gd name="connsiteY4" fmla="*/ 434975 h 869950"/>
                <a:gd name="connsiteX0" fmla="*/ 434975 w 869950"/>
                <a:gd name="connsiteY0" fmla="*/ 869950 h 961390"/>
                <a:gd name="connsiteX1" fmla="*/ 0 w 869950"/>
                <a:gd name="connsiteY1" fmla="*/ 434975 h 961390"/>
                <a:gd name="connsiteX2" fmla="*/ 434975 w 869950"/>
                <a:gd name="connsiteY2" fmla="*/ 0 h 961390"/>
                <a:gd name="connsiteX3" fmla="*/ 869950 w 869950"/>
                <a:gd name="connsiteY3" fmla="*/ 434975 h 961390"/>
                <a:gd name="connsiteX4" fmla="*/ 526415 w 869950"/>
                <a:gd name="connsiteY4" fmla="*/ 961390 h 961390"/>
                <a:gd name="connsiteX0" fmla="*/ 434975 w 869950"/>
                <a:gd name="connsiteY0" fmla="*/ 869950 h 869950"/>
                <a:gd name="connsiteX1" fmla="*/ 0 w 869950"/>
                <a:gd name="connsiteY1" fmla="*/ 434975 h 869950"/>
                <a:gd name="connsiteX2" fmla="*/ 434975 w 869950"/>
                <a:gd name="connsiteY2" fmla="*/ 0 h 869950"/>
                <a:gd name="connsiteX3" fmla="*/ 869950 w 869950"/>
                <a:gd name="connsiteY3" fmla="*/ 434975 h 869950"/>
                <a:gd name="connsiteX0" fmla="*/ 0 w 869950"/>
                <a:gd name="connsiteY0" fmla="*/ 434975 h 434975"/>
                <a:gd name="connsiteX1" fmla="*/ 434975 w 869950"/>
                <a:gd name="connsiteY1" fmla="*/ 0 h 434975"/>
                <a:gd name="connsiteX2" fmla="*/ 869950 w 869950"/>
                <a:gd name="connsiteY2" fmla="*/ 434975 h 434975"/>
                <a:gd name="connsiteX0" fmla="*/ 0 w 869950"/>
                <a:gd name="connsiteY0" fmla="*/ 434975 h 434975"/>
                <a:gd name="connsiteX1" fmla="*/ 434975 w 869950"/>
                <a:gd name="connsiteY1" fmla="*/ 0 h 434975"/>
                <a:gd name="connsiteX2" fmla="*/ 869950 w 869950"/>
                <a:gd name="connsiteY2" fmla="*/ 434975 h 434975"/>
                <a:gd name="connsiteX3" fmla="*/ 0 w 869950"/>
                <a:gd name="connsiteY3" fmla="*/ 434975 h 434975"/>
              </a:gdLst>
              <a:ahLst/>
              <a:cxnLst>
                <a:cxn ang="0">
                  <a:pos x="connsiteX0" y="connsiteY0"/>
                </a:cxn>
                <a:cxn ang="0">
                  <a:pos x="connsiteX1" y="connsiteY1"/>
                </a:cxn>
                <a:cxn ang="0">
                  <a:pos x="connsiteX2" y="connsiteY2"/>
                </a:cxn>
                <a:cxn ang="0">
                  <a:pos x="connsiteX3" y="connsiteY3"/>
                </a:cxn>
              </a:cxnLst>
              <a:rect l="l" t="t" r="r" b="b"/>
              <a:pathLst>
                <a:path w="869950" h="434975">
                  <a:moveTo>
                    <a:pt x="0" y="434975"/>
                  </a:moveTo>
                  <a:cubicBezTo>
                    <a:pt x="0" y="194745"/>
                    <a:pt x="194745" y="0"/>
                    <a:pt x="434975" y="0"/>
                  </a:cubicBezTo>
                  <a:cubicBezTo>
                    <a:pt x="675205" y="0"/>
                    <a:pt x="869950" y="194745"/>
                    <a:pt x="869950" y="434975"/>
                  </a:cubicBezTo>
                  <a:lnTo>
                    <a:pt x="0" y="434975"/>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62" name="Straight Connector 61">
              <a:extLst>
                <a:ext uri="{FF2B5EF4-FFF2-40B4-BE49-F238E27FC236}">
                  <a16:creationId xmlns:a16="http://schemas.microsoft.com/office/drawing/2014/main" id="{ABB27B2F-A697-F947-8C57-765687503B0C}"/>
                </a:ext>
              </a:extLst>
            </p:cNvPr>
            <p:cNvCxnSpPr/>
            <p:nvPr/>
          </p:nvCxnSpPr>
          <p:spPr>
            <a:xfrm flipH="1">
              <a:off x="6901294" y="2914650"/>
              <a:ext cx="1470428" cy="0"/>
            </a:xfrm>
            <a:prstGeom prst="line">
              <a:avLst/>
            </a:prstGeom>
            <a:ln>
              <a:solidFill>
                <a:schemeClr val="accent6">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E4F74C56-19FC-0442-960F-FED2A6573103}"/>
                </a:ext>
              </a:extLst>
            </p:cNvPr>
            <p:cNvCxnSpPr/>
            <p:nvPr/>
          </p:nvCxnSpPr>
          <p:spPr>
            <a:xfrm flipH="1">
              <a:off x="6783816" y="2098708"/>
              <a:ext cx="1249932" cy="1249932"/>
            </a:xfrm>
            <a:prstGeom prst="line">
              <a:avLst/>
            </a:prstGeom>
            <a:ln>
              <a:solidFill>
                <a:schemeClr val="accent6">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720233B7-78B5-494F-8EC1-DF1175E44A11}"/>
                </a:ext>
              </a:extLst>
            </p:cNvPr>
            <p:cNvCxnSpPr/>
            <p:nvPr/>
          </p:nvCxnSpPr>
          <p:spPr>
            <a:xfrm>
              <a:off x="6834834" y="2531678"/>
              <a:ext cx="1198914" cy="1198914"/>
            </a:xfrm>
            <a:prstGeom prst="line">
              <a:avLst/>
            </a:prstGeom>
            <a:ln>
              <a:solidFill>
                <a:schemeClr val="accent6">
                  <a:lumMod val="20000"/>
                  <a:lumOff val="80000"/>
                </a:schemeClr>
              </a:solidFill>
            </a:ln>
          </p:spPr>
          <p:style>
            <a:lnRef idx="1">
              <a:schemeClr val="accent1"/>
            </a:lnRef>
            <a:fillRef idx="0">
              <a:schemeClr val="accent1"/>
            </a:fillRef>
            <a:effectRef idx="0">
              <a:schemeClr val="accent1"/>
            </a:effectRef>
            <a:fontRef idx="minor">
              <a:schemeClr val="tx1"/>
            </a:fontRef>
          </p:style>
        </p:cxnSp>
      </p:grpSp>
      <p:grpSp>
        <p:nvGrpSpPr>
          <p:cNvPr id="69" name="Group 68">
            <a:extLst>
              <a:ext uri="{FF2B5EF4-FFF2-40B4-BE49-F238E27FC236}">
                <a16:creationId xmlns:a16="http://schemas.microsoft.com/office/drawing/2014/main" id="{2C604D87-3785-CC45-9A6C-456D671E593A}"/>
              </a:ext>
            </a:extLst>
          </p:cNvPr>
          <p:cNvGrpSpPr/>
          <p:nvPr/>
        </p:nvGrpSpPr>
        <p:grpSpPr>
          <a:xfrm>
            <a:off x="1609874" y="3291678"/>
            <a:ext cx="1925829" cy="1925829"/>
            <a:chOff x="4572000" y="2025649"/>
            <a:chExt cx="869950" cy="869950"/>
          </a:xfrm>
        </p:grpSpPr>
        <p:sp>
          <p:nvSpPr>
            <p:cNvPr id="72" name="Oval 4">
              <a:extLst>
                <a:ext uri="{FF2B5EF4-FFF2-40B4-BE49-F238E27FC236}">
                  <a16:creationId xmlns:a16="http://schemas.microsoft.com/office/drawing/2014/main" id="{E1CF2C36-2B66-8C41-BE37-D99F6CF8E53C}"/>
                </a:ext>
              </a:extLst>
            </p:cNvPr>
            <p:cNvSpPr/>
            <p:nvPr/>
          </p:nvSpPr>
          <p:spPr>
            <a:xfrm>
              <a:off x="4572000" y="2025649"/>
              <a:ext cx="869950" cy="434975"/>
            </a:xfrm>
            <a:custGeom>
              <a:avLst/>
              <a:gdLst>
                <a:gd name="connsiteX0" fmla="*/ 0 w 869950"/>
                <a:gd name="connsiteY0" fmla="*/ 434975 h 869950"/>
                <a:gd name="connsiteX1" fmla="*/ 434975 w 869950"/>
                <a:gd name="connsiteY1" fmla="*/ 0 h 869950"/>
                <a:gd name="connsiteX2" fmla="*/ 869950 w 869950"/>
                <a:gd name="connsiteY2" fmla="*/ 434975 h 869950"/>
                <a:gd name="connsiteX3" fmla="*/ 434975 w 869950"/>
                <a:gd name="connsiteY3" fmla="*/ 869950 h 869950"/>
                <a:gd name="connsiteX4" fmla="*/ 0 w 869950"/>
                <a:gd name="connsiteY4" fmla="*/ 434975 h 869950"/>
                <a:gd name="connsiteX0" fmla="*/ 0 w 869950"/>
                <a:gd name="connsiteY0" fmla="*/ 434975 h 869950"/>
                <a:gd name="connsiteX1" fmla="*/ 434975 w 869950"/>
                <a:gd name="connsiteY1" fmla="*/ 0 h 869950"/>
                <a:gd name="connsiteX2" fmla="*/ 869950 w 869950"/>
                <a:gd name="connsiteY2" fmla="*/ 434975 h 869950"/>
                <a:gd name="connsiteX3" fmla="*/ 434975 w 869950"/>
                <a:gd name="connsiteY3" fmla="*/ 869950 h 869950"/>
                <a:gd name="connsiteX4" fmla="*/ 0 w 869950"/>
                <a:gd name="connsiteY4" fmla="*/ 434975 h 869950"/>
                <a:gd name="connsiteX0" fmla="*/ 434975 w 869950"/>
                <a:gd name="connsiteY0" fmla="*/ 869950 h 961390"/>
                <a:gd name="connsiteX1" fmla="*/ 0 w 869950"/>
                <a:gd name="connsiteY1" fmla="*/ 434975 h 961390"/>
                <a:gd name="connsiteX2" fmla="*/ 434975 w 869950"/>
                <a:gd name="connsiteY2" fmla="*/ 0 h 961390"/>
                <a:gd name="connsiteX3" fmla="*/ 869950 w 869950"/>
                <a:gd name="connsiteY3" fmla="*/ 434975 h 961390"/>
                <a:gd name="connsiteX4" fmla="*/ 526415 w 869950"/>
                <a:gd name="connsiteY4" fmla="*/ 961390 h 961390"/>
                <a:gd name="connsiteX0" fmla="*/ 434975 w 869950"/>
                <a:gd name="connsiteY0" fmla="*/ 869950 h 869950"/>
                <a:gd name="connsiteX1" fmla="*/ 0 w 869950"/>
                <a:gd name="connsiteY1" fmla="*/ 434975 h 869950"/>
                <a:gd name="connsiteX2" fmla="*/ 434975 w 869950"/>
                <a:gd name="connsiteY2" fmla="*/ 0 h 869950"/>
                <a:gd name="connsiteX3" fmla="*/ 869950 w 869950"/>
                <a:gd name="connsiteY3" fmla="*/ 434975 h 869950"/>
                <a:gd name="connsiteX0" fmla="*/ 0 w 869950"/>
                <a:gd name="connsiteY0" fmla="*/ 434975 h 434975"/>
                <a:gd name="connsiteX1" fmla="*/ 434975 w 869950"/>
                <a:gd name="connsiteY1" fmla="*/ 0 h 434975"/>
                <a:gd name="connsiteX2" fmla="*/ 869950 w 869950"/>
                <a:gd name="connsiteY2" fmla="*/ 434975 h 434975"/>
                <a:gd name="connsiteX0" fmla="*/ 0 w 869950"/>
                <a:gd name="connsiteY0" fmla="*/ 434975 h 434975"/>
                <a:gd name="connsiteX1" fmla="*/ 434975 w 869950"/>
                <a:gd name="connsiteY1" fmla="*/ 0 h 434975"/>
                <a:gd name="connsiteX2" fmla="*/ 869950 w 869950"/>
                <a:gd name="connsiteY2" fmla="*/ 434975 h 434975"/>
                <a:gd name="connsiteX3" fmla="*/ 0 w 869950"/>
                <a:gd name="connsiteY3" fmla="*/ 434975 h 434975"/>
              </a:gdLst>
              <a:ahLst/>
              <a:cxnLst>
                <a:cxn ang="0">
                  <a:pos x="connsiteX0" y="connsiteY0"/>
                </a:cxn>
                <a:cxn ang="0">
                  <a:pos x="connsiteX1" y="connsiteY1"/>
                </a:cxn>
                <a:cxn ang="0">
                  <a:pos x="connsiteX2" y="connsiteY2"/>
                </a:cxn>
                <a:cxn ang="0">
                  <a:pos x="connsiteX3" y="connsiteY3"/>
                </a:cxn>
              </a:cxnLst>
              <a:rect l="l" t="t" r="r" b="b"/>
              <a:pathLst>
                <a:path w="869950" h="434975">
                  <a:moveTo>
                    <a:pt x="0" y="434975"/>
                  </a:moveTo>
                  <a:cubicBezTo>
                    <a:pt x="0" y="194745"/>
                    <a:pt x="194745" y="0"/>
                    <a:pt x="434975" y="0"/>
                  </a:cubicBezTo>
                  <a:cubicBezTo>
                    <a:pt x="675205" y="0"/>
                    <a:pt x="869950" y="194745"/>
                    <a:pt x="869950" y="434975"/>
                  </a:cubicBezTo>
                  <a:lnTo>
                    <a:pt x="0" y="4349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3" name="Oval 4">
              <a:extLst>
                <a:ext uri="{FF2B5EF4-FFF2-40B4-BE49-F238E27FC236}">
                  <a16:creationId xmlns:a16="http://schemas.microsoft.com/office/drawing/2014/main" id="{18F92A5A-640C-E64B-8DAA-425A5E236E76}"/>
                </a:ext>
              </a:extLst>
            </p:cNvPr>
            <p:cNvSpPr/>
            <p:nvPr/>
          </p:nvSpPr>
          <p:spPr>
            <a:xfrm flipV="1">
              <a:off x="4572000" y="2460624"/>
              <a:ext cx="869950" cy="434975"/>
            </a:xfrm>
            <a:custGeom>
              <a:avLst/>
              <a:gdLst>
                <a:gd name="connsiteX0" fmla="*/ 0 w 869950"/>
                <a:gd name="connsiteY0" fmla="*/ 434975 h 869950"/>
                <a:gd name="connsiteX1" fmla="*/ 434975 w 869950"/>
                <a:gd name="connsiteY1" fmla="*/ 0 h 869950"/>
                <a:gd name="connsiteX2" fmla="*/ 869950 w 869950"/>
                <a:gd name="connsiteY2" fmla="*/ 434975 h 869950"/>
                <a:gd name="connsiteX3" fmla="*/ 434975 w 869950"/>
                <a:gd name="connsiteY3" fmla="*/ 869950 h 869950"/>
                <a:gd name="connsiteX4" fmla="*/ 0 w 869950"/>
                <a:gd name="connsiteY4" fmla="*/ 434975 h 869950"/>
                <a:gd name="connsiteX0" fmla="*/ 0 w 869950"/>
                <a:gd name="connsiteY0" fmla="*/ 434975 h 869950"/>
                <a:gd name="connsiteX1" fmla="*/ 434975 w 869950"/>
                <a:gd name="connsiteY1" fmla="*/ 0 h 869950"/>
                <a:gd name="connsiteX2" fmla="*/ 869950 w 869950"/>
                <a:gd name="connsiteY2" fmla="*/ 434975 h 869950"/>
                <a:gd name="connsiteX3" fmla="*/ 434975 w 869950"/>
                <a:gd name="connsiteY3" fmla="*/ 869950 h 869950"/>
                <a:gd name="connsiteX4" fmla="*/ 0 w 869950"/>
                <a:gd name="connsiteY4" fmla="*/ 434975 h 869950"/>
                <a:gd name="connsiteX0" fmla="*/ 434975 w 869950"/>
                <a:gd name="connsiteY0" fmla="*/ 869950 h 961390"/>
                <a:gd name="connsiteX1" fmla="*/ 0 w 869950"/>
                <a:gd name="connsiteY1" fmla="*/ 434975 h 961390"/>
                <a:gd name="connsiteX2" fmla="*/ 434975 w 869950"/>
                <a:gd name="connsiteY2" fmla="*/ 0 h 961390"/>
                <a:gd name="connsiteX3" fmla="*/ 869950 w 869950"/>
                <a:gd name="connsiteY3" fmla="*/ 434975 h 961390"/>
                <a:gd name="connsiteX4" fmla="*/ 526415 w 869950"/>
                <a:gd name="connsiteY4" fmla="*/ 961390 h 961390"/>
                <a:gd name="connsiteX0" fmla="*/ 434975 w 869950"/>
                <a:gd name="connsiteY0" fmla="*/ 869950 h 869950"/>
                <a:gd name="connsiteX1" fmla="*/ 0 w 869950"/>
                <a:gd name="connsiteY1" fmla="*/ 434975 h 869950"/>
                <a:gd name="connsiteX2" fmla="*/ 434975 w 869950"/>
                <a:gd name="connsiteY2" fmla="*/ 0 h 869950"/>
                <a:gd name="connsiteX3" fmla="*/ 869950 w 869950"/>
                <a:gd name="connsiteY3" fmla="*/ 434975 h 869950"/>
                <a:gd name="connsiteX0" fmla="*/ 0 w 869950"/>
                <a:gd name="connsiteY0" fmla="*/ 434975 h 434975"/>
                <a:gd name="connsiteX1" fmla="*/ 434975 w 869950"/>
                <a:gd name="connsiteY1" fmla="*/ 0 h 434975"/>
                <a:gd name="connsiteX2" fmla="*/ 869950 w 869950"/>
                <a:gd name="connsiteY2" fmla="*/ 434975 h 434975"/>
                <a:gd name="connsiteX0" fmla="*/ 0 w 869950"/>
                <a:gd name="connsiteY0" fmla="*/ 434975 h 434975"/>
                <a:gd name="connsiteX1" fmla="*/ 434975 w 869950"/>
                <a:gd name="connsiteY1" fmla="*/ 0 h 434975"/>
                <a:gd name="connsiteX2" fmla="*/ 869950 w 869950"/>
                <a:gd name="connsiteY2" fmla="*/ 434975 h 434975"/>
                <a:gd name="connsiteX3" fmla="*/ 0 w 869950"/>
                <a:gd name="connsiteY3" fmla="*/ 434975 h 434975"/>
              </a:gdLst>
              <a:ahLst/>
              <a:cxnLst>
                <a:cxn ang="0">
                  <a:pos x="connsiteX0" y="connsiteY0"/>
                </a:cxn>
                <a:cxn ang="0">
                  <a:pos x="connsiteX1" y="connsiteY1"/>
                </a:cxn>
                <a:cxn ang="0">
                  <a:pos x="connsiteX2" y="connsiteY2"/>
                </a:cxn>
                <a:cxn ang="0">
                  <a:pos x="connsiteX3" y="connsiteY3"/>
                </a:cxn>
              </a:cxnLst>
              <a:rect l="l" t="t" r="r" b="b"/>
              <a:pathLst>
                <a:path w="869950" h="434975">
                  <a:moveTo>
                    <a:pt x="0" y="434975"/>
                  </a:moveTo>
                  <a:cubicBezTo>
                    <a:pt x="0" y="194745"/>
                    <a:pt x="194745" y="0"/>
                    <a:pt x="434975" y="0"/>
                  </a:cubicBezTo>
                  <a:cubicBezTo>
                    <a:pt x="675205" y="0"/>
                    <a:pt x="869950" y="194745"/>
                    <a:pt x="869950" y="434975"/>
                  </a:cubicBezTo>
                  <a:lnTo>
                    <a:pt x="0" y="434975"/>
                  </a:ln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grpSp>
        <p:nvGrpSpPr>
          <p:cNvPr id="74" name="Group 73">
            <a:extLst>
              <a:ext uri="{FF2B5EF4-FFF2-40B4-BE49-F238E27FC236}">
                <a16:creationId xmlns:a16="http://schemas.microsoft.com/office/drawing/2014/main" id="{561B9D87-3300-2847-AC12-379F62393CDB}"/>
              </a:ext>
            </a:extLst>
          </p:cNvPr>
          <p:cNvGrpSpPr/>
          <p:nvPr/>
        </p:nvGrpSpPr>
        <p:grpSpPr>
          <a:xfrm>
            <a:off x="8660828" y="3291678"/>
            <a:ext cx="1926593" cy="1925829"/>
            <a:chOff x="6495620" y="2468758"/>
            <a:chExt cx="1444945" cy="1444372"/>
          </a:xfrm>
          <a:solidFill>
            <a:schemeClr val="tx1"/>
          </a:solidFill>
        </p:grpSpPr>
        <p:grpSp>
          <p:nvGrpSpPr>
            <p:cNvPr id="77" name="Group 76">
              <a:extLst>
                <a:ext uri="{FF2B5EF4-FFF2-40B4-BE49-F238E27FC236}">
                  <a16:creationId xmlns:a16="http://schemas.microsoft.com/office/drawing/2014/main" id="{699AC9F7-14B5-3A4A-B2A4-D7404D3423BB}"/>
                </a:ext>
              </a:extLst>
            </p:cNvPr>
            <p:cNvGrpSpPr/>
            <p:nvPr/>
          </p:nvGrpSpPr>
          <p:grpSpPr>
            <a:xfrm>
              <a:off x="6495620" y="2468758"/>
              <a:ext cx="1444372" cy="1444372"/>
              <a:chOff x="4572000" y="2025649"/>
              <a:chExt cx="869950" cy="869950"/>
            </a:xfrm>
            <a:grpFill/>
          </p:grpSpPr>
          <p:sp>
            <p:nvSpPr>
              <p:cNvPr id="80" name="Oval 4">
                <a:extLst>
                  <a:ext uri="{FF2B5EF4-FFF2-40B4-BE49-F238E27FC236}">
                    <a16:creationId xmlns:a16="http://schemas.microsoft.com/office/drawing/2014/main" id="{B31FBB67-C3D9-F34E-BB69-58943653EA10}"/>
                  </a:ext>
                </a:extLst>
              </p:cNvPr>
              <p:cNvSpPr/>
              <p:nvPr/>
            </p:nvSpPr>
            <p:spPr>
              <a:xfrm>
                <a:off x="4572000" y="2025649"/>
                <a:ext cx="869950" cy="434975"/>
              </a:xfrm>
              <a:custGeom>
                <a:avLst/>
                <a:gdLst>
                  <a:gd name="connsiteX0" fmla="*/ 0 w 869950"/>
                  <a:gd name="connsiteY0" fmla="*/ 434975 h 869950"/>
                  <a:gd name="connsiteX1" fmla="*/ 434975 w 869950"/>
                  <a:gd name="connsiteY1" fmla="*/ 0 h 869950"/>
                  <a:gd name="connsiteX2" fmla="*/ 869950 w 869950"/>
                  <a:gd name="connsiteY2" fmla="*/ 434975 h 869950"/>
                  <a:gd name="connsiteX3" fmla="*/ 434975 w 869950"/>
                  <a:gd name="connsiteY3" fmla="*/ 869950 h 869950"/>
                  <a:gd name="connsiteX4" fmla="*/ 0 w 869950"/>
                  <a:gd name="connsiteY4" fmla="*/ 434975 h 869950"/>
                  <a:gd name="connsiteX0" fmla="*/ 0 w 869950"/>
                  <a:gd name="connsiteY0" fmla="*/ 434975 h 869950"/>
                  <a:gd name="connsiteX1" fmla="*/ 434975 w 869950"/>
                  <a:gd name="connsiteY1" fmla="*/ 0 h 869950"/>
                  <a:gd name="connsiteX2" fmla="*/ 869950 w 869950"/>
                  <a:gd name="connsiteY2" fmla="*/ 434975 h 869950"/>
                  <a:gd name="connsiteX3" fmla="*/ 434975 w 869950"/>
                  <a:gd name="connsiteY3" fmla="*/ 869950 h 869950"/>
                  <a:gd name="connsiteX4" fmla="*/ 0 w 869950"/>
                  <a:gd name="connsiteY4" fmla="*/ 434975 h 869950"/>
                  <a:gd name="connsiteX0" fmla="*/ 434975 w 869950"/>
                  <a:gd name="connsiteY0" fmla="*/ 869950 h 961390"/>
                  <a:gd name="connsiteX1" fmla="*/ 0 w 869950"/>
                  <a:gd name="connsiteY1" fmla="*/ 434975 h 961390"/>
                  <a:gd name="connsiteX2" fmla="*/ 434975 w 869950"/>
                  <a:gd name="connsiteY2" fmla="*/ 0 h 961390"/>
                  <a:gd name="connsiteX3" fmla="*/ 869950 w 869950"/>
                  <a:gd name="connsiteY3" fmla="*/ 434975 h 961390"/>
                  <a:gd name="connsiteX4" fmla="*/ 526415 w 869950"/>
                  <a:gd name="connsiteY4" fmla="*/ 961390 h 961390"/>
                  <a:gd name="connsiteX0" fmla="*/ 434975 w 869950"/>
                  <a:gd name="connsiteY0" fmla="*/ 869950 h 869950"/>
                  <a:gd name="connsiteX1" fmla="*/ 0 w 869950"/>
                  <a:gd name="connsiteY1" fmla="*/ 434975 h 869950"/>
                  <a:gd name="connsiteX2" fmla="*/ 434975 w 869950"/>
                  <a:gd name="connsiteY2" fmla="*/ 0 h 869950"/>
                  <a:gd name="connsiteX3" fmla="*/ 869950 w 869950"/>
                  <a:gd name="connsiteY3" fmla="*/ 434975 h 869950"/>
                  <a:gd name="connsiteX0" fmla="*/ 0 w 869950"/>
                  <a:gd name="connsiteY0" fmla="*/ 434975 h 434975"/>
                  <a:gd name="connsiteX1" fmla="*/ 434975 w 869950"/>
                  <a:gd name="connsiteY1" fmla="*/ 0 h 434975"/>
                  <a:gd name="connsiteX2" fmla="*/ 869950 w 869950"/>
                  <a:gd name="connsiteY2" fmla="*/ 434975 h 434975"/>
                  <a:gd name="connsiteX0" fmla="*/ 0 w 869950"/>
                  <a:gd name="connsiteY0" fmla="*/ 434975 h 434975"/>
                  <a:gd name="connsiteX1" fmla="*/ 434975 w 869950"/>
                  <a:gd name="connsiteY1" fmla="*/ 0 h 434975"/>
                  <a:gd name="connsiteX2" fmla="*/ 869950 w 869950"/>
                  <a:gd name="connsiteY2" fmla="*/ 434975 h 434975"/>
                  <a:gd name="connsiteX3" fmla="*/ 0 w 869950"/>
                  <a:gd name="connsiteY3" fmla="*/ 434975 h 434975"/>
                </a:gdLst>
                <a:ahLst/>
                <a:cxnLst>
                  <a:cxn ang="0">
                    <a:pos x="connsiteX0" y="connsiteY0"/>
                  </a:cxn>
                  <a:cxn ang="0">
                    <a:pos x="connsiteX1" y="connsiteY1"/>
                  </a:cxn>
                  <a:cxn ang="0">
                    <a:pos x="connsiteX2" y="connsiteY2"/>
                  </a:cxn>
                  <a:cxn ang="0">
                    <a:pos x="connsiteX3" y="connsiteY3"/>
                  </a:cxn>
                </a:cxnLst>
                <a:rect l="l" t="t" r="r" b="b"/>
                <a:pathLst>
                  <a:path w="869950" h="434975">
                    <a:moveTo>
                      <a:pt x="0" y="434975"/>
                    </a:moveTo>
                    <a:cubicBezTo>
                      <a:pt x="0" y="194745"/>
                      <a:pt x="194745" y="0"/>
                      <a:pt x="434975" y="0"/>
                    </a:cubicBezTo>
                    <a:cubicBezTo>
                      <a:pt x="675205" y="0"/>
                      <a:pt x="869950" y="194745"/>
                      <a:pt x="869950" y="434975"/>
                    </a:cubicBezTo>
                    <a:lnTo>
                      <a:pt x="0" y="4349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81" name="Oval 4">
                <a:extLst>
                  <a:ext uri="{FF2B5EF4-FFF2-40B4-BE49-F238E27FC236}">
                    <a16:creationId xmlns:a16="http://schemas.microsoft.com/office/drawing/2014/main" id="{D042008A-65D7-6C44-BDAA-AC25C894FAA3}"/>
                  </a:ext>
                </a:extLst>
              </p:cNvPr>
              <p:cNvSpPr/>
              <p:nvPr/>
            </p:nvSpPr>
            <p:spPr>
              <a:xfrm flipV="1">
                <a:off x="4572000" y="2460624"/>
                <a:ext cx="869950" cy="434975"/>
              </a:xfrm>
              <a:custGeom>
                <a:avLst/>
                <a:gdLst>
                  <a:gd name="connsiteX0" fmla="*/ 0 w 869950"/>
                  <a:gd name="connsiteY0" fmla="*/ 434975 h 869950"/>
                  <a:gd name="connsiteX1" fmla="*/ 434975 w 869950"/>
                  <a:gd name="connsiteY1" fmla="*/ 0 h 869950"/>
                  <a:gd name="connsiteX2" fmla="*/ 869950 w 869950"/>
                  <a:gd name="connsiteY2" fmla="*/ 434975 h 869950"/>
                  <a:gd name="connsiteX3" fmla="*/ 434975 w 869950"/>
                  <a:gd name="connsiteY3" fmla="*/ 869950 h 869950"/>
                  <a:gd name="connsiteX4" fmla="*/ 0 w 869950"/>
                  <a:gd name="connsiteY4" fmla="*/ 434975 h 869950"/>
                  <a:gd name="connsiteX0" fmla="*/ 0 w 869950"/>
                  <a:gd name="connsiteY0" fmla="*/ 434975 h 869950"/>
                  <a:gd name="connsiteX1" fmla="*/ 434975 w 869950"/>
                  <a:gd name="connsiteY1" fmla="*/ 0 h 869950"/>
                  <a:gd name="connsiteX2" fmla="*/ 869950 w 869950"/>
                  <a:gd name="connsiteY2" fmla="*/ 434975 h 869950"/>
                  <a:gd name="connsiteX3" fmla="*/ 434975 w 869950"/>
                  <a:gd name="connsiteY3" fmla="*/ 869950 h 869950"/>
                  <a:gd name="connsiteX4" fmla="*/ 0 w 869950"/>
                  <a:gd name="connsiteY4" fmla="*/ 434975 h 869950"/>
                  <a:gd name="connsiteX0" fmla="*/ 434975 w 869950"/>
                  <a:gd name="connsiteY0" fmla="*/ 869950 h 961390"/>
                  <a:gd name="connsiteX1" fmla="*/ 0 w 869950"/>
                  <a:gd name="connsiteY1" fmla="*/ 434975 h 961390"/>
                  <a:gd name="connsiteX2" fmla="*/ 434975 w 869950"/>
                  <a:gd name="connsiteY2" fmla="*/ 0 h 961390"/>
                  <a:gd name="connsiteX3" fmla="*/ 869950 w 869950"/>
                  <a:gd name="connsiteY3" fmla="*/ 434975 h 961390"/>
                  <a:gd name="connsiteX4" fmla="*/ 526415 w 869950"/>
                  <a:gd name="connsiteY4" fmla="*/ 961390 h 961390"/>
                  <a:gd name="connsiteX0" fmla="*/ 434975 w 869950"/>
                  <a:gd name="connsiteY0" fmla="*/ 869950 h 869950"/>
                  <a:gd name="connsiteX1" fmla="*/ 0 w 869950"/>
                  <a:gd name="connsiteY1" fmla="*/ 434975 h 869950"/>
                  <a:gd name="connsiteX2" fmla="*/ 434975 w 869950"/>
                  <a:gd name="connsiteY2" fmla="*/ 0 h 869950"/>
                  <a:gd name="connsiteX3" fmla="*/ 869950 w 869950"/>
                  <a:gd name="connsiteY3" fmla="*/ 434975 h 869950"/>
                  <a:gd name="connsiteX0" fmla="*/ 0 w 869950"/>
                  <a:gd name="connsiteY0" fmla="*/ 434975 h 434975"/>
                  <a:gd name="connsiteX1" fmla="*/ 434975 w 869950"/>
                  <a:gd name="connsiteY1" fmla="*/ 0 h 434975"/>
                  <a:gd name="connsiteX2" fmla="*/ 869950 w 869950"/>
                  <a:gd name="connsiteY2" fmla="*/ 434975 h 434975"/>
                  <a:gd name="connsiteX0" fmla="*/ 0 w 869950"/>
                  <a:gd name="connsiteY0" fmla="*/ 434975 h 434975"/>
                  <a:gd name="connsiteX1" fmla="*/ 434975 w 869950"/>
                  <a:gd name="connsiteY1" fmla="*/ 0 h 434975"/>
                  <a:gd name="connsiteX2" fmla="*/ 869950 w 869950"/>
                  <a:gd name="connsiteY2" fmla="*/ 434975 h 434975"/>
                  <a:gd name="connsiteX3" fmla="*/ 0 w 869950"/>
                  <a:gd name="connsiteY3" fmla="*/ 434975 h 434975"/>
                </a:gdLst>
                <a:ahLst/>
                <a:cxnLst>
                  <a:cxn ang="0">
                    <a:pos x="connsiteX0" y="connsiteY0"/>
                  </a:cxn>
                  <a:cxn ang="0">
                    <a:pos x="connsiteX1" y="connsiteY1"/>
                  </a:cxn>
                  <a:cxn ang="0">
                    <a:pos x="connsiteX2" y="connsiteY2"/>
                  </a:cxn>
                  <a:cxn ang="0">
                    <a:pos x="connsiteX3" y="connsiteY3"/>
                  </a:cxn>
                </a:cxnLst>
                <a:rect l="l" t="t" r="r" b="b"/>
                <a:pathLst>
                  <a:path w="869950" h="434975">
                    <a:moveTo>
                      <a:pt x="0" y="434975"/>
                    </a:moveTo>
                    <a:cubicBezTo>
                      <a:pt x="0" y="194745"/>
                      <a:pt x="194745" y="0"/>
                      <a:pt x="434975" y="0"/>
                    </a:cubicBezTo>
                    <a:cubicBezTo>
                      <a:pt x="675205" y="0"/>
                      <a:pt x="869950" y="194745"/>
                      <a:pt x="869950" y="434975"/>
                    </a:cubicBezTo>
                    <a:lnTo>
                      <a:pt x="0" y="4349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cxnSp>
          <p:nvCxnSpPr>
            <p:cNvPr id="76" name="Straight Connector 75">
              <a:extLst>
                <a:ext uri="{FF2B5EF4-FFF2-40B4-BE49-F238E27FC236}">
                  <a16:creationId xmlns:a16="http://schemas.microsoft.com/office/drawing/2014/main" id="{ECD219A1-B91F-2145-A070-A8E58C9F0795}"/>
                </a:ext>
              </a:extLst>
            </p:cNvPr>
            <p:cNvCxnSpPr/>
            <p:nvPr/>
          </p:nvCxnSpPr>
          <p:spPr>
            <a:xfrm flipH="1">
              <a:off x="6495813" y="3189707"/>
              <a:ext cx="1444752" cy="1"/>
            </a:xfrm>
            <a:prstGeom prst="line">
              <a:avLst/>
            </a:prstGeom>
            <a:grpFill/>
            <a:ln w="9525">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grpSp>
      <p:cxnSp>
        <p:nvCxnSpPr>
          <p:cNvPr id="82" name="Straight Connector 81">
            <a:extLst>
              <a:ext uri="{FF2B5EF4-FFF2-40B4-BE49-F238E27FC236}">
                <a16:creationId xmlns:a16="http://schemas.microsoft.com/office/drawing/2014/main" id="{9F080E3D-E822-4A4A-AB83-94DB648CC65E}"/>
              </a:ext>
            </a:extLst>
          </p:cNvPr>
          <p:cNvCxnSpPr>
            <a:cxnSpLocks/>
          </p:cNvCxnSpPr>
          <p:nvPr/>
        </p:nvCxnSpPr>
        <p:spPr>
          <a:xfrm>
            <a:off x="838200" y="2333787"/>
            <a:ext cx="10649901" cy="0"/>
          </a:xfrm>
          <a:prstGeom prst="line">
            <a:avLst/>
          </a:prstGeom>
          <a:ln>
            <a:solidFill>
              <a:schemeClr val="accent6">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84" name="Rectangle 83">
            <a:extLst>
              <a:ext uri="{FF2B5EF4-FFF2-40B4-BE49-F238E27FC236}">
                <a16:creationId xmlns:a16="http://schemas.microsoft.com/office/drawing/2014/main" id="{AB5AF083-61C9-C940-B561-F4729DF5F63E}"/>
              </a:ext>
            </a:extLst>
          </p:cNvPr>
          <p:cNvSpPr/>
          <p:nvPr/>
        </p:nvSpPr>
        <p:spPr>
          <a:xfrm>
            <a:off x="2112200" y="2309403"/>
            <a:ext cx="921173" cy="4876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87" name="Rectangle 86">
            <a:extLst>
              <a:ext uri="{FF2B5EF4-FFF2-40B4-BE49-F238E27FC236}">
                <a16:creationId xmlns:a16="http://schemas.microsoft.com/office/drawing/2014/main" id="{F960F6D9-0C23-C340-979F-E79FED896670}"/>
              </a:ext>
            </a:extLst>
          </p:cNvPr>
          <p:cNvSpPr/>
          <p:nvPr/>
        </p:nvSpPr>
        <p:spPr>
          <a:xfrm>
            <a:off x="5642152" y="2309403"/>
            <a:ext cx="921173" cy="4876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1" name="Rectangle 90">
            <a:extLst>
              <a:ext uri="{FF2B5EF4-FFF2-40B4-BE49-F238E27FC236}">
                <a16:creationId xmlns:a16="http://schemas.microsoft.com/office/drawing/2014/main" id="{7BD27B07-67D6-614F-8385-526909822984}"/>
              </a:ext>
            </a:extLst>
          </p:cNvPr>
          <p:cNvSpPr/>
          <p:nvPr/>
        </p:nvSpPr>
        <p:spPr>
          <a:xfrm>
            <a:off x="9161803" y="2314276"/>
            <a:ext cx="921173" cy="4876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92" name="Straight Connector 91">
            <a:extLst>
              <a:ext uri="{FF2B5EF4-FFF2-40B4-BE49-F238E27FC236}">
                <a16:creationId xmlns:a16="http://schemas.microsoft.com/office/drawing/2014/main" id="{F9C3C011-5E0D-4446-817C-D8FF3DF1F73B}"/>
              </a:ext>
            </a:extLst>
          </p:cNvPr>
          <p:cNvCxnSpPr>
            <a:cxnSpLocks/>
            <a:stCxn id="57" idx="2"/>
            <a:endCxn id="56" idx="0"/>
          </p:cNvCxnSpPr>
          <p:nvPr/>
        </p:nvCxnSpPr>
        <p:spPr>
          <a:xfrm flipH="1">
            <a:off x="5133086" y="4254592"/>
            <a:ext cx="1925829"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25" name="Text Placeholder 124">
            <a:extLst>
              <a:ext uri="{FF2B5EF4-FFF2-40B4-BE49-F238E27FC236}">
                <a16:creationId xmlns:a16="http://schemas.microsoft.com/office/drawing/2014/main" id="{593CE74A-2F08-A54B-8BAE-80235AD59EE3}"/>
              </a:ext>
            </a:extLst>
          </p:cNvPr>
          <p:cNvSpPr>
            <a:spLocks noGrp="1"/>
          </p:cNvSpPr>
          <p:nvPr>
            <p:ph type="body" sz="quarter" idx="14" hasCustomPrompt="1"/>
          </p:nvPr>
        </p:nvSpPr>
        <p:spPr>
          <a:xfrm>
            <a:off x="1170355" y="1844726"/>
            <a:ext cx="2815167" cy="499533"/>
          </a:xfrm>
        </p:spPr>
        <p:txBody>
          <a:bodyPr/>
          <a:lstStyle>
            <a:lvl1pPr marL="0" marR="0" indent="0" algn="ctr" defTabSz="609585" rtl="0" eaLnBrk="1" fontAlgn="auto" latinLnBrk="0" hangingPunct="1">
              <a:lnSpc>
                <a:spcPct val="100000"/>
              </a:lnSpc>
              <a:spcBef>
                <a:spcPts val="0"/>
              </a:spcBef>
              <a:spcAft>
                <a:spcPts val="0"/>
              </a:spcAft>
              <a:buClrTx/>
              <a:buSzTx/>
              <a:buFontTx/>
              <a:buNone/>
              <a:tabLst/>
              <a:defRPr/>
            </a:lvl1p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a:ln>
                  <a:noFill/>
                </a:ln>
                <a:solidFill>
                  <a:srgbClr val="616673"/>
                </a:solidFill>
                <a:effectLst/>
                <a:uLnTx/>
                <a:uFillTx/>
                <a:latin typeface="Lato" panose="020F0502020204030203" pitchFamily="34" charset="0"/>
                <a:ea typeface="Lato" panose="020F0502020204030203" pitchFamily="34" charset="0"/>
                <a:cs typeface="Lato" panose="020F0502020204030203" pitchFamily="34" charset="0"/>
              </a:rPr>
              <a:t>Lorem ipsum dolor sit </a:t>
            </a:r>
            <a:r>
              <a:rPr kumimoji="0" lang="en-US" sz="933" b="0" i="0" u="none" strike="noStrike" kern="1200" cap="none" spc="0" normalizeH="0" baseline="0" noProof="0" err="1">
                <a:ln>
                  <a:noFill/>
                </a:ln>
                <a:solidFill>
                  <a:srgbClr val="616673"/>
                </a:solidFill>
                <a:effectLst/>
                <a:uLnTx/>
                <a:uFillTx/>
                <a:latin typeface="Lato" panose="020F0502020204030203" pitchFamily="34" charset="0"/>
                <a:ea typeface="Lato" panose="020F0502020204030203" pitchFamily="34" charset="0"/>
                <a:cs typeface="Lato" panose="020F0502020204030203" pitchFamily="34" charset="0"/>
              </a:rPr>
              <a:t>amet</a:t>
            </a:r>
            <a:r>
              <a:rPr kumimoji="0" lang="en-US" sz="933" b="0" i="0" u="none" strike="noStrike" kern="1200" cap="none" spc="0" normalizeH="0" baseline="0" noProof="0">
                <a:ln>
                  <a:noFill/>
                </a:ln>
                <a:solidFill>
                  <a:srgbClr val="616673"/>
                </a:solidFill>
                <a:effectLst/>
                <a:uLnTx/>
                <a:uFillTx/>
                <a:latin typeface="Lato" panose="020F0502020204030203" pitchFamily="34" charset="0"/>
                <a:ea typeface="Lato" panose="020F0502020204030203" pitchFamily="34" charset="0"/>
                <a:cs typeface="Lato" panose="020F0502020204030203" pitchFamily="34" charset="0"/>
              </a:rPr>
              <a:t>, </a:t>
            </a:r>
            <a:r>
              <a:rPr kumimoji="0" lang="en-US" sz="933" b="0" i="0" u="none" strike="noStrike" kern="1200" cap="none" spc="0" normalizeH="0" baseline="0" noProof="0" err="1">
                <a:ln>
                  <a:noFill/>
                </a:ln>
                <a:solidFill>
                  <a:srgbClr val="616673"/>
                </a:solidFill>
                <a:effectLst/>
                <a:uLnTx/>
                <a:uFillTx/>
                <a:latin typeface="Lato" panose="020F0502020204030203" pitchFamily="34" charset="0"/>
                <a:ea typeface="Lato" panose="020F0502020204030203" pitchFamily="34" charset="0"/>
                <a:cs typeface="Lato" panose="020F0502020204030203" pitchFamily="34" charset="0"/>
              </a:rPr>
              <a:t>consectetur</a:t>
            </a:r>
            <a:r>
              <a:rPr kumimoji="0" lang="en-US" sz="933" b="0" i="0" u="none" strike="noStrike" kern="1200" cap="none" spc="0" normalizeH="0" baseline="0" noProof="0">
                <a:ln>
                  <a:noFill/>
                </a:ln>
                <a:solidFill>
                  <a:srgbClr val="616673"/>
                </a:solidFill>
                <a:effectLst/>
                <a:uLnTx/>
                <a:uFillTx/>
                <a:latin typeface="Lato" panose="020F0502020204030203" pitchFamily="34" charset="0"/>
                <a:ea typeface="Lato" panose="020F0502020204030203" pitchFamily="34" charset="0"/>
                <a:cs typeface="Lato" panose="020F0502020204030203" pitchFamily="34" charset="0"/>
              </a:rPr>
              <a:t> </a:t>
            </a:r>
            <a:br>
              <a:rPr kumimoji="0" lang="en-US" sz="933" b="0" i="0" u="none" strike="noStrike" kern="1200" cap="none" spc="0" normalizeH="0" baseline="0" noProof="0">
                <a:ln>
                  <a:noFill/>
                </a:ln>
                <a:solidFill>
                  <a:srgbClr val="616673"/>
                </a:solidFill>
                <a:effectLst/>
                <a:uLnTx/>
                <a:uFillTx/>
                <a:latin typeface="Lato" panose="020F0502020204030203" pitchFamily="34" charset="0"/>
                <a:ea typeface="Lato" panose="020F0502020204030203" pitchFamily="34" charset="0"/>
                <a:cs typeface="Lato" panose="020F0502020204030203" pitchFamily="34" charset="0"/>
              </a:rPr>
            </a:br>
            <a:r>
              <a:rPr kumimoji="0" lang="en-US" sz="933" b="0" i="0" u="none" strike="noStrike" kern="1200" cap="none" spc="0" normalizeH="0" baseline="0" noProof="0" err="1">
                <a:ln>
                  <a:noFill/>
                </a:ln>
                <a:solidFill>
                  <a:srgbClr val="616673"/>
                </a:solidFill>
                <a:effectLst/>
                <a:uLnTx/>
                <a:uFillTx/>
                <a:latin typeface="Lato" panose="020F0502020204030203" pitchFamily="34" charset="0"/>
                <a:ea typeface="Lato" panose="020F0502020204030203" pitchFamily="34" charset="0"/>
                <a:cs typeface="Lato" panose="020F0502020204030203" pitchFamily="34" charset="0"/>
              </a:rPr>
              <a:t>adipiscing</a:t>
            </a:r>
            <a:r>
              <a:rPr kumimoji="0" lang="en-US" sz="933" b="0" i="0" u="none" strike="noStrike" kern="1200" cap="none" spc="0" normalizeH="0" baseline="0" noProof="0">
                <a:ln>
                  <a:noFill/>
                </a:ln>
                <a:solidFill>
                  <a:srgbClr val="616673"/>
                </a:solidFill>
                <a:effectLst/>
                <a:uLnTx/>
                <a:uFillTx/>
                <a:latin typeface="Lato" panose="020F0502020204030203" pitchFamily="34" charset="0"/>
                <a:ea typeface="Lato" panose="020F0502020204030203" pitchFamily="34" charset="0"/>
                <a:cs typeface="Lato" panose="020F0502020204030203" pitchFamily="34" charset="0"/>
              </a:rPr>
              <a:t> </a:t>
            </a:r>
            <a:r>
              <a:rPr kumimoji="0" lang="en-US" sz="933" b="0" i="0" u="none" strike="noStrike" kern="1200" cap="none" spc="0" normalizeH="0" baseline="0" noProof="0" err="1">
                <a:ln>
                  <a:noFill/>
                </a:ln>
                <a:solidFill>
                  <a:srgbClr val="616673"/>
                </a:solidFill>
                <a:effectLst/>
                <a:uLnTx/>
                <a:uFillTx/>
                <a:latin typeface="Lato" panose="020F0502020204030203" pitchFamily="34" charset="0"/>
                <a:ea typeface="Lato" panose="020F0502020204030203" pitchFamily="34" charset="0"/>
                <a:cs typeface="Lato" panose="020F0502020204030203" pitchFamily="34" charset="0"/>
              </a:rPr>
              <a:t>elit</a:t>
            </a:r>
            <a:r>
              <a:rPr kumimoji="0" lang="en-US" sz="933" b="0" i="0" u="none" strike="noStrike" kern="1200" cap="none" spc="0" normalizeH="0" baseline="0" noProof="0">
                <a:ln>
                  <a:noFill/>
                </a:ln>
                <a:solidFill>
                  <a:srgbClr val="616673"/>
                </a:solidFill>
                <a:effectLst/>
                <a:uLnTx/>
                <a:uFillTx/>
                <a:latin typeface="Lato" panose="020F0502020204030203" pitchFamily="34" charset="0"/>
                <a:ea typeface="Lato" panose="020F0502020204030203" pitchFamily="34" charset="0"/>
                <a:cs typeface="Lato" panose="020F0502020204030203" pitchFamily="34" charset="0"/>
              </a:rPr>
              <a:t>. </a:t>
            </a:r>
          </a:p>
        </p:txBody>
      </p:sp>
      <p:sp>
        <p:nvSpPr>
          <p:cNvPr id="126" name="Text Placeholder 124">
            <a:extLst>
              <a:ext uri="{FF2B5EF4-FFF2-40B4-BE49-F238E27FC236}">
                <a16:creationId xmlns:a16="http://schemas.microsoft.com/office/drawing/2014/main" id="{43FCB582-5FD4-2A41-B7C9-7FE02BCA57A9}"/>
              </a:ext>
            </a:extLst>
          </p:cNvPr>
          <p:cNvSpPr>
            <a:spLocks noGrp="1"/>
          </p:cNvSpPr>
          <p:nvPr>
            <p:ph type="body" sz="quarter" idx="15" hasCustomPrompt="1"/>
          </p:nvPr>
        </p:nvSpPr>
        <p:spPr>
          <a:xfrm>
            <a:off x="4713410" y="1844726"/>
            <a:ext cx="2815167" cy="499533"/>
          </a:xfrm>
        </p:spPr>
        <p:txBody>
          <a:bodyPr/>
          <a:lstStyle>
            <a:lvl1pPr marL="0" marR="0" indent="0" algn="ctr" defTabSz="609585" rtl="0" eaLnBrk="1" fontAlgn="auto" latinLnBrk="0" hangingPunct="1">
              <a:lnSpc>
                <a:spcPct val="100000"/>
              </a:lnSpc>
              <a:spcBef>
                <a:spcPts val="0"/>
              </a:spcBef>
              <a:spcAft>
                <a:spcPts val="0"/>
              </a:spcAft>
              <a:buClrTx/>
              <a:buSzTx/>
              <a:buFontTx/>
              <a:buNone/>
              <a:tabLst/>
              <a:defRPr/>
            </a:lvl1p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a:ln>
                  <a:noFill/>
                </a:ln>
                <a:solidFill>
                  <a:srgbClr val="616673"/>
                </a:solidFill>
                <a:effectLst/>
                <a:uLnTx/>
                <a:uFillTx/>
                <a:latin typeface="Lato" panose="020F0502020204030203" pitchFamily="34" charset="0"/>
                <a:ea typeface="Lato" panose="020F0502020204030203" pitchFamily="34" charset="0"/>
                <a:cs typeface="Lato" panose="020F0502020204030203" pitchFamily="34" charset="0"/>
              </a:rPr>
              <a:t>Lorem ipsum dolor sit </a:t>
            </a:r>
            <a:r>
              <a:rPr kumimoji="0" lang="en-US" sz="933" b="0" i="0" u="none" strike="noStrike" kern="1200" cap="none" spc="0" normalizeH="0" baseline="0" noProof="0" err="1">
                <a:ln>
                  <a:noFill/>
                </a:ln>
                <a:solidFill>
                  <a:srgbClr val="616673"/>
                </a:solidFill>
                <a:effectLst/>
                <a:uLnTx/>
                <a:uFillTx/>
                <a:latin typeface="Lato" panose="020F0502020204030203" pitchFamily="34" charset="0"/>
                <a:ea typeface="Lato" panose="020F0502020204030203" pitchFamily="34" charset="0"/>
                <a:cs typeface="Lato" panose="020F0502020204030203" pitchFamily="34" charset="0"/>
              </a:rPr>
              <a:t>amet</a:t>
            </a:r>
            <a:r>
              <a:rPr kumimoji="0" lang="en-US" sz="933" b="0" i="0" u="none" strike="noStrike" kern="1200" cap="none" spc="0" normalizeH="0" baseline="0" noProof="0">
                <a:ln>
                  <a:noFill/>
                </a:ln>
                <a:solidFill>
                  <a:srgbClr val="616673"/>
                </a:solidFill>
                <a:effectLst/>
                <a:uLnTx/>
                <a:uFillTx/>
                <a:latin typeface="Lato" panose="020F0502020204030203" pitchFamily="34" charset="0"/>
                <a:ea typeface="Lato" panose="020F0502020204030203" pitchFamily="34" charset="0"/>
                <a:cs typeface="Lato" panose="020F0502020204030203" pitchFamily="34" charset="0"/>
              </a:rPr>
              <a:t>, </a:t>
            </a:r>
            <a:r>
              <a:rPr kumimoji="0" lang="en-US" sz="933" b="0" i="0" u="none" strike="noStrike" kern="1200" cap="none" spc="0" normalizeH="0" baseline="0" noProof="0" err="1">
                <a:ln>
                  <a:noFill/>
                </a:ln>
                <a:solidFill>
                  <a:srgbClr val="616673"/>
                </a:solidFill>
                <a:effectLst/>
                <a:uLnTx/>
                <a:uFillTx/>
                <a:latin typeface="Lato" panose="020F0502020204030203" pitchFamily="34" charset="0"/>
                <a:ea typeface="Lato" panose="020F0502020204030203" pitchFamily="34" charset="0"/>
                <a:cs typeface="Lato" panose="020F0502020204030203" pitchFamily="34" charset="0"/>
              </a:rPr>
              <a:t>consectetur</a:t>
            </a:r>
            <a:r>
              <a:rPr kumimoji="0" lang="en-US" sz="933" b="0" i="0" u="none" strike="noStrike" kern="1200" cap="none" spc="0" normalizeH="0" baseline="0" noProof="0">
                <a:ln>
                  <a:noFill/>
                </a:ln>
                <a:solidFill>
                  <a:srgbClr val="616673"/>
                </a:solidFill>
                <a:effectLst/>
                <a:uLnTx/>
                <a:uFillTx/>
                <a:latin typeface="Lato" panose="020F0502020204030203" pitchFamily="34" charset="0"/>
                <a:ea typeface="Lato" panose="020F0502020204030203" pitchFamily="34" charset="0"/>
                <a:cs typeface="Lato" panose="020F0502020204030203" pitchFamily="34" charset="0"/>
              </a:rPr>
              <a:t> </a:t>
            </a:r>
            <a:br>
              <a:rPr kumimoji="0" lang="en-US" sz="933" b="0" i="0" u="none" strike="noStrike" kern="1200" cap="none" spc="0" normalizeH="0" baseline="0" noProof="0">
                <a:ln>
                  <a:noFill/>
                </a:ln>
                <a:solidFill>
                  <a:srgbClr val="616673"/>
                </a:solidFill>
                <a:effectLst/>
                <a:uLnTx/>
                <a:uFillTx/>
                <a:latin typeface="Lato" panose="020F0502020204030203" pitchFamily="34" charset="0"/>
                <a:ea typeface="Lato" panose="020F0502020204030203" pitchFamily="34" charset="0"/>
                <a:cs typeface="Lato" panose="020F0502020204030203" pitchFamily="34" charset="0"/>
              </a:rPr>
            </a:br>
            <a:r>
              <a:rPr kumimoji="0" lang="en-US" sz="933" b="0" i="0" u="none" strike="noStrike" kern="1200" cap="none" spc="0" normalizeH="0" baseline="0" noProof="0" err="1">
                <a:ln>
                  <a:noFill/>
                </a:ln>
                <a:solidFill>
                  <a:srgbClr val="616673"/>
                </a:solidFill>
                <a:effectLst/>
                <a:uLnTx/>
                <a:uFillTx/>
                <a:latin typeface="Lato" panose="020F0502020204030203" pitchFamily="34" charset="0"/>
                <a:ea typeface="Lato" panose="020F0502020204030203" pitchFamily="34" charset="0"/>
                <a:cs typeface="Lato" panose="020F0502020204030203" pitchFamily="34" charset="0"/>
              </a:rPr>
              <a:t>adipiscing</a:t>
            </a:r>
            <a:r>
              <a:rPr kumimoji="0" lang="en-US" sz="933" b="0" i="0" u="none" strike="noStrike" kern="1200" cap="none" spc="0" normalizeH="0" baseline="0" noProof="0">
                <a:ln>
                  <a:noFill/>
                </a:ln>
                <a:solidFill>
                  <a:srgbClr val="616673"/>
                </a:solidFill>
                <a:effectLst/>
                <a:uLnTx/>
                <a:uFillTx/>
                <a:latin typeface="Lato" panose="020F0502020204030203" pitchFamily="34" charset="0"/>
                <a:ea typeface="Lato" panose="020F0502020204030203" pitchFamily="34" charset="0"/>
                <a:cs typeface="Lato" panose="020F0502020204030203" pitchFamily="34" charset="0"/>
              </a:rPr>
              <a:t> </a:t>
            </a:r>
            <a:r>
              <a:rPr kumimoji="0" lang="en-US" sz="933" b="0" i="0" u="none" strike="noStrike" kern="1200" cap="none" spc="0" normalizeH="0" baseline="0" noProof="0" err="1">
                <a:ln>
                  <a:noFill/>
                </a:ln>
                <a:solidFill>
                  <a:srgbClr val="616673"/>
                </a:solidFill>
                <a:effectLst/>
                <a:uLnTx/>
                <a:uFillTx/>
                <a:latin typeface="Lato" panose="020F0502020204030203" pitchFamily="34" charset="0"/>
                <a:ea typeface="Lato" panose="020F0502020204030203" pitchFamily="34" charset="0"/>
                <a:cs typeface="Lato" panose="020F0502020204030203" pitchFamily="34" charset="0"/>
              </a:rPr>
              <a:t>elit</a:t>
            </a:r>
            <a:r>
              <a:rPr kumimoji="0" lang="en-US" sz="933" b="0" i="0" u="none" strike="noStrike" kern="1200" cap="none" spc="0" normalizeH="0" baseline="0" noProof="0">
                <a:ln>
                  <a:noFill/>
                </a:ln>
                <a:solidFill>
                  <a:srgbClr val="616673"/>
                </a:solidFill>
                <a:effectLst/>
                <a:uLnTx/>
                <a:uFillTx/>
                <a:latin typeface="Lato" panose="020F0502020204030203" pitchFamily="34" charset="0"/>
                <a:ea typeface="Lato" panose="020F0502020204030203" pitchFamily="34" charset="0"/>
                <a:cs typeface="Lato" panose="020F0502020204030203" pitchFamily="34" charset="0"/>
              </a:rPr>
              <a:t>. </a:t>
            </a:r>
          </a:p>
        </p:txBody>
      </p:sp>
      <p:sp>
        <p:nvSpPr>
          <p:cNvPr id="127" name="Text Placeholder 124">
            <a:extLst>
              <a:ext uri="{FF2B5EF4-FFF2-40B4-BE49-F238E27FC236}">
                <a16:creationId xmlns:a16="http://schemas.microsoft.com/office/drawing/2014/main" id="{866E661C-3AEC-DE43-B733-FD93180A6EC5}"/>
              </a:ext>
            </a:extLst>
          </p:cNvPr>
          <p:cNvSpPr>
            <a:spLocks noGrp="1"/>
          </p:cNvSpPr>
          <p:nvPr>
            <p:ph type="body" sz="quarter" idx="16" hasCustomPrompt="1"/>
          </p:nvPr>
        </p:nvSpPr>
        <p:spPr>
          <a:xfrm>
            <a:off x="8241439" y="1844726"/>
            <a:ext cx="2815167" cy="499533"/>
          </a:xfrm>
        </p:spPr>
        <p:txBody>
          <a:bodyPr/>
          <a:lstStyle>
            <a:lvl1pPr marL="0" marR="0" indent="0" algn="ctr" defTabSz="609585" rtl="0" eaLnBrk="1" fontAlgn="auto" latinLnBrk="0" hangingPunct="1">
              <a:lnSpc>
                <a:spcPct val="100000"/>
              </a:lnSpc>
              <a:spcBef>
                <a:spcPts val="0"/>
              </a:spcBef>
              <a:spcAft>
                <a:spcPts val="0"/>
              </a:spcAft>
              <a:buClrTx/>
              <a:buSzTx/>
              <a:buFontTx/>
              <a:buNone/>
              <a:tabLst/>
              <a:defRPr/>
            </a:lvl1p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a:ln>
                  <a:noFill/>
                </a:ln>
                <a:solidFill>
                  <a:srgbClr val="616673"/>
                </a:solidFill>
                <a:effectLst/>
                <a:uLnTx/>
                <a:uFillTx/>
                <a:latin typeface="Lato" panose="020F0502020204030203" pitchFamily="34" charset="0"/>
                <a:ea typeface="Lato" panose="020F0502020204030203" pitchFamily="34" charset="0"/>
                <a:cs typeface="Lato" panose="020F0502020204030203" pitchFamily="34" charset="0"/>
              </a:rPr>
              <a:t>Lorem ipsum dolor sit </a:t>
            </a:r>
            <a:r>
              <a:rPr kumimoji="0" lang="en-US" sz="933" b="0" i="0" u="none" strike="noStrike" kern="1200" cap="none" spc="0" normalizeH="0" baseline="0" noProof="0" err="1">
                <a:ln>
                  <a:noFill/>
                </a:ln>
                <a:solidFill>
                  <a:srgbClr val="616673"/>
                </a:solidFill>
                <a:effectLst/>
                <a:uLnTx/>
                <a:uFillTx/>
                <a:latin typeface="Lato" panose="020F0502020204030203" pitchFamily="34" charset="0"/>
                <a:ea typeface="Lato" panose="020F0502020204030203" pitchFamily="34" charset="0"/>
                <a:cs typeface="Lato" panose="020F0502020204030203" pitchFamily="34" charset="0"/>
              </a:rPr>
              <a:t>amet</a:t>
            </a:r>
            <a:r>
              <a:rPr kumimoji="0" lang="en-US" sz="933" b="0" i="0" u="none" strike="noStrike" kern="1200" cap="none" spc="0" normalizeH="0" baseline="0" noProof="0">
                <a:ln>
                  <a:noFill/>
                </a:ln>
                <a:solidFill>
                  <a:srgbClr val="616673"/>
                </a:solidFill>
                <a:effectLst/>
                <a:uLnTx/>
                <a:uFillTx/>
                <a:latin typeface="Lato" panose="020F0502020204030203" pitchFamily="34" charset="0"/>
                <a:ea typeface="Lato" panose="020F0502020204030203" pitchFamily="34" charset="0"/>
                <a:cs typeface="Lato" panose="020F0502020204030203" pitchFamily="34" charset="0"/>
              </a:rPr>
              <a:t>, </a:t>
            </a:r>
            <a:r>
              <a:rPr kumimoji="0" lang="en-US" sz="933" b="0" i="0" u="none" strike="noStrike" kern="1200" cap="none" spc="0" normalizeH="0" baseline="0" noProof="0" err="1">
                <a:ln>
                  <a:noFill/>
                </a:ln>
                <a:solidFill>
                  <a:srgbClr val="616673"/>
                </a:solidFill>
                <a:effectLst/>
                <a:uLnTx/>
                <a:uFillTx/>
                <a:latin typeface="Lato" panose="020F0502020204030203" pitchFamily="34" charset="0"/>
                <a:ea typeface="Lato" panose="020F0502020204030203" pitchFamily="34" charset="0"/>
                <a:cs typeface="Lato" panose="020F0502020204030203" pitchFamily="34" charset="0"/>
              </a:rPr>
              <a:t>consectetur</a:t>
            </a:r>
            <a:r>
              <a:rPr kumimoji="0" lang="en-US" sz="933" b="0" i="0" u="none" strike="noStrike" kern="1200" cap="none" spc="0" normalizeH="0" baseline="0" noProof="0">
                <a:ln>
                  <a:noFill/>
                </a:ln>
                <a:solidFill>
                  <a:srgbClr val="616673"/>
                </a:solidFill>
                <a:effectLst/>
                <a:uLnTx/>
                <a:uFillTx/>
                <a:latin typeface="Lato" panose="020F0502020204030203" pitchFamily="34" charset="0"/>
                <a:ea typeface="Lato" panose="020F0502020204030203" pitchFamily="34" charset="0"/>
                <a:cs typeface="Lato" panose="020F0502020204030203" pitchFamily="34" charset="0"/>
              </a:rPr>
              <a:t> </a:t>
            </a:r>
            <a:br>
              <a:rPr kumimoji="0" lang="en-US" sz="933" b="0" i="0" u="none" strike="noStrike" kern="1200" cap="none" spc="0" normalizeH="0" baseline="0" noProof="0">
                <a:ln>
                  <a:noFill/>
                </a:ln>
                <a:solidFill>
                  <a:srgbClr val="616673"/>
                </a:solidFill>
                <a:effectLst/>
                <a:uLnTx/>
                <a:uFillTx/>
                <a:latin typeface="Lato" panose="020F0502020204030203" pitchFamily="34" charset="0"/>
                <a:ea typeface="Lato" panose="020F0502020204030203" pitchFamily="34" charset="0"/>
                <a:cs typeface="Lato" panose="020F0502020204030203" pitchFamily="34" charset="0"/>
              </a:rPr>
            </a:br>
            <a:r>
              <a:rPr kumimoji="0" lang="en-US" sz="933" b="0" i="0" u="none" strike="noStrike" kern="1200" cap="none" spc="0" normalizeH="0" baseline="0" noProof="0" err="1">
                <a:ln>
                  <a:noFill/>
                </a:ln>
                <a:solidFill>
                  <a:srgbClr val="616673"/>
                </a:solidFill>
                <a:effectLst/>
                <a:uLnTx/>
                <a:uFillTx/>
                <a:latin typeface="Lato" panose="020F0502020204030203" pitchFamily="34" charset="0"/>
                <a:ea typeface="Lato" panose="020F0502020204030203" pitchFamily="34" charset="0"/>
                <a:cs typeface="Lato" panose="020F0502020204030203" pitchFamily="34" charset="0"/>
              </a:rPr>
              <a:t>adipiscing</a:t>
            </a:r>
            <a:r>
              <a:rPr kumimoji="0" lang="en-US" sz="933" b="0" i="0" u="none" strike="noStrike" kern="1200" cap="none" spc="0" normalizeH="0" baseline="0" noProof="0">
                <a:ln>
                  <a:noFill/>
                </a:ln>
                <a:solidFill>
                  <a:srgbClr val="616673"/>
                </a:solidFill>
                <a:effectLst/>
                <a:uLnTx/>
                <a:uFillTx/>
                <a:latin typeface="Lato" panose="020F0502020204030203" pitchFamily="34" charset="0"/>
                <a:ea typeface="Lato" panose="020F0502020204030203" pitchFamily="34" charset="0"/>
                <a:cs typeface="Lato" panose="020F0502020204030203" pitchFamily="34" charset="0"/>
              </a:rPr>
              <a:t> </a:t>
            </a:r>
            <a:r>
              <a:rPr kumimoji="0" lang="en-US" sz="933" b="0" i="0" u="none" strike="noStrike" kern="1200" cap="none" spc="0" normalizeH="0" baseline="0" noProof="0" err="1">
                <a:ln>
                  <a:noFill/>
                </a:ln>
                <a:solidFill>
                  <a:srgbClr val="616673"/>
                </a:solidFill>
                <a:effectLst/>
                <a:uLnTx/>
                <a:uFillTx/>
                <a:latin typeface="Lato" panose="020F0502020204030203" pitchFamily="34" charset="0"/>
                <a:ea typeface="Lato" panose="020F0502020204030203" pitchFamily="34" charset="0"/>
                <a:cs typeface="Lato" panose="020F0502020204030203" pitchFamily="34" charset="0"/>
              </a:rPr>
              <a:t>elit</a:t>
            </a:r>
            <a:r>
              <a:rPr kumimoji="0" lang="en-US" sz="933" b="0" i="0" u="none" strike="noStrike" kern="1200" cap="none" spc="0" normalizeH="0" baseline="0" noProof="0">
                <a:ln>
                  <a:noFill/>
                </a:ln>
                <a:solidFill>
                  <a:srgbClr val="616673"/>
                </a:solidFill>
                <a:effectLst/>
                <a:uLnTx/>
                <a:uFillTx/>
                <a:latin typeface="Lato" panose="020F0502020204030203" pitchFamily="34" charset="0"/>
                <a:ea typeface="Lato" panose="020F0502020204030203" pitchFamily="34" charset="0"/>
                <a:cs typeface="Lato" panose="020F0502020204030203" pitchFamily="34" charset="0"/>
              </a:rPr>
              <a:t>. </a:t>
            </a:r>
          </a:p>
        </p:txBody>
      </p:sp>
      <p:sp>
        <p:nvSpPr>
          <p:cNvPr id="129" name="Text Placeholder 128">
            <a:extLst>
              <a:ext uri="{FF2B5EF4-FFF2-40B4-BE49-F238E27FC236}">
                <a16:creationId xmlns:a16="http://schemas.microsoft.com/office/drawing/2014/main" id="{8163A249-7A80-5249-945D-44E082B3AB86}"/>
              </a:ext>
            </a:extLst>
          </p:cNvPr>
          <p:cNvSpPr>
            <a:spLocks noGrp="1"/>
          </p:cNvSpPr>
          <p:nvPr>
            <p:ph type="body" sz="quarter" idx="17" hasCustomPrompt="1"/>
          </p:nvPr>
        </p:nvSpPr>
        <p:spPr>
          <a:xfrm>
            <a:off x="2027635" y="3756241"/>
            <a:ext cx="1162051" cy="256116"/>
          </a:xfrm>
        </p:spPr>
        <p:txBody>
          <a:bodyPr/>
          <a:lstStyle>
            <a:lvl1pPr marL="0" marR="0" indent="0" algn="ctr" defTabSz="609585" rtl="0" eaLnBrk="1" fontAlgn="auto" latinLnBrk="0" hangingPunct="1">
              <a:lnSpc>
                <a:spcPct val="100000"/>
              </a:lnSpc>
              <a:spcBef>
                <a:spcPts val="0"/>
              </a:spcBef>
              <a:spcAft>
                <a:spcPts val="0"/>
              </a:spcAft>
              <a:buClrTx/>
              <a:buSzTx/>
              <a:buFontTx/>
              <a:buNone/>
              <a:tabLst/>
              <a:defRPr/>
            </a:lvl1p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rPr>
              <a:t>Lorem Ipsum</a:t>
            </a:r>
          </a:p>
        </p:txBody>
      </p:sp>
      <p:sp>
        <p:nvSpPr>
          <p:cNvPr id="131" name="Text Placeholder 128">
            <a:extLst>
              <a:ext uri="{FF2B5EF4-FFF2-40B4-BE49-F238E27FC236}">
                <a16:creationId xmlns:a16="http://schemas.microsoft.com/office/drawing/2014/main" id="{3F1A5C90-4B0F-8647-8B57-C0473AA5B4FB}"/>
              </a:ext>
            </a:extLst>
          </p:cNvPr>
          <p:cNvSpPr>
            <a:spLocks noGrp="1"/>
          </p:cNvSpPr>
          <p:nvPr>
            <p:ph type="body" sz="quarter" idx="18" hasCustomPrompt="1"/>
          </p:nvPr>
        </p:nvSpPr>
        <p:spPr>
          <a:xfrm>
            <a:off x="9062653" y="3745433"/>
            <a:ext cx="1162051" cy="256116"/>
          </a:xfrm>
        </p:spPr>
        <p:txBody>
          <a:bodyPr/>
          <a:lstStyle>
            <a:lvl1pPr marL="0" marR="0" indent="0" algn="ctr" defTabSz="609585" rtl="0" eaLnBrk="1" fontAlgn="auto" latinLnBrk="0" hangingPunct="1">
              <a:lnSpc>
                <a:spcPct val="100000"/>
              </a:lnSpc>
              <a:spcBef>
                <a:spcPts val="0"/>
              </a:spcBef>
              <a:spcAft>
                <a:spcPts val="0"/>
              </a:spcAft>
              <a:buClrTx/>
              <a:buSzTx/>
              <a:buFontTx/>
              <a:buNone/>
              <a:tabLst/>
              <a:defRPr/>
            </a:lvl1p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rPr>
              <a:t>Lorem Ipsum</a:t>
            </a:r>
          </a:p>
        </p:txBody>
      </p:sp>
      <p:sp>
        <p:nvSpPr>
          <p:cNvPr id="132" name="Text Placeholder 128">
            <a:extLst>
              <a:ext uri="{FF2B5EF4-FFF2-40B4-BE49-F238E27FC236}">
                <a16:creationId xmlns:a16="http://schemas.microsoft.com/office/drawing/2014/main" id="{00DA4924-C406-B947-8FDA-28FF9F3B87F9}"/>
              </a:ext>
            </a:extLst>
          </p:cNvPr>
          <p:cNvSpPr>
            <a:spLocks noGrp="1"/>
          </p:cNvSpPr>
          <p:nvPr>
            <p:ph type="body" sz="quarter" idx="19" hasCustomPrompt="1"/>
          </p:nvPr>
        </p:nvSpPr>
        <p:spPr>
          <a:xfrm>
            <a:off x="9062653" y="4488369"/>
            <a:ext cx="1162051" cy="256116"/>
          </a:xfrm>
        </p:spPr>
        <p:txBody>
          <a:bodyPr/>
          <a:lstStyle>
            <a:lvl1pPr marL="0" marR="0" indent="0" algn="ctr" defTabSz="609585" rtl="0" eaLnBrk="1" fontAlgn="auto" latinLnBrk="0" hangingPunct="1">
              <a:lnSpc>
                <a:spcPct val="100000"/>
              </a:lnSpc>
              <a:spcBef>
                <a:spcPts val="0"/>
              </a:spcBef>
              <a:spcAft>
                <a:spcPts val="0"/>
              </a:spcAft>
              <a:buClrTx/>
              <a:buSzTx/>
              <a:buFontTx/>
              <a:buNone/>
              <a:tabLst/>
              <a:defRPr/>
            </a:lvl1p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rPr>
              <a:t>Lorem Ipsum</a:t>
            </a:r>
          </a:p>
        </p:txBody>
      </p:sp>
      <p:sp>
        <p:nvSpPr>
          <p:cNvPr id="133" name="Text Placeholder 128">
            <a:extLst>
              <a:ext uri="{FF2B5EF4-FFF2-40B4-BE49-F238E27FC236}">
                <a16:creationId xmlns:a16="http://schemas.microsoft.com/office/drawing/2014/main" id="{4C878F7E-B722-CB48-8625-5E5FCB96DDD5}"/>
              </a:ext>
            </a:extLst>
          </p:cNvPr>
          <p:cNvSpPr>
            <a:spLocks noGrp="1"/>
          </p:cNvSpPr>
          <p:nvPr>
            <p:ph type="body" sz="quarter" idx="20" hasCustomPrompt="1"/>
          </p:nvPr>
        </p:nvSpPr>
        <p:spPr>
          <a:xfrm>
            <a:off x="2027635" y="4519665"/>
            <a:ext cx="1162051" cy="256116"/>
          </a:xfrm>
        </p:spPr>
        <p:txBody>
          <a:bodyPr/>
          <a:lstStyle>
            <a:lvl1pPr marL="0" marR="0" indent="0" algn="ctr" defTabSz="609585" rtl="0" eaLnBrk="1" fontAlgn="auto" latinLnBrk="0" hangingPunct="1">
              <a:lnSpc>
                <a:spcPct val="100000"/>
              </a:lnSpc>
              <a:spcBef>
                <a:spcPts val="0"/>
              </a:spcBef>
              <a:spcAft>
                <a:spcPts val="0"/>
              </a:spcAft>
              <a:buClrTx/>
              <a:buSzTx/>
              <a:buFontTx/>
              <a:buNone/>
              <a:tabLst/>
              <a:defRPr/>
            </a:lvl1pPr>
          </a:lstStyle>
          <a:p>
            <a:pPr lvl="0" algn="ctr"/>
            <a:r>
              <a:rPr lang="en-US" sz="1200">
                <a:solidFill>
                  <a:schemeClr val="accent6"/>
                </a:solidFill>
                <a:latin typeface="Lato" panose="020F0502020204030203" pitchFamily="34" charset="0"/>
                <a:ea typeface="Lato" panose="020F0502020204030203" pitchFamily="34" charset="0"/>
                <a:cs typeface="Lato" panose="020F0502020204030203" pitchFamily="34" charset="0"/>
              </a:rPr>
              <a:t>Lorem </a:t>
            </a:r>
            <a:r>
              <a:rPr lang="en-US" sz="1200" err="1">
                <a:solidFill>
                  <a:schemeClr val="accent6"/>
                </a:solidFill>
                <a:latin typeface="Lato" panose="020F0502020204030203" pitchFamily="34" charset="0"/>
                <a:ea typeface="Lato" panose="020F0502020204030203" pitchFamily="34" charset="0"/>
                <a:cs typeface="Lato" panose="020F0502020204030203" pitchFamily="34" charset="0"/>
              </a:rPr>
              <a:t>Ispum</a:t>
            </a:r>
            <a:endParaRPr lang="en-US" sz="1200">
              <a:solidFill>
                <a:schemeClr val="accent6"/>
              </a:solidFill>
              <a:latin typeface="Lato" panose="020F0502020204030203" pitchFamily="34" charset="0"/>
              <a:ea typeface="Lato" panose="020F0502020204030203" pitchFamily="34" charset="0"/>
              <a:cs typeface="Lato" panose="020F0502020204030203" pitchFamily="34" charset="0"/>
            </a:endParaRPr>
          </a:p>
        </p:txBody>
      </p:sp>
      <p:sp>
        <p:nvSpPr>
          <p:cNvPr id="134" name="Text Placeholder 128">
            <a:extLst>
              <a:ext uri="{FF2B5EF4-FFF2-40B4-BE49-F238E27FC236}">
                <a16:creationId xmlns:a16="http://schemas.microsoft.com/office/drawing/2014/main" id="{13F552BF-028D-2643-BFD8-C5517EB1C71E}"/>
              </a:ext>
            </a:extLst>
          </p:cNvPr>
          <p:cNvSpPr>
            <a:spLocks noGrp="1"/>
          </p:cNvSpPr>
          <p:nvPr>
            <p:ph type="body" sz="quarter" idx="21" hasCustomPrompt="1"/>
          </p:nvPr>
        </p:nvSpPr>
        <p:spPr>
          <a:xfrm>
            <a:off x="5514319" y="4519665"/>
            <a:ext cx="1162051" cy="256116"/>
          </a:xfrm>
        </p:spPr>
        <p:txBody>
          <a:bodyPr/>
          <a:lstStyle>
            <a:lvl1pPr marL="0" marR="0" indent="0" algn="ctr" defTabSz="609585" rtl="0" eaLnBrk="1" fontAlgn="auto" latinLnBrk="0" hangingPunct="1">
              <a:lnSpc>
                <a:spcPct val="100000"/>
              </a:lnSpc>
              <a:spcBef>
                <a:spcPts val="0"/>
              </a:spcBef>
              <a:spcAft>
                <a:spcPts val="0"/>
              </a:spcAft>
              <a:buClrTx/>
              <a:buSzTx/>
              <a:buFontTx/>
              <a:buNone/>
              <a:tabLst/>
              <a:defRPr/>
            </a:lvl1pPr>
          </a:lstStyle>
          <a:p>
            <a:pPr lvl="0" algn="ctr"/>
            <a:r>
              <a:rPr lang="en-US" sz="1200">
                <a:solidFill>
                  <a:schemeClr val="accent6"/>
                </a:solidFill>
                <a:latin typeface="Lato" panose="020F0502020204030203" pitchFamily="34" charset="0"/>
                <a:ea typeface="Lato" panose="020F0502020204030203" pitchFamily="34" charset="0"/>
                <a:cs typeface="Lato" panose="020F0502020204030203" pitchFamily="34" charset="0"/>
              </a:rPr>
              <a:t>Lorem </a:t>
            </a:r>
            <a:r>
              <a:rPr lang="en-US" sz="1200" err="1">
                <a:solidFill>
                  <a:schemeClr val="accent6"/>
                </a:solidFill>
                <a:latin typeface="Lato" panose="020F0502020204030203" pitchFamily="34" charset="0"/>
                <a:ea typeface="Lato" panose="020F0502020204030203" pitchFamily="34" charset="0"/>
                <a:cs typeface="Lato" panose="020F0502020204030203" pitchFamily="34" charset="0"/>
              </a:rPr>
              <a:t>Ispum</a:t>
            </a:r>
            <a:endParaRPr lang="en-US" sz="1200">
              <a:solidFill>
                <a:schemeClr val="accent6"/>
              </a:solidFill>
              <a:latin typeface="Lato" panose="020F0502020204030203" pitchFamily="34" charset="0"/>
              <a:ea typeface="Lato" panose="020F0502020204030203" pitchFamily="34" charset="0"/>
              <a:cs typeface="Lato" panose="020F0502020204030203" pitchFamily="34" charset="0"/>
            </a:endParaRPr>
          </a:p>
        </p:txBody>
      </p:sp>
      <p:sp>
        <p:nvSpPr>
          <p:cNvPr id="135" name="Text Placeholder 128">
            <a:extLst>
              <a:ext uri="{FF2B5EF4-FFF2-40B4-BE49-F238E27FC236}">
                <a16:creationId xmlns:a16="http://schemas.microsoft.com/office/drawing/2014/main" id="{82F09188-652E-8843-8AF2-1E662786BE29}"/>
              </a:ext>
            </a:extLst>
          </p:cNvPr>
          <p:cNvSpPr>
            <a:spLocks noGrp="1"/>
          </p:cNvSpPr>
          <p:nvPr>
            <p:ph type="body" sz="quarter" idx="22" hasCustomPrompt="1"/>
          </p:nvPr>
        </p:nvSpPr>
        <p:spPr>
          <a:xfrm>
            <a:off x="5514319" y="3779030"/>
            <a:ext cx="1162051" cy="256116"/>
          </a:xfrm>
        </p:spPr>
        <p:txBody>
          <a:bodyPr/>
          <a:lstStyle>
            <a:lvl1pPr marL="0" marR="0" indent="0" algn="ctr" defTabSz="609585" rtl="0" eaLnBrk="1" fontAlgn="auto" latinLnBrk="0" hangingPunct="1">
              <a:lnSpc>
                <a:spcPct val="100000"/>
              </a:lnSpc>
              <a:spcBef>
                <a:spcPts val="0"/>
              </a:spcBef>
              <a:spcAft>
                <a:spcPts val="0"/>
              </a:spcAft>
              <a:buClrTx/>
              <a:buSzTx/>
              <a:buFontTx/>
              <a:buNone/>
              <a:tabLst/>
              <a:defRPr/>
            </a:lvl1pPr>
          </a:lstStyle>
          <a:p>
            <a:pPr lvl="0" algn="ctr"/>
            <a:r>
              <a:rPr lang="en-US" sz="1200">
                <a:solidFill>
                  <a:schemeClr val="accent6"/>
                </a:solidFill>
                <a:latin typeface="Lato" panose="020F0502020204030203" pitchFamily="34" charset="0"/>
                <a:ea typeface="Lato" panose="020F0502020204030203" pitchFamily="34" charset="0"/>
                <a:cs typeface="Lato" panose="020F0502020204030203" pitchFamily="34" charset="0"/>
              </a:rPr>
              <a:t>Lorem </a:t>
            </a:r>
            <a:r>
              <a:rPr lang="en-US" sz="1200" err="1">
                <a:solidFill>
                  <a:schemeClr val="accent6"/>
                </a:solidFill>
                <a:latin typeface="Lato" panose="020F0502020204030203" pitchFamily="34" charset="0"/>
                <a:ea typeface="Lato" panose="020F0502020204030203" pitchFamily="34" charset="0"/>
                <a:cs typeface="Lato" panose="020F0502020204030203" pitchFamily="34" charset="0"/>
              </a:rPr>
              <a:t>Ispum</a:t>
            </a:r>
            <a:endParaRPr lang="en-US" sz="1200">
              <a:solidFill>
                <a:schemeClr val="accent6"/>
              </a:solidFill>
              <a:latin typeface="Lato" panose="020F0502020204030203" pitchFamily="34" charset="0"/>
              <a:ea typeface="Lato" panose="020F0502020204030203" pitchFamily="34" charset="0"/>
              <a:cs typeface="Lato" panose="020F0502020204030203" pitchFamily="34" charset="0"/>
            </a:endParaRPr>
          </a:p>
        </p:txBody>
      </p:sp>
      <p:sp>
        <p:nvSpPr>
          <p:cNvPr id="137" name="Text Placeholder 136">
            <a:extLst>
              <a:ext uri="{FF2B5EF4-FFF2-40B4-BE49-F238E27FC236}">
                <a16:creationId xmlns:a16="http://schemas.microsoft.com/office/drawing/2014/main" id="{20524FB5-BF7F-6842-B916-3EB6B733136E}"/>
              </a:ext>
            </a:extLst>
          </p:cNvPr>
          <p:cNvSpPr>
            <a:spLocks noGrp="1"/>
          </p:cNvSpPr>
          <p:nvPr>
            <p:ph type="body" sz="quarter" idx="23" hasCustomPrompt="1"/>
          </p:nvPr>
        </p:nvSpPr>
        <p:spPr>
          <a:xfrm>
            <a:off x="1773523" y="2994723"/>
            <a:ext cx="748733" cy="181008"/>
          </a:xfrm>
        </p:spPr>
        <p:txBody>
          <a:bodyPr>
            <a:normAutofit/>
          </a:bodyPr>
          <a:lstStyle>
            <a:lvl1pPr>
              <a:defRPr sz="933">
                <a:solidFill>
                  <a:schemeClr val="bg1"/>
                </a:solidFill>
              </a:defRPr>
            </a:lvl1pPr>
          </a:lstStyle>
          <a:p>
            <a:pPr lvl="0"/>
            <a:r>
              <a:rPr lang="en-US"/>
              <a:t>Lorem Ipsum</a:t>
            </a:r>
          </a:p>
        </p:txBody>
      </p:sp>
      <p:sp>
        <p:nvSpPr>
          <p:cNvPr id="138" name="Text Placeholder 136">
            <a:extLst>
              <a:ext uri="{FF2B5EF4-FFF2-40B4-BE49-F238E27FC236}">
                <a16:creationId xmlns:a16="http://schemas.microsoft.com/office/drawing/2014/main" id="{53DF779C-5F04-2747-A6AB-7CC3B651CB0B}"/>
              </a:ext>
            </a:extLst>
          </p:cNvPr>
          <p:cNvSpPr>
            <a:spLocks noGrp="1"/>
          </p:cNvSpPr>
          <p:nvPr>
            <p:ph type="body" sz="quarter" idx="24" hasCustomPrompt="1"/>
          </p:nvPr>
        </p:nvSpPr>
        <p:spPr>
          <a:xfrm>
            <a:off x="2685074" y="2994723"/>
            <a:ext cx="748733" cy="181008"/>
          </a:xfrm>
        </p:spPr>
        <p:txBody>
          <a:bodyPr>
            <a:normAutofit/>
          </a:bodyPr>
          <a:lstStyle>
            <a:lvl1pPr>
              <a:defRPr sz="933">
                <a:solidFill>
                  <a:schemeClr val="bg1"/>
                </a:solidFill>
              </a:defRPr>
            </a:lvl1pPr>
          </a:lstStyle>
          <a:p>
            <a:pPr lvl="0"/>
            <a:r>
              <a:rPr lang="en-US"/>
              <a:t>Lorem Ipsum</a:t>
            </a:r>
          </a:p>
        </p:txBody>
      </p:sp>
      <p:sp>
        <p:nvSpPr>
          <p:cNvPr id="139" name="Text Placeholder 136">
            <a:extLst>
              <a:ext uri="{FF2B5EF4-FFF2-40B4-BE49-F238E27FC236}">
                <a16:creationId xmlns:a16="http://schemas.microsoft.com/office/drawing/2014/main" id="{4E11A2C0-3746-2045-ACE8-25DA128195B3}"/>
              </a:ext>
            </a:extLst>
          </p:cNvPr>
          <p:cNvSpPr>
            <a:spLocks noGrp="1"/>
          </p:cNvSpPr>
          <p:nvPr>
            <p:ph type="body" sz="quarter" idx="25" hasCustomPrompt="1"/>
          </p:nvPr>
        </p:nvSpPr>
        <p:spPr>
          <a:xfrm>
            <a:off x="3600511" y="3693046"/>
            <a:ext cx="502275" cy="379535"/>
          </a:xfrm>
        </p:spPr>
        <p:txBody>
          <a:bodyPr>
            <a:normAutofit/>
          </a:bodyPr>
          <a:lstStyle>
            <a:lvl1pPr>
              <a:defRPr sz="933">
                <a:solidFill>
                  <a:schemeClr val="bg1"/>
                </a:solidFill>
              </a:defRPr>
            </a:lvl1pPr>
          </a:lstStyle>
          <a:p>
            <a:pPr lvl="0"/>
            <a:r>
              <a:rPr lang="en-US"/>
              <a:t>Lorem Ipsum</a:t>
            </a:r>
          </a:p>
        </p:txBody>
      </p:sp>
      <p:sp>
        <p:nvSpPr>
          <p:cNvPr id="140" name="Text Placeholder 136">
            <a:extLst>
              <a:ext uri="{FF2B5EF4-FFF2-40B4-BE49-F238E27FC236}">
                <a16:creationId xmlns:a16="http://schemas.microsoft.com/office/drawing/2014/main" id="{A93020B8-D6AC-7F4B-9AFB-30B2DC2DFB43}"/>
              </a:ext>
            </a:extLst>
          </p:cNvPr>
          <p:cNvSpPr>
            <a:spLocks noGrp="1"/>
          </p:cNvSpPr>
          <p:nvPr>
            <p:ph type="body" sz="quarter" idx="26" hasCustomPrompt="1"/>
          </p:nvPr>
        </p:nvSpPr>
        <p:spPr>
          <a:xfrm>
            <a:off x="3554547" y="4626371"/>
            <a:ext cx="502275" cy="379535"/>
          </a:xfrm>
        </p:spPr>
        <p:txBody>
          <a:bodyPr>
            <a:normAutofit/>
          </a:bodyPr>
          <a:lstStyle>
            <a:lvl1pPr>
              <a:defRPr sz="933">
                <a:solidFill>
                  <a:schemeClr val="bg1"/>
                </a:solidFill>
              </a:defRPr>
            </a:lvl1pPr>
          </a:lstStyle>
          <a:p>
            <a:pPr lvl="0"/>
            <a:r>
              <a:rPr lang="en-US"/>
              <a:t>Lorem Ipsum</a:t>
            </a:r>
          </a:p>
        </p:txBody>
      </p:sp>
      <p:sp>
        <p:nvSpPr>
          <p:cNvPr id="141" name="Text Placeholder 136">
            <a:extLst>
              <a:ext uri="{FF2B5EF4-FFF2-40B4-BE49-F238E27FC236}">
                <a16:creationId xmlns:a16="http://schemas.microsoft.com/office/drawing/2014/main" id="{D2DF49AC-EB46-334D-834E-DF250A9F231E}"/>
              </a:ext>
            </a:extLst>
          </p:cNvPr>
          <p:cNvSpPr>
            <a:spLocks noGrp="1"/>
          </p:cNvSpPr>
          <p:nvPr>
            <p:ph type="body" sz="quarter" idx="27" hasCustomPrompt="1"/>
          </p:nvPr>
        </p:nvSpPr>
        <p:spPr>
          <a:xfrm>
            <a:off x="1773523" y="5273600"/>
            <a:ext cx="748733" cy="181008"/>
          </a:xfrm>
        </p:spPr>
        <p:txBody>
          <a:bodyPr>
            <a:normAutofit/>
          </a:bodyPr>
          <a:lstStyle>
            <a:lvl1pPr>
              <a:defRPr sz="933">
                <a:solidFill>
                  <a:schemeClr val="bg1"/>
                </a:solidFill>
              </a:defRPr>
            </a:lvl1pPr>
          </a:lstStyle>
          <a:p>
            <a:pPr lvl="0"/>
            <a:r>
              <a:rPr lang="en-US"/>
              <a:t>Lorem Ipsum</a:t>
            </a:r>
          </a:p>
        </p:txBody>
      </p:sp>
      <p:sp>
        <p:nvSpPr>
          <p:cNvPr id="142" name="Text Placeholder 136">
            <a:extLst>
              <a:ext uri="{FF2B5EF4-FFF2-40B4-BE49-F238E27FC236}">
                <a16:creationId xmlns:a16="http://schemas.microsoft.com/office/drawing/2014/main" id="{6F9FB8F7-AFE9-1444-A154-AEFA9523D452}"/>
              </a:ext>
            </a:extLst>
          </p:cNvPr>
          <p:cNvSpPr>
            <a:spLocks noGrp="1"/>
          </p:cNvSpPr>
          <p:nvPr>
            <p:ph type="body" sz="quarter" idx="28" hasCustomPrompt="1"/>
          </p:nvPr>
        </p:nvSpPr>
        <p:spPr>
          <a:xfrm>
            <a:off x="2685074" y="5273600"/>
            <a:ext cx="748733" cy="181008"/>
          </a:xfrm>
        </p:spPr>
        <p:txBody>
          <a:bodyPr>
            <a:normAutofit/>
          </a:bodyPr>
          <a:lstStyle>
            <a:lvl1pPr>
              <a:defRPr sz="933">
                <a:solidFill>
                  <a:schemeClr val="bg1"/>
                </a:solidFill>
              </a:defRPr>
            </a:lvl1pPr>
          </a:lstStyle>
          <a:p>
            <a:pPr lvl="0"/>
            <a:r>
              <a:rPr lang="en-US"/>
              <a:t>Lorem Ipsum</a:t>
            </a:r>
          </a:p>
        </p:txBody>
      </p:sp>
      <p:sp>
        <p:nvSpPr>
          <p:cNvPr id="151" name="Text Placeholder 136">
            <a:extLst>
              <a:ext uri="{FF2B5EF4-FFF2-40B4-BE49-F238E27FC236}">
                <a16:creationId xmlns:a16="http://schemas.microsoft.com/office/drawing/2014/main" id="{F5601E72-D2CB-A140-A911-DFDFC2845C27}"/>
              </a:ext>
            </a:extLst>
          </p:cNvPr>
          <p:cNvSpPr>
            <a:spLocks noGrp="1"/>
          </p:cNvSpPr>
          <p:nvPr>
            <p:ph type="body" sz="quarter" idx="29" hasCustomPrompt="1"/>
          </p:nvPr>
        </p:nvSpPr>
        <p:spPr>
          <a:xfrm>
            <a:off x="1230477" y="3693046"/>
            <a:ext cx="502275" cy="379535"/>
          </a:xfrm>
        </p:spPr>
        <p:txBody>
          <a:bodyPr>
            <a:normAutofit/>
          </a:bodyPr>
          <a:lstStyle>
            <a:lvl1pPr>
              <a:defRPr sz="933">
                <a:solidFill>
                  <a:schemeClr val="bg1"/>
                </a:solidFill>
              </a:defRPr>
            </a:lvl1pPr>
          </a:lstStyle>
          <a:p>
            <a:pPr lvl="0"/>
            <a:r>
              <a:rPr lang="en-US"/>
              <a:t>Lorem Ipsum</a:t>
            </a:r>
          </a:p>
        </p:txBody>
      </p:sp>
      <p:sp>
        <p:nvSpPr>
          <p:cNvPr id="152" name="Text Placeholder 136">
            <a:extLst>
              <a:ext uri="{FF2B5EF4-FFF2-40B4-BE49-F238E27FC236}">
                <a16:creationId xmlns:a16="http://schemas.microsoft.com/office/drawing/2014/main" id="{D5F6F9ED-5082-0644-BEF5-484A72D15968}"/>
              </a:ext>
            </a:extLst>
          </p:cNvPr>
          <p:cNvSpPr>
            <a:spLocks noGrp="1"/>
          </p:cNvSpPr>
          <p:nvPr>
            <p:ph type="body" sz="quarter" idx="30" hasCustomPrompt="1"/>
          </p:nvPr>
        </p:nvSpPr>
        <p:spPr>
          <a:xfrm>
            <a:off x="1310608" y="4626371"/>
            <a:ext cx="502275" cy="379535"/>
          </a:xfrm>
        </p:spPr>
        <p:txBody>
          <a:bodyPr>
            <a:normAutofit/>
          </a:bodyPr>
          <a:lstStyle>
            <a:lvl1pPr>
              <a:defRPr sz="933">
                <a:solidFill>
                  <a:schemeClr val="bg1"/>
                </a:solidFill>
              </a:defRPr>
            </a:lvl1pPr>
          </a:lstStyle>
          <a:p>
            <a:pPr lvl="0"/>
            <a:r>
              <a:rPr lang="en-US"/>
              <a:t>Lorem Ipsum</a:t>
            </a:r>
          </a:p>
        </p:txBody>
      </p:sp>
      <p:sp>
        <p:nvSpPr>
          <p:cNvPr id="153" name="Text Placeholder 136">
            <a:extLst>
              <a:ext uri="{FF2B5EF4-FFF2-40B4-BE49-F238E27FC236}">
                <a16:creationId xmlns:a16="http://schemas.microsoft.com/office/drawing/2014/main" id="{DAEDEF6B-F1F8-2343-86CB-17F32B2C5EC6}"/>
              </a:ext>
            </a:extLst>
          </p:cNvPr>
          <p:cNvSpPr>
            <a:spLocks noGrp="1"/>
          </p:cNvSpPr>
          <p:nvPr>
            <p:ph type="body" sz="quarter" idx="31" hasCustomPrompt="1"/>
          </p:nvPr>
        </p:nvSpPr>
        <p:spPr>
          <a:xfrm>
            <a:off x="5282995" y="2994723"/>
            <a:ext cx="748733" cy="181008"/>
          </a:xfrm>
        </p:spPr>
        <p:txBody>
          <a:bodyPr>
            <a:normAutofit/>
          </a:bodyPr>
          <a:lstStyle>
            <a:lvl1pPr>
              <a:defRPr sz="933">
                <a:solidFill>
                  <a:schemeClr val="bg1"/>
                </a:solidFill>
              </a:defRPr>
            </a:lvl1pPr>
          </a:lstStyle>
          <a:p>
            <a:pPr lvl="0"/>
            <a:r>
              <a:rPr lang="en-US"/>
              <a:t>Lorem Ipsum</a:t>
            </a:r>
          </a:p>
        </p:txBody>
      </p:sp>
      <p:sp>
        <p:nvSpPr>
          <p:cNvPr id="154" name="Text Placeholder 136">
            <a:extLst>
              <a:ext uri="{FF2B5EF4-FFF2-40B4-BE49-F238E27FC236}">
                <a16:creationId xmlns:a16="http://schemas.microsoft.com/office/drawing/2014/main" id="{B73E08B1-6E29-1945-BD94-0E52B5446C62}"/>
              </a:ext>
            </a:extLst>
          </p:cNvPr>
          <p:cNvSpPr>
            <a:spLocks noGrp="1"/>
          </p:cNvSpPr>
          <p:nvPr>
            <p:ph type="body" sz="quarter" idx="32" hasCustomPrompt="1"/>
          </p:nvPr>
        </p:nvSpPr>
        <p:spPr>
          <a:xfrm>
            <a:off x="6194545" y="2994723"/>
            <a:ext cx="748733" cy="181008"/>
          </a:xfrm>
        </p:spPr>
        <p:txBody>
          <a:bodyPr>
            <a:normAutofit/>
          </a:bodyPr>
          <a:lstStyle>
            <a:lvl1pPr>
              <a:defRPr sz="933">
                <a:solidFill>
                  <a:schemeClr val="bg1"/>
                </a:solidFill>
              </a:defRPr>
            </a:lvl1pPr>
          </a:lstStyle>
          <a:p>
            <a:pPr lvl="0"/>
            <a:r>
              <a:rPr lang="en-US"/>
              <a:t>Lorem Ipsum</a:t>
            </a:r>
          </a:p>
        </p:txBody>
      </p:sp>
      <p:sp>
        <p:nvSpPr>
          <p:cNvPr id="155" name="Text Placeholder 136">
            <a:extLst>
              <a:ext uri="{FF2B5EF4-FFF2-40B4-BE49-F238E27FC236}">
                <a16:creationId xmlns:a16="http://schemas.microsoft.com/office/drawing/2014/main" id="{09E10A1B-8D6D-104D-A9E8-9AE94A23332A}"/>
              </a:ext>
            </a:extLst>
          </p:cNvPr>
          <p:cNvSpPr>
            <a:spLocks noGrp="1"/>
          </p:cNvSpPr>
          <p:nvPr>
            <p:ph type="body" sz="quarter" idx="33" hasCustomPrompt="1"/>
          </p:nvPr>
        </p:nvSpPr>
        <p:spPr>
          <a:xfrm>
            <a:off x="7109982" y="3693046"/>
            <a:ext cx="502275" cy="379535"/>
          </a:xfrm>
        </p:spPr>
        <p:txBody>
          <a:bodyPr>
            <a:normAutofit/>
          </a:bodyPr>
          <a:lstStyle>
            <a:lvl1pPr>
              <a:defRPr sz="933">
                <a:solidFill>
                  <a:schemeClr val="bg1"/>
                </a:solidFill>
              </a:defRPr>
            </a:lvl1pPr>
          </a:lstStyle>
          <a:p>
            <a:pPr lvl="0"/>
            <a:r>
              <a:rPr lang="en-US"/>
              <a:t>Lorem Ipsum</a:t>
            </a:r>
          </a:p>
        </p:txBody>
      </p:sp>
      <p:sp>
        <p:nvSpPr>
          <p:cNvPr id="156" name="Text Placeholder 136">
            <a:extLst>
              <a:ext uri="{FF2B5EF4-FFF2-40B4-BE49-F238E27FC236}">
                <a16:creationId xmlns:a16="http://schemas.microsoft.com/office/drawing/2014/main" id="{D030BCD8-09F2-CF45-9430-EF26E1EE74E6}"/>
              </a:ext>
            </a:extLst>
          </p:cNvPr>
          <p:cNvSpPr>
            <a:spLocks noGrp="1"/>
          </p:cNvSpPr>
          <p:nvPr>
            <p:ph type="body" sz="quarter" idx="34" hasCustomPrompt="1"/>
          </p:nvPr>
        </p:nvSpPr>
        <p:spPr>
          <a:xfrm>
            <a:off x="7064019" y="4626371"/>
            <a:ext cx="502275" cy="379535"/>
          </a:xfrm>
        </p:spPr>
        <p:txBody>
          <a:bodyPr>
            <a:normAutofit/>
          </a:bodyPr>
          <a:lstStyle>
            <a:lvl1pPr>
              <a:defRPr sz="933">
                <a:solidFill>
                  <a:schemeClr val="bg1"/>
                </a:solidFill>
              </a:defRPr>
            </a:lvl1pPr>
          </a:lstStyle>
          <a:p>
            <a:pPr lvl="0"/>
            <a:r>
              <a:rPr lang="en-US"/>
              <a:t>Lorem Ipsum</a:t>
            </a:r>
          </a:p>
        </p:txBody>
      </p:sp>
      <p:sp>
        <p:nvSpPr>
          <p:cNvPr id="157" name="Text Placeholder 136">
            <a:extLst>
              <a:ext uri="{FF2B5EF4-FFF2-40B4-BE49-F238E27FC236}">
                <a16:creationId xmlns:a16="http://schemas.microsoft.com/office/drawing/2014/main" id="{CB7697D2-76E8-C447-BD74-3FFFC09C6C44}"/>
              </a:ext>
            </a:extLst>
          </p:cNvPr>
          <p:cNvSpPr>
            <a:spLocks noGrp="1"/>
          </p:cNvSpPr>
          <p:nvPr>
            <p:ph type="body" sz="quarter" idx="35" hasCustomPrompt="1"/>
          </p:nvPr>
        </p:nvSpPr>
        <p:spPr>
          <a:xfrm>
            <a:off x="5282995" y="5273600"/>
            <a:ext cx="748733" cy="181008"/>
          </a:xfrm>
        </p:spPr>
        <p:txBody>
          <a:bodyPr>
            <a:normAutofit/>
          </a:bodyPr>
          <a:lstStyle>
            <a:lvl1pPr>
              <a:defRPr sz="933">
                <a:solidFill>
                  <a:schemeClr val="bg1"/>
                </a:solidFill>
              </a:defRPr>
            </a:lvl1pPr>
          </a:lstStyle>
          <a:p>
            <a:pPr lvl="0"/>
            <a:r>
              <a:rPr lang="en-US"/>
              <a:t>Lorem Ipsum</a:t>
            </a:r>
          </a:p>
        </p:txBody>
      </p:sp>
      <p:sp>
        <p:nvSpPr>
          <p:cNvPr id="158" name="Text Placeholder 136">
            <a:extLst>
              <a:ext uri="{FF2B5EF4-FFF2-40B4-BE49-F238E27FC236}">
                <a16:creationId xmlns:a16="http://schemas.microsoft.com/office/drawing/2014/main" id="{6F5F49A5-D5CC-2745-9DDE-DC186AC0CA4E}"/>
              </a:ext>
            </a:extLst>
          </p:cNvPr>
          <p:cNvSpPr>
            <a:spLocks noGrp="1"/>
          </p:cNvSpPr>
          <p:nvPr>
            <p:ph type="body" sz="quarter" idx="36" hasCustomPrompt="1"/>
          </p:nvPr>
        </p:nvSpPr>
        <p:spPr>
          <a:xfrm>
            <a:off x="6194545" y="5273600"/>
            <a:ext cx="748733" cy="181008"/>
          </a:xfrm>
        </p:spPr>
        <p:txBody>
          <a:bodyPr>
            <a:normAutofit/>
          </a:bodyPr>
          <a:lstStyle>
            <a:lvl1pPr>
              <a:defRPr sz="933">
                <a:solidFill>
                  <a:schemeClr val="bg1"/>
                </a:solidFill>
              </a:defRPr>
            </a:lvl1pPr>
          </a:lstStyle>
          <a:p>
            <a:pPr lvl="0"/>
            <a:r>
              <a:rPr lang="en-US"/>
              <a:t>Lorem Ipsum</a:t>
            </a:r>
          </a:p>
        </p:txBody>
      </p:sp>
      <p:sp>
        <p:nvSpPr>
          <p:cNvPr id="159" name="Text Placeholder 136">
            <a:extLst>
              <a:ext uri="{FF2B5EF4-FFF2-40B4-BE49-F238E27FC236}">
                <a16:creationId xmlns:a16="http://schemas.microsoft.com/office/drawing/2014/main" id="{99439E81-6BA2-A04E-9E59-33302248C711}"/>
              </a:ext>
            </a:extLst>
          </p:cNvPr>
          <p:cNvSpPr>
            <a:spLocks noGrp="1"/>
          </p:cNvSpPr>
          <p:nvPr>
            <p:ph type="body" sz="quarter" idx="37" hasCustomPrompt="1"/>
          </p:nvPr>
        </p:nvSpPr>
        <p:spPr>
          <a:xfrm>
            <a:off x="4739949" y="3693046"/>
            <a:ext cx="502275" cy="379535"/>
          </a:xfrm>
        </p:spPr>
        <p:txBody>
          <a:bodyPr>
            <a:normAutofit/>
          </a:bodyPr>
          <a:lstStyle>
            <a:lvl1pPr>
              <a:defRPr sz="933">
                <a:solidFill>
                  <a:schemeClr val="bg1"/>
                </a:solidFill>
              </a:defRPr>
            </a:lvl1pPr>
          </a:lstStyle>
          <a:p>
            <a:pPr lvl="0"/>
            <a:r>
              <a:rPr lang="en-US"/>
              <a:t>Lorem Ipsum</a:t>
            </a:r>
          </a:p>
        </p:txBody>
      </p:sp>
      <p:sp>
        <p:nvSpPr>
          <p:cNvPr id="160" name="Text Placeholder 136">
            <a:extLst>
              <a:ext uri="{FF2B5EF4-FFF2-40B4-BE49-F238E27FC236}">
                <a16:creationId xmlns:a16="http://schemas.microsoft.com/office/drawing/2014/main" id="{0F906F23-8A6D-9D44-87F5-9DA839338F5F}"/>
              </a:ext>
            </a:extLst>
          </p:cNvPr>
          <p:cNvSpPr>
            <a:spLocks noGrp="1"/>
          </p:cNvSpPr>
          <p:nvPr>
            <p:ph type="body" sz="quarter" idx="38" hasCustomPrompt="1"/>
          </p:nvPr>
        </p:nvSpPr>
        <p:spPr>
          <a:xfrm>
            <a:off x="4820080" y="4626371"/>
            <a:ext cx="502275" cy="379535"/>
          </a:xfrm>
        </p:spPr>
        <p:txBody>
          <a:bodyPr>
            <a:normAutofit/>
          </a:bodyPr>
          <a:lstStyle>
            <a:lvl1pPr>
              <a:defRPr sz="933">
                <a:solidFill>
                  <a:schemeClr val="bg1"/>
                </a:solidFill>
              </a:defRPr>
            </a:lvl1pPr>
          </a:lstStyle>
          <a:p>
            <a:pPr lvl="0"/>
            <a:r>
              <a:rPr lang="en-US"/>
              <a:t>Lorem Ipsum</a:t>
            </a:r>
          </a:p>
        </p:txBody>
      </p:sp>
      <p:sp>
        <p:nvSpPr>
          <p:cNvPr id="161" name="Text Placeholder 136">
            <a:extLst>
              <a:ext uri="{FF2B5EF4-FFF2-40B4-BE49-F238E27FC236}">
                <a16:creationId xmlns:a16="http://schemas.microsoft.com/office/drawing/2014/main" id="{19520BE3-D861-024F-A944-1F8739B28430}"/>
              </a:ext>
            </a:extLst>
          </p:cNvPr>
          <p:cNvSpPr>
            <a:spLocks noGrp="1"/>
          </p:cNvSpPr>
          <p:nvPr>
            <p:ph type="body" sz="quarter" idx="39" hasCustomPrompt="1"/>
          </p:nvPr>
        </p:nvSpPr>
        <p:spPr>
          <a:xfrm>
            <a:off x="8826651" y="2994723"/>
            <a:ext cx="748733" cy="181008"/>
          </a:xfrm>
        </p:spPr>
        <p:txBody>
          <a:bodyPr>
            <a:normAutofit/>
          </a:bodyPr>
          <a:lstStyle>
            <a:lvl1pPr>
              <a:defRPr sz="933">
                <a:solidFill>
                  <a:schemeClr val="bg1"/>
                </a:solidFill>
              </a:defRPr>
            </a:lvl1pPr>
          </a:lstStyle>
          <a:p>
            <a:pPr lvl="0"/>
            <a:r>
              <a:rPr lang="en-US"/>
              <a:t>Lorem Ipsum</a:t>
            </a:r>
          </a:p>
        </p:txBody>
      </p:sp>
      <p:sp>
        <p:nvSpPr>
          <p:cNvPr id="162" name="Text Placeholder 136">
            <a:extLst>
              <a:ext uri="{FF2B5EF4-FFF2-40B4-BE49-F238E27FC236}">
                <a16:creationId xmlns:a16="http://schemas.microsoft.com/office/drawing/2014/main" id="{616871D0-BEBA-E044-8FC5-B5B53883FCAB}"/>
              </a:ext>
            </a:extLst>
          </p:cNvPr>
          <p:cNvSpPr>
            <a:spLocks noGrp="1"/>
          </p:cNvSpPr>
          <p:nvPr>
            <p:ph type="body" sz="quarter" idx="40" hasCustomPrompt="1"/>
          </p:nvPr>
        </p:nvSpPr>
        <p:spPr>
          <a:xfrm>
            <a:off x="9738202" y="2994723"/>
            <a:ext cx="748733" cy="181008"/>
          </a:xfrm>
        </p:spPr>
        <p:txBody>
          <a:bodyPr>
            <a:normAutofit/>
          </a:bodyPr>
          <a:lstStyle>
            <a:lvl1pPr>
              <a:defRPr sz="933">
                <a:solidFill>
                  <a:schemeClr val="accent6"/>
                </a:solidFill>
              </a:defRPr>
            </a:lvl1pPr>
          </a:lstStyle>
          <a:p>
            <a:pPr lvl="0"/>
            <a:r>
              <a:rPr lang="en-US"/>
              <a:t>Lorem Ipsum</a:t>
            </a:r>
          </a:p>
        </p:txBody>
      </p:sp>
      <p:sp>
        <p:nvSpPr>
          <p:cNvPr id="163" name="Text Placeholder 136">
            <a:extLst>
              <a:ext uri="{FF2B5EF4-FFF2-40B4-BE49-F238E27FC236}">
                <a16:creationId xmlns:a16="http://schemas.microsoft.com/office/drawing/2014/main" id="{79EC41C5-F9AA-7A4B-82F9-6E21D99E6A0F}"/>
              </a:ext>
            </a:extLst>
          </p:cNvPr>
          <p:cNvSpPr>
            <a:spLocks noGrp="1"/>
          </p:cNvSpPr>
          <p:nvPr>
            <p:ph type="body" sz="quarter" idx="41" hasCustomPrompt="1"/>
          </p:nvPr>
        </p:nvSpPr>
        <p:spPr>
          <a:xfrm>
            <a:off x="10653639" y="3693046"/>
            <a:ext cx="502275" cy="379535"/>
          </a:xfrm>
        </p:spPr>
        <p:txBody>
          <a:bodyPr>
            <a:normAutofit/>
          </a:bodyPr>
          <a:lstStyle>
            <a:lvl1pPr>
              <a:defRPr sz="933">
                <a:solidFill>
                  <a:schemeClr val="accent6"/>
                </a:solidFill>
              </a:defRPr>
            </a:lvl1pPr>
          </a:lstStyle>
          <a:p>
            <a:pPr lvl="0"/>
            <a:r>
              <a:rPr lang="en-US"/>
              <a:t>Lorem Ipsum</a:t>
            </a:r>
          </a:p>
        </p:txBody>
      </p:sp>
      <p:sp>
        <p:nvSpPr>
          <p:cNvPr id="164" name="Text Placeholder 136">
            <a:extLst>
              <a:ext uri="{FF2B5EF4-FFF2-40B4-BE49-F238E27FC236}">
                <a16:creationId xmlns:a16="http://schemas.microsoft.com/office/drawing/2014/main" id="{0CCAF774-428B-ED47-AFA2-30E21AFF4201}"/>
              </a:ext>
            </a:extLst>
          </p:cNvPr>
          <p:cNvSpPr>
            <a:spLocks noGrp="1"/>
          </p:cNvSpPr>
          <p:nvPr>
            <p:ph type="body" sz="quarter" idx="42" hasCustomPrompt="1"/>
          </p:nvPr>
        </p:nvSpPr>
        <p:spPr>
          <a:xfrm>
            <a:off x="10607675" y="4626371"/>
            <a:ext cx="502275" cy="379535"/>
          </a:xfrm>
        </p:spPr>
        <p:txBody>
          <a:bodyPr>
            <a:normAutofit/>
          </a:bodyPr>
          <a:lstStyle>
            <a:lvl1pPr>
              <a:defRPr sz="933">
                <a:solidFill>
                  <a:schemeClr val="accent6"/>
                </a:solidFill>
              </a:defRPr>
            </a:lvl1pPr>
          </a:lstStyle>
          <a:p>
            <a:pPr lvl="0"/>
            <a:r>
              <a:rPr lang="en-US"/>
              <a:t>Lorem Ipsum</a:t>
            </a:r>
          </a:p>
        </p:txBody>
      </p:sp>
      <p:sp>
        <p:nvSpPr>
          <p:cNvPr id="165" name="Text Placeholder 136">
            <a:extLst>
              <a:ext uri="{FF2B5EF4-FFF2-40B4-BE49-F238E27FC236}">
                <a16:creationId xmlns:a16="http://schemas.microsoft.com/office/drawing/2014/main" id="{8F19AC7E-28F5-5F44-B6FD-31014A0D0766}"/>
              </a:ext>
            </a:extLst>
          </p:cNvPr>
          <p:cNvSpPr>
            <a:spLocks noGrp="1"/>
          </p:cNvSpPr>
          <p:nvPr>
            <p:ph type="body" sz="quarter" idx="43" hasCustomPrompt="1"/>
          </p:nvPr>
        </p:nvSpPr>
        <p:spPr>
          <a:xfrm>
            <a:off x="8826651" y="5273600"/>
            <a:ext cx="748733" cy="181008"/>
          </a:xfrm>
        </p:spPr>
        <p:txBody>
          <a:bodyPr>
            <a:normAutofit/>
          </a:bodyPr>
          <a:lstStyle>
            <a:lvl1pPr>
              <a:defRPr sz="933">
                <a:solidFill>
                  <a:schemeClr val="bg1"/>
                </a:solidFill>
              </a:defRPr>
            </a:lvl1pPr>
          </a:lstStyle>
          <a:p>
            <a:pPr lvl="0"/>
            <a:r>
              <a:rPr lang="en-US"/>
              <a:t>Lorem Ipsum</a:t>
            </a:r>
          </a:p>
        </p:txBody>
      </p:sp>
      <p:sp>
        <p:nvSpPr>
          <p:cNvPr id="166" name="Text Placeholder 136">
            <a:extLst>
              <a:ext uri="{FF2B5EF4-FFF2-40B4-BE49-F238E27FC236}">
                <a16:creationId xmlns:a16="http://schemas.microsoft.com/office/drawing/2014/main" id="{B361FC06-CBBC-A24A-AE46-DC06BEA75CA5}"/>
              </a:ext>
            </a:extLst>
          </p:cNvPr>
          <p:cNvSpPr>
            <a:spLocks noGrp="1"/>
          </p:cNvSpPr>
          <p:nvPr>
            <p:ph type="body" sz="quarter" idx="44" hasCustomPrompt="1"/>
          </p:nvPr>
        </p:nvSpPr>
        <p:spPr>
          <a:xfrm>
            <a:off x="9738202" y="5273600"/>
            <a:ext cx="748733" cy="181008"/>
          </a:xfrm>
        </p:spPr>
        <p:txBody>
          <a:bodyPr>
            <a:normAutofit/>
          </a:bodyPr>
          <a:lstStyle>
            <a:lvl1pPr>
              <a:defRPr sz="933">
                <a:solidFill>
                  <a:schemeClr val="accent6"/>
                </a:solidFill>
              </a:defRPr>
            </a:lvl1pPr>
          </a:lstStyle>
          <a:p>
            <a:pPr lvl="0"/>
            <a:r>
              <a:rPr lang="en-US"/>
              <a:t>Lorem Ipsum</a:t>
            </a:r>
          </a:p>
        </p:txBody>
      </p:sp>
      <p:sp>
        <p:nvSpPr>
          <p:cNvPr id="167" name="Text Placeholder 136">
            <a:extLst>
              <a:ext uri="{FF2B5EF4-FFF2-40B4-BE49-F238E27FC236}">
                <a16:creationId xmlns:a16="http://schemas.microsoft.com/office/drawing/2014/main" id="{7162C79E-E2E8-9A45-A95C-4D991CA34B0D}"/>
              </a:ext>
            </a:extLst>
          </p:cNvPr>
          <p:cNvSpPr>
            <a:spLocks noGrp="1"/>
          </p:cNvSpPr>
          <p:nvPr>
            <p:ph type="body" sz="quarter" idx="45" hasCustomPrompt="1"/>
          </p:nvPr>
        </p:nvSpPr>
        <p:spPr>
          <a:xfrm>
            <a:off x="8283605" y="3693046"/>
            <a:ext cx="502275" cy="379535"/>
          </a:xfrm>
        </p:spPr>
        <p:txBody>
          <a:bodyPr>
            <a:normAutofit/>
          </a:bodyPr>
          <a:lstStyle>
            <a:lvl1pPr>
              <a:defRPr sz="933">
                <a:solidFill>
                  <a:schemeClr val="bg1"/>
                </a:solidFill>
              </a:defRPr>
            </a:lvl1pPr>
          </a:lstStyle>
          <a:p>
            <a:pPr lvl="0"/>
            <a:r>
              <a:rPr lang="en-US"/>
              <a:t>Lorem Ipsum</a:t>
            </a:r>
          </a:p>
        </p:txBody>
      </p:sp>
      <p:sp>
        <p:nvSpPr>
          <p:cNvPr id="168" name="Text Placeholder 136">
            <a:extLst>
              <a:ext uri="{FF2B5EF4-FFF2-40B4-BE49-F238E27FC236}">
                <a16:creationId xmlns:a16="http://schemas.microsoft.com/office/drawing/2014/main" id="{421B4899-7354-7B42-93D8-5CBA9A33B55A}"/>
              </a:ext>
            </a:extLst>
          </p:cNvPr>
          <p:cNvSpPr>
            <a:spLocks noGrp="1"/>
          </p:cNvSpPr>
          <p:nvPr>
            <p:ph type="body" sz="quarter" idx="46" hasCustomPrompt="1"/>
          </p:nvPr>
        </p:nvSpPr>
        <p:spPr>
          <a:xfrm>
            <a:off x="8363736" y="4626371"/>
            <a:ext cx="502275" cy="379535"/>
          </a:xfrm>
        </p:spPr>
        <p:txBody>
          <a:bodyPr>
            <a:normAutofit/>
          </a:bodyPr>
          <a:lstStyle>
            <a:lvl1pPr>
              <a:defRPr sz="933">
                <a:solidFill>
                  <a:schemeClr val="bg1"/>
                </a:solidFill>
              </a:defRPr>
            </a:lvl1pPr>
          </a:lstStyle>
          <a:p>
            <a:pPr lvl="0"/>
            <a:r>
              <a:rPr lang="en-US"/>
              <a:t>Lorem Ipsum</a:t>
            </a:r>
          </a:p>
        </p:txBody>
      </p:sp>
    </p:spTree>
    <p:extLst>
      <p:ext uri="{BB962C8B-B14F-4D97-AF65-F5344CB8AC3E}">
        <p14:creationId xmlns:p14="http://schemas.microsoft.com/office/powerpoint/2010/main" val="2638451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300"/>
                                  </p:stCondLst>
                                  <p:childTnLst>
                                    <p:set>
                                      <p:cBhvr>
                                        <p:cTn id="6" dur="1" fill="hold">
                                          <p:stCondLst>
                                            <p:cond delay="0"/>
                                          </p:stCondLst>
                                        </p:cTn>
                                        <p:tgtEl>
                                          <p:spTgt spid="82"/>
                                        </p:tgtEl>
                                        <p:attrNameLst>
                                          <p:attrName>style.visibility</p:attrName>
                                        </p:attrNameLst>
                                      </p:cBhvr>
                                      <p:to>
                                        <p:strVal val="visible"/>
                                      </p:to>
                                    </p:set>
                                    <p:animEffect transition="in" filter="wipe(left)">
                                      <p:cBhvr>
                                        <p:cTn id="7" dur="1000"/>
                                        <p:tgtEl>
                                          <p:spTgt spid="82"/>
                                        </p:tgtEl>
                                      </p:cBhvr>
                                    </p:animEffect>
                                  </p:childTnLst>
                                </p:cTn>
                              </p:par>
                            </p:childTnLst>
                          </p:cTn>
                        </p:par>
                        <p:par>
                          <p:cTn id="8" fill="hold">
                            <p:stCondLst>
                              <p:cond delay="1300"/>
                            </p:stCondLst>
                            <p:childTnLst>
                              <p:par>
                                <p:cTn id="9" presetID="53" presetClass="entr" presetSubtype="16" fill="hold" nodeType="afterEffect">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cBhvr>
                                        <p:cTn id="11" dur="1000" fill="hold"/>
                                        <p:tgtEl>
                                          <p:spTgt spid="20"/>
                                        </p:tgtEl>
                                        <p:attrNameLst>
                                          <p:attrName>ppt_w</p:attrName>
                                        </p:attrNameLst>
                                      </p:cBhvr>
                                      <p:tavLst>
                                        <p:tav tm="0">
                                          <p:val>
                                            <p:fltVal val="0"/>
                                          </p:val>
                                        </p:tav>
                                        <p:tav tm="100000">
                                          <p:val>
                                            <p:strVal val="#ppt_w"/>
                                          </p:val>
                                        </p:tav>
                                      </p:tavLst>
                                    </p:anim>
                                    <p:anim calcmode="lin" valueType="num">
                                      <p:cBhvr>
                                        <p:cTn id="12" dur="1000" fill="hold"/>
                                        <p:tgtEl>
                                          <p:spTgt spid="20"/>
                                        </p:tgtEl>
                                        <p:attrNameLst>
                                          <p:attrName>ppt_h</p:attrName>
                                        </p:attrNameLst>
                                      </p:cBhvr>
                                      <p:tavLst>
                                        <p:tav tm="0">
                                          <p:val>
                                            <p:fltVal val="0"/>
                                          </p:val>
                                        </p:tav>
                                        <p:tav tm="100000">
                                          <p:val>
                                            <p:strVal val="#ppt_h"/>
                                          </p:val>
                                        </p:tav>
                                      </p:tavLst>
                                    </p:anim>
                                    <p:animEffect transition="in" filter="fade">
                                      <p:cBhvr>
                                        <p:cTn id="13" dur="1000"/>
                                        <p:tgtEl>
                                          <p:spTgt spid="20"/>
                                        </p:tgtEl>
                                      </p:cBhvr>
                                    </p:animEffect>
                                  </p:childTnLst>
                                </p:cTn>
                              </p:par>
                            </p:childTnLst>
                          </p:cTn>
                        </p:par>
                        <p:par>
                          <p:cTn id="14" fill="hold">
                            <p:stCondLst>
                              <p:cond delay="2300"/>
                            </p:stCondLst>
                            <p:childTnLst>
                              <p:par>
                                <p:cTn id="15" presetID="10" presetClass="entr" presetSubtype="0" fill="hold" nodeType="afterEffect">
                                  <p:stCondLst>
                                    <p:cond delay="0"/>
                                  </p:stCondLst>
                                  <p:childTnLst>
                                    <p:set>
                                      <p:cBhvr>
                                        <p:cTn id="16" dur="1" fill="hold">
                                          <p:stCondLst>
                                            <p:cond delay="0"/>
                                          </p:stCondLst>
                                        </p:cTn>
                                        <p:tgtEl>
                                          <p:spTgt spid="74"/>
                                        </p:tgtEl>
                                        <p:attrNameLst>
                                          <p:attrName>style.visibility</p:attrName>
                                        </p:attrNameLst>
                                      </p:cBhvr>
                                      <p:to>
                                        <p:strVal val="visible"/>
                                      </p:to>
                                    </p:set>
                                    <p:animEffect transition="in" filter="fade">
                                      <p:cBhvr>
                                        <p:cTn id="17" dur="500"/>
                                        <p:tgtEl>
                                          <p:spTgt spid="74"/>
                                        </p:tgtEl>
                                      </p:cBhvr>
                                    </p:animEffect>
                                  </p:childTnLst>
                                </p:cTn>
                              </p:par>
                            </p:childTnLst>
                          </p:cTn>
                        </p:par>
                        <p:par>
                          <p:cTn id="18" fill="hold">
                            <p:stCondLst>
                              <p:cond delay="2800"/>
                            </p:stCondLst>
                            <p:childTnLst>
                              <p:par>
                                <p:cTn id="19" presetID="53" presetClass="entr" presetSubtype="16" fill="hold" nodeType="after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p:cTn id="21" dur="1000" fill="hold"/>
                                        <p:tgtEl>
                                          <p:spTgt spid="10"/>
                                        </p:tgtEl>
                                        <p:attrNameLst>
                                          <p:attrName>ppt_w</p:attrName>
                                        </p:attrNameLst>
                                      </p:cBhvr>
                                      <p:tavLst>
                                        <p:tav tm="0">
                                          <p:val>
                                            <p:fltVal val="0"/>
                                          </p:val>
                                        </p:tav>
                                        <p:tav tm="100000">
                                          <p:val>
                                            <p:strVal val="#ppt_w"/>
                                          </p:val>
                                        </p:tav>
                                      </p:tavLst>
                                    </p:anim>
                                    <p:anim calcmode="lin" valueType="num">
                                      <p:cBhvr>
                                        <p:cTn id="22" dur="1000" fill="hold"/>
                                        <p:tgtEl>
                                          <p:spTgt spid="10"/>
                                        </p:tgtEl>
                                        <p:attrNameLst>
                                          <p:attrName>ppt_h</p:attrName>
                                        </p:attrNameLst>
                                      </p:cBhvr>
                                      <p:tavLst>
                                        <p:tav tm="0">
                                          <p:val>
                                            <p:fltVal val="0"/>
                                          </p:val>
                                        </p:tav>
                                        <p:tav tm="100000">
                                          <p:val>
                                            <p:strVal val="#ppt_h"/>
                                          </p:val>
                                        </p:tav>
                                      </p:tavLst>
                                    </p:anim>
                                    <p:animEffect transition="in" filter="fade">
                                      <p:cBhvr>
                                        <p:cTn id="23" dur="1000"/>
                                        <p:tgtEl>
                                          <p:spTgt spid="10"/>
                                        </p:tgtEl>
                                      </p:cBhvr>
                                    </p:animEffect>
                                  </p:childTnLst>
                                </p:cTn>
                              </p:par>
                            </p:childTnLst>
                          </p:cTn>
                        </p:par>
                        <p:par>
                          <p:cTn id="24" fill="hold">
                            <p:stCondLst>
                              <p:cond delay="3800"/>
                            </p:stCondLst>
                            <p:childTnLst>
                              <p:par>
                                <p:cTn id="25" presetID="53" presetClass="entr" presetSubtype="16" fill="hold" nodeType="afterEffect">
                                  <p:stCondLst>
                                    <p:cond delay="0"/>
                                  </p:stCondLst>
                                  <p:childTnLst>
                                    <p:set>
                                      <p:cBhvr>
                                        <p:cTn id="26" dur="1" fill="hold">
                                          <p:stCondLst>
                                            <p:cond delay="0"/>
                                          </p:stCondLst>
                                        </p:cTn>
                                        <p:tgtEl>
                                          <p:spTgt spid="109"/>
                                        </p:tgtEl>
                                        <p:attrNameLst>
                                          <p:attrName>style.visibility</p:attrName>
                                        </p:attrNameLst>
                                      </p:cBhvr>
                                      <p:to>
                                        <p:strVal val="visible"/>
                                      </p:to>
                                    </p:set>
                                    <p:anim calcmode="lin" valueType="num">
                                      <p:cBhvr>
                                        <p:cTn id="27" dur="1000" fill="hold"/>
                                        <p:tgtEl>
                                          <p:spTgt spid="109"/>
                                        </p:tgtEl>
                                        <p:attrNameLst>
                                          <p:attrName>ppt_w</p:attrName>
                                        </p:attrNameLst>
                                      </p:cBhvr>
                                      <p:tavLst>
                                        <p:tav tm="0">
                                          <p:val>
                                            <p:fltVal val="0"/>
                                          </p:val>
                                        </p:tav>
                                        <p:tav tm="100000">
                                          <p:val>
                                            <p:strVal val="#ppt_w"/>
                                          </p:val>
                                        </p:tav>
                                      </p:tavLst>
                                    </p:anim>
                                    <p:anim calcmode="lin" valueType="num">
                                      <p:cBhvr>
                                        <p:cTn id="28" dur="1000" fill="hold"/>
                                        <p:tgtEl>
                                          <p:spTgt spid="109"/>
                                        </p:tgtEl>
                                        <p:attrNameLst>
                                          <p:attrName>ppt_h</p:attrName>
                                        </p:attrNameLst>
                                      </p:cBhvr>
                                      <p:tavLst>
                                        <p:tav tm="0">
                                          <p:val>
                                            <p:fltVal val="0"/>
                                          </p:val>
                                        </p:tav>
                                        <p:tav tm="100000">
                                          <p:val>
                                            <p:strVal val="#ppt_h"/>
                                          </p:val>
                                        </p:tav>
                                      </p:tavLst>
                                    </p:anim>
                                    <p:animEffect transition="in" filter="fade">
                                      <p:cBhvr>
                                        <p:cTn id="29" dur="10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4_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Lorem Ipsum</a:t>
            </a:r>
          </a:p>
        </p:txBody>
      </p:sp>
      <p:sp>
        <p:nvSpPr>
          <p:cNvPr id="7" name="Slide Number Placeholder 5">
            <a:extLst>
              <a:ext uri="{FF2B5EF4-FFF2-40B4-BE49-F238E27FC236}">
                <a16:creationId xmlns:a16="http://schemas.microsoft.com/office/drawing/2014/main" id="{07033397-15D1-3546-A61B-B7A7E0DEB28F}"/>
              </a:ext>
            </a:extLst>
          </p:cNvPr>
          <p:cNvSpPr>
            <a:spLocks noGrp="1"/>
          </p:cNvSpPr>
          <p:nvPr>
            <p:ph type="sldNum" sz="quarter" idx="12"/>
          </p:nvPr>
        </p:nvSpPr>
        <p:spPr>
          <a:xfrm>
            <a:off x="1" y="6418136"/>
            <a:ext cx="374375" cy="365125"/>
          </a:xfrm>
          <a:prstGeom prst="rect">
            <a:avLst/>
          </a:prstGeom>
        </p:spPr>
        <p:txBody>
          <a:bodyPr/>
          <a:lstStyle>
            <a:lvl1pPr>
              <a:defRPr sz="800" b="0" i="0">
                <a:solidFill>
                  <a:schemeClr val="accent6">
                    <a:lumMod val="40000"/>
                    <a:lumOff val="60000"/>
                  </a:schemeClr>
                </a:solidFill>
                <a:latin typeface="Lato Light" panose="020F0502020204030203" pitchFamily="34" charset="0"/>
                <a:ea typeface="Lato Light" panose="020F0502020204030203" pitchFamily="34" charset="0"/>
                <a:cs typeface="Lato Light" panose="020F0502020204030203" pitchFamily="34" charset="0"/>
              </a:defRPr>
            </a:lvl1pPr>
          </a:lstStyle>
          <a:p>
            <a:fld id="{6BED0942-9735-43C8-AB99-1366ADCBF3AF}" type="slidenum">
              <a:rPr lang="en-US" smtClean="0"/>
              <a:pPr/>
              <a:t>‹#›</a:t>
            </a:fld>
            <a:endParaRPr lang="en-US"/>
          </a:p>
        </p:txBody>
      </p:sp>
      <p:sp>
        <p:nvSpPr>
          <p:cNvPr id="21" name="Text Placeholder 5">
            <a:extLst>
              <a:ext uri="{FF2B5EF4-FFF2-40B4-BE49-F238E27FC236}">
                <a16:creationId xmlns:a16="http://schemas.microsoft.com/office/drawing/2014/main" id="{4AE05E92-522D-1C42-A925-89398DE1E456}"/>
              </a:ext>
            </a:extLst>
          </p:cNvPr>
          <p:cNvSpPr txBox="1">
            <a:spLocks/>
          </p:cNvSpPr>
          <p:nvPr/>
        </p:nvSpPr>
        <p:spPr>
          <a:xfrm>
            <a:off x="841248" y="1300142"/>
            <a:ext cx="10515600" cy="431799"/>
          </a:xfrm>
          <a:prstGeom prst="rect">
            <a:avLst/>
          </a:prstGeom>
        </p:spPr>
        <p:txBody>
          <a:bodyPr lIns="0"/>
          <a:lstStyle>
            <a:lvl1pPr marL="0" indent="0" algn="l" defTabSz="685800" rtl="0" eaLnBrk="1" latinLnBrk="0" hangingPunct="1">
              <a:lnSpc>
                <a:spcPct val="90000"/>
              </a:lnSpc>
              <a:spcBef>
                <a:spcPts val="750"/>
              </a:spcBef>
              <a:buFont typeface="Arial" panose="020B0604020202020204" pitchFamily="34" charset="0"/>
              <a:buNone/>
              <a:defRPr sz="1200" kern="1200" cap="all" baseline="0">
                <a:solidFill>
                  <a:schemeClr val="tx1"/>
                </a:solidFill>
                <a:latin typeface="Lato" panose="020F0502020204030203" pitchFamily="34" charset="0"/>
                <a:ea typeface="Lato" panose="020F0502020204030203" pitchFamily="34" charset="0"/>
                <a:cs typeface="Lato" panose="020F0502020204030203" pitchFamily="34" charset="0"/>
              </a:defRPr>
            </a:lvl1pPr>
            <a:lvl2pPr marL="228600" indent="-111125" algn="l" defTabSz="685800" rtl="0" eaLnBrk="1" latinLnBrk="0" hangingPunct="1">
              <a:lnSpc>
                <a:spcPct val="90000"/>
              </a:lnSpc>
              <a:spcBef>
                <a:spcPts val="375"/>
              </a:spcBef>
              <a:buFont typeface="Arial" panose="020B0604020202020204" pitchFamily="34" charset="0"/>
              <a:buChar char="•"/>
              <a:tabLst/>
              <a:defRPr sz="1100" b="0" i="0" kern="1200">
                <a:solidFill>
                  <a:schemeClr val="accent6"/>
                </a:solidFill>
                <a:latin typeface="Arial" panose="020B0604020202020204" pitchFamily="34" charset="0"/>
                <a:ea typeface="+mn-ea"/>
                <a:cs typeface="Arial" panose="020B0604020202020204" pitchFamily="34" charset="0"/>
              </a:defRPr>
            </a:lvl2pPr>
            <a:lvl3pPr marL="290513" indent="-55563" algn="l" defTabSz="685800" rtl="0" eaLnBrk="1" latinLnBrk="0" hangingPunct="1">
              <a:lnSpc>
                <a:spcPct val="90000"/>
              </a:lnSpc>
              <a:spcBef>
                <a:spcPts val="375"/>
              </a:spcBef>
              <a:buFont typeface="Arial" panose="020B0604020202020204" pitchFamily="34" charset="0"/>
              <a:buChar char="•"/>
              <a:tabLst/>
              <a:defRPr sz="1050" b="0" i="0" kern="1200">
                <a:solidFill>
                  <a:schemeClr val="accent6"/>
                </a:solidFill>
                <a:latin typeface="Arial" panose="020B0604020202020204" pitchFamily="34" charset="0"/>
                <a:ea typeface="+mn-ea"/>
                <a:cs typeface="Arial" panose="020B0604020202020204" pitchFamily="34" charset="0"/>
              </a:defRPr>
            </a:lvl3pPr>
            <a:lvl4pPr marL="401638" indent="-55563" algn="l" defTabSz="685800" rtl="0" eaLnBrk="1" latinLnBrk="0" hangingPunct="1">
              <a:lnSpc>
                <a:spcPct val="90000"/>
              </a:lnSpc>
              <a:spcBef>
                <a:spcPts val="375"/>
              </a:spcBef>
              <a:buFont typeface="Arial" panose="020B0604020202020204" pitchFamily="34" charset="0"/>
              <a:buChar char="•"/>
              <a:tabLst/>
              <a:defRPr sz="1000" b="0" i="0" kern="1200">
                <a:solidFill>
                  <a:schemeClr val="accent6"/>
                </a:solidFill>
                <a:latin typeface="Arial" panose="020B0604020202020204" pitchFamily="34" charset="0"/>
                <a:ea typeface="+mn-ea"/>
                <a:cs typeface="Arial" panose="020B0604020202020204" pitchFamily="34" charset="0"/>
              </a:defRPr>
            </a:lvl4pPr>
            <a:lvl5pPr marL="519113" indent="-55563" algn="l" defTabSz="685800" rtl="0" eaLnBrk="1" latinLnBrk="0" hangingPunct="1">
              <a:lnSpc>
                <a:spcPct val="90000"/>
              </a:lnSpc>
              <a:spcBef>
                <a:spcPts val="375"/>
              </a:spcBef>
              <a:buFont typeface="Arial" panose="020B0604020202020204" pitchFamily="34" charset="0"/>
              <a:buChar char="•"/>
              <a:tabLst/>
              <a:defRPr sz="1000" b="0" i="0" kern="1200">
                <a:solidFill>
                  <a:schemeClr val="accent6"/>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endParaRPr lang="en-US" sz="1600">
              <a:solidFill>
                <a:schemeClr val="accent6"/>
              </a:solidFill>
              <a:latin typeface="Lato Light" panose="020F0502020204030203" pitchFamily="34" charset="0"/>
              <a:ea typeface="Lato Light" panose="020F0502020204030203" pitchFamily="34" charset="0"/>
              <a:cs typeface="Lato Light" panose="020F0502020204030203" pitchFamily="34" charset="0"/>
            </a:endParaRPr>
          </a:p>
        </p:txBody>
      </p:sp>
      <p:sp>
        <p:nvSpPr>
          <p:cNvPr id="37" name="Rectangle 36">
            <a:extLst>
              <a:ext uri="{FF2B5EF4-FFF2-40B4-BE49-F238E27FC236}">
                <a16:creationId xmlns:a16="http://schemas.microsoft.com/office/drawing/2014/main" id="{1202CF7A-BA6C-2543-89D9-DB3907D5A988}"/>
              </a:ext>
            </a:extLst>
          </p:cNvPr>
          <p:cNvSpPr/>
          <p:nvPr/>
        </p:nvSpPr>
        <p:spPr>
          <a:xfrm>
            <a:off x="510988" y="0"/>
            <a:ext cx="224117" cy="15688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8" name="Content Placeholder 37">
            <a:extLst>
              <a:ext uri="{FF2B5EF4-FFF2-40B4-BE49-F238E27FC236}">
                <a16:creationId xmlns:a16="http://schemas.microsoft.com/office/drawing/2014/main" id="{F6BF47A2-3D59-2D44-BAB4-E9C277E60D62}"/>
              </a:ext>
            </a:extLst>
          </p:cNvPr>
          <p:cNvSpPr>
            <a:spLocks noGrp="1"/>
          </p:cNvSpPr>
          <p:nvPr>
            <p:ph sz="quarter" idx="13" hasCustomPrompt="1"/>
          </p:nvPr>
        </p:nvSpPr>
        <p:spPr>
          <a:xfrm>
            <a:off x="838201" y="1383264"/>
            <a:ext cx="10515599" cy="518968"/>
          </a:xfrm>
        </p:spPr>
        <p:txBody>
          <a:bodyPr/>
          <a:lstStyle/>
          <a:p>
            <a:r>
              <a:rPr lang="en-US">
                <a:solidFill>
                  <a:schemeClr val="accent6"/>
                </a:solidFill>
                <a:latin typeface="Lato Light" panose="020F0502020204030203" pitchFamily="34" charset="0"/>
                <a:ea typeface="Lato Light" panose="020F0502020204030203" pitchFamily="34" charset="0"/>
                <a:cs typeface="Lato Light" panose="020F0502020204030203" pitchFamily="34" charset="0"/>
              </a:rPr>
              <a:t>Lorem Ipsum</a:t>
            </a:r>
          </a:p>
        </p:txBody>
      </p:sp>
      <p:sp>
        <p:nvSpPr>
          <p:cNvPr id="42" name="Text Placeholder 41">
            <a:extLst>
              <a:ext uri="{FF2B5EF4-FFF2-40B4-BE49-F238E27FC236}">
                <a16:creationId xmlns:a16="http://schemas.microsoft.com/office/drawing/2014/main" id="{5AC528E5-3A41-BA4C-AB8C-E8C9F54FBB61}"/>
              </a:ext>
            </a:extLst>
          </p:cNvPr>
          <p:cNvSpPr>
            <a:spLocks noGrp="1"/>
          </p:cNvSpPr>
          <p:nvPr>
            <p:ph type="body" sz="quarter" idx="14" hasCustomPrompt="1"/>
          </p:nvPr>
        </p:nvSpPr>
        <p:spPr>
          <a:xfrm>
            <a:off x="2401821" y="2441336"/>
            <a:ext cx="2279651" cy="2182283"/>
          </a:xfrm>
        </p:spPr>
        <p:txBody>
          <a:bodyPr/>
          <a:lstStyle>
            <a:lvl1pPr marL="0" marR="0" indent="0" algn="l" defTabSz="609585" rtl="0" eaLnBrk="1" fontAlgn="auto" latinLnBrk="0" hangingPunct="1">
              <a:lnSpc>
                <a:spcPct val="100000"/>
              </a:lnSpc>
              <a:spcBef>
                <a:spcPts val="0"/>
              </a:spcBef>
              <a:spcAft>
                <a:spcPts val="267"/>
              </a:spcAft>
              <a:buClrTx/>
              <a:buSzTx/>
              <a:buFontTx/>
              <a:buNone/>
              <a:tabLst/>
              <a:defRPr/>
            </a:lvl1pPr>
          </a:lstStyle>
          <a:p>
            <a:pPr marL="0" marR="0" lvl="0" indent="0" algn="l" defTabSz="812760" rtl="0" eaLnBrk="1" fontAlgn="auto" latinLnBrk="0" hangingPunct="1">
              <a:lnSpc>
                <a:spcPct val="100000"/>
              </a:lnSpc>
              <a:spcBef>
                <a:spcPct val="20000"/>
              </a:spcBef>
              <a:spcAft>
                <a:spcPts val="800"/>
              </a:spcAft>
              <a:buClrTx/>
              <a:buSzPct val="120000"/>
              <a:buFontTx/>
              <a:buNone/>
              <a:tabLst/>
              <a:defRPr/>
            </a:pPr>
            <a:r>
              <a:rPr kumimoji="0" lang="en-US" sz="1867" b="0" i="0" u="none" strike="noStrike" kern="1200" cap="none" spc="0" normalizeH="0" baseline="0" noProof="0">
                <a:ln>
                  <a:noFill/>
                </a:ln>
                <a:solidFill>
                  <a:srgbClr val="616673"/>
                </a:solidFill>
                <a:effectLst/>
                <a:uLnTx/>
                <a:uFillTx/>
                <a:latin typeface="Lato" panose="020F0502020204030203" pitchFamily="34" charset="0"/>
                <a:ea typeface="Lato" panose="020F0502020204030203" pitchFamily="34" charset="0"/>
                <a:cs typeface="Lato" panose="020F0502020204030203" pitchFamily="34" charset="0"/>
              </a:rPr>
              <a:t>Lorem Ipsum</a:t>
            </a:r>
          </a:p>
          <a:p>
            <a:pPr marL="0" marR="0" lvl="0" indent="0" algn="l" defTabSz="609585" rtl="0" eaLnBrk="1" fontAlgn="auto" latinLnBrk="0" hangingPunct="1">
              <a:lnSpc>
                <a:spcPct val="100000"/>
              </a:lnSpc>
              <a:spcBef>
                <a:spcPts val="0"/>
              </a:spcBef>
              <a:spcAft>
                <a:spcPts val="267"/>
              </a:spcAft>
              <a:buClrTx/>
              <a:buSzTx/>
              <a:buFontTx/>
              <a:buNone/>
              <a:tabLst/>
              <a:defRPr/>
            </a:pPr>
            <a:r>
              <a:rPr kumimoji="0" lang="en-US" sz="1333" b="0" i="0" u="none" strike="noStrike" kern="1200" cap="none" spc="0" normalizeH="0" baseline="0" noProof="0">
                <a:ln>
                  <a:noFill/>
                </a:ln>
                <a:solidFill>
                  <a:srgbClr val="616673"/>
                </a:solidFill>
                <a:effectLst/>
                <a:uLnTx/>
                <a:uFillTx/>
                <a:latin typeface="Lato Light" panose="020F0502020204030203" pitchFamily="34" charset="0"/>
                <a:ea typeface="Lato Light" panose="020F0502020204030203" pitchFamily="34" charset="0"/>
                <a:cs typeface="Lato Light" panose="020F0502020204030203" pitchFamily="34" charset="0"/>
              </a:rPr>
              <a:t>Lorem ipsum dolor sit </a:t>
            </a:r>
            <a:r>
              <a:rPr kumimoji="0" lang="en-US" sz="1333" b="0" i="0" u="none" strike="noStrike" kern="1200" cap="none" spc="0" normalizeH="0" baseline="0" noProof="0" err="1">
                <a:ln>
                  <a:noFill/>
                </a:ln>
                <a:solidFill>
                  <a:srgbClr val="616673"/>
                </a:solidFill>
                <a:effectLst/>
                <a:uLnTx/>
                <a:uFillTx/>
                <a:latin typeface="Lato Light" panose="020F0502020204030203" pitchFamily="34" charset="0"/>
                <a:ea typeface="Lato Light" panose="020F0502020204030203" pitchFamily="34" charset="0"/>
                <a:cs typeface="Lato Light" panose="020F0502020204030203" pitchFamily="34" charset="0"/>
              </a:rPr>
              <a:t>amet</a:t>
            </a:r>
            <a:r>
              <a:rPr kumimoji="0" lang="en-US" sz="1333" b="0" i="0" u="none" strike="noStrike" kern="1200" cap="none" spc="0" normalizeH="0" baseline="0" noProof="0">
                <a:ln>
                  <a:noFill/>
                </a:ln>
                <a:solidFill>
                  <a:srgbClr val="616673"/>
                </a:solidFill>
                <a:effectLst/>
                <a:uLnTx/>
                <a:uFillTx/>
                <a:latin typeface="Lato Light" panose="020F0502020204030203" pitchFamily="34" charset="0"/>
                <a:ea typeface="Lato Light" panose="020F0502020204030203" pitchFamily="34" charset="0"/>
                <a:cs typeface="Lato Light" panose="020F0502020204030203" pitchFamily="34" charset="0"/>
              </a:rPr>
              <a:t>, </a:t>
            </a:r>
            <a:r>
              <a:rPr kumimoji="0" lang="en-US" sz="1333" b="0" i="0" u="none" strike="noStrike" kern="1200" cap="none" spc="0" normalizeH="0" baseline="0" noProof="0" err="1">
                <a:ln>
                  <a:noFill/>
                </a:ln>
                <a:solidFill>
                  <a:srgbClr val="616673"/>
                </a:solidFill>
                <a:effectLst/>
                <a:uLnTx/>
                <a:uFillTx/>
                <a:latin typeface="Lato Light" panose="020F0502020204030203" pitchFamily="34" charset="0"/>
                <a:ea typeface="Lato Light" panose="020F0502020204030203" pitchFamily="34" charset="0"/>
                <a:cs typeface="Lato Light" panose="020F0502020204030203" pitchFamily="34" charset="0"/>
              </a:rPr>
              <a:t>consectetur</a:t>
            </a:r>
            <a:r>
              <a:rPr kumimoji="0" lang="en-US" sz="1333" b="0" i="0" u="none" strike="noStrike" kern="1200" cap="none" spc="0" normalizeH="0" baseline="0" noProof="0">
                <a:ln>
                  <a:noFill/>
                </a:ln>
                <a:solidFill>
                  <a:srgbClr val="616673"/>
                </a:solidFill>
                <a:effectLst/>
                <a:uLnTx/>
                <a:uFillTx/>
                <a:latin typeface="Lato Light" panose="020F0502020204030203" pitchFamily="34" charset="0"/>
                <a:ea typeface="Lato Light" panose="020F0502020204030203" pitchFamily="34" charset="0"/>
                <a:cs typeface="Lato Light" panose="020F0502020204030203" pitchFamily="34" charset="0"/>
              </a:rPr>
              <a:t> </a:t>
            </a:r>
            <a:r>
              <a:rPr kumimoji="0" lang="en-US" sz="1333" b="0" i="0" u="none" strike="noStrike" kern="1200" cap="none" spc="0" normalizeH="0" baseline="0" noProof="0" err="1">
                <a:ln>
                  <a:noFill/>
                </a:ln>
                <a:solidFill>
                  <a:srgbClr val="616673"/>
                </a:solidFill>
                <a:effectLst/>
                <a:uLnTx/>
                <a:uFillTx/>
                <a:latin typeface="Lato Light" panose="020F0502020204030203" pitchFamily="34" charset="0"/>
                <a:ea typeface="Lato Light" panose="020F0502020204030203" pitchFamily="34" charset="0"/>
                <a:cs typeface="Lato Light" panose="020F0502020204030203" pitchFamily="34" charset="0"/>
              </a:rPr>
              <a:t>adipiscing</a:t>
            </a:r>
            <a:r>
              <a:rPr kumimoji="0" lang="en-US" sz="1333" b="0" i="0" u="none" strike="noStrike" kern="1200" cap="none" spc="0" normalizeH="0" baseline="0" noProof="0">
                <a:ln>
                  <a:noFill/>
                </a:ln>
                <a:solidFill>
                  <a:srgbClr val="616673"/>
                </a:solidFill>
                <a:effectLst/>
                <a:uLnTx/>
                <a:uFillTx/>
                <a:latin typeface="Lato Light" panose="020F0502020204030203" pitchFamily="34" charset="0"/>
                <a:ea typeface="Lato Light" panose="020F0502020204030203" pitchFamily="34" charset="0"/>
                <a:cs typeface="Lato Light" panose="020F0502020204030203" pitchFamily="34" charset="0"/>
              </a:rPr>
              <a:t> </a:t>
            </a:r>
            <a:r>
              <a:rPr kumimoji="0" lang="en-US" sz="1333" b="0" i="0" u="none" strike="noStrike" kern="1200" cap="none" spc="0" normalizeH="0" baseline="0" noProof="0" err="1">
                <a:ln>
                  <a:noFill/>
                </a:ln>
                <a:solidFill>
                  <a:srgbClr val="616673"/>
                </a:solidFill>
                <a:effectLst/>
                <a:uLnTx/>
                <a:uFillTx/>
                <a:latin typeface="Lato Light" panose="020F0502020204030203" pitchFamily="34" charset="0"/>
                <a:ea typeface="Lato Light" panose="020F0502020204030203" pitchFamily="34" charset="0"/>
                <a:cs typeface="Lato Light" panose="020F0502020204030203" pitchFamily="34" charset="0"/>
              </a:rPr>
              <a:t>elit</a:t>
            </a:r>
            <a:r>
              <a:rPr kumimoji="0" lang="en-US" sz="1333" b="0" i="0" u="none" strike="noStrike" kern="1200" cap="none" spc="0" normalizeH="0" baseline="0" noProof="0">
                <a:ln>
                  <a:noFill/>
                </a:ln>
                <a:solidFill>
                  <a:srgbClr val="616673"/>
                </a:solidFill>
                <a:effectLst/>
                <a:uLnTx/>
                <a:uFillTx/>
                <a:latin typeface="Lato Light" panose="020F0502020204030203" pitchFamily="34" charset="0"/>
                <a:ea typeface="Lato Light" panose="020F0502020204030203" pitchFamily="34" charset="0"/>
                <a:cs typeface="Lato Light" panose="020F0502020204030203" pitchFamily="34" charset="0"/>
              </a:rPr>
              <a:t>. </a:t>
            </a:r>
          </a:p>
        </p:txBody>
      </p:sp>
      <p:sp>
        <p:nvSpPr>
          <p:cNvPr id="43" name="Text Placeholder 41">
            <a:extLst>
              <a:ext uri="{FF2B5EF4-FFF2-40B4-BE49-F238E27FC236}">
                <a16:creationId xmlns:a16="http://schemas.microsoft.com/office/drawing/2014/main" id="{B941E8C5-3F98-274D-BFD5-B6DA3D2F4BDF}"/>
              </a:ext>
            </a:extLst>
          </p:cNvPr>
          <p:cNvSpPr>
            <a:spLocks noGrp="1"/>
          </p:cNvSpPr>
          <p:nvPr>
            <p:ph type="body" sz="quarter" idx="15" hasCustomPrompt="1"/>
          </p:nvPr>
        </p:nvSpPr>
        <p:spPr>
          <a:xfrm>
            <a:off x="5102292" y="2441336"/>
            <a:ext cx="2279651" cy="2182283"/>
          </a:xfrm>
        </p:spPr>
        <p:txBody>
          <a:bodyPr/>
          <a:lstStyle>
            <a:lvl1pPr marL="0" marR="0" indent="0" algn="l" defTabSz="609585" rtl="0" eaLnBrk="1" fontAlgn="auto" latinLnBrk="0" hangingPunct="1">
              <a:lnSpc>
                <a:spcPct val="100000"/>
              </a:lnSpc>
              <a:spcBef>
                <a:spcPts val="0"/>
              </a:spcBef>
              <a:spcAft>
                <a:spcPts val="267"/>
              </a:spcAft>
              <a:buClrTx/>
              <a:buSzTx/>
              <a:buFontTx/>
              <a:buNone/>
              <a:tabLst/>
              <a:defRPr/>
            </a:lvl1pPr>
          </a:lstStyle>
          <a:p>
            <a:pPr marL="0" marR="0" lvl="0" indent="0" algn="l" defTabSz="812760" rtl="0" eaLnBrk="1" fontAlgn="auto" latinLnBrk="0" hangingPunct="1">
              <a:lnSpc>
                <a:spcPct val="100000"/>
              </a:lnSpc>
              <a:spcBef>
                <a:spcPct val="20000"/>
              </a:spcBef>
              <a:spcAft>
                <a:spcPts val="800"/>
              </a:spcAft>
              <a:buClrTx/>
              <a:buSzPct val="120000"/>
              <a:buFontTx/>
              <a:buNone/>
              <a:tabLst/>
              <a:defRPr/>
            </a:pPr>
            <a:r>
              <a:rPr kumimoji="0" lang="en-US" sz="1867" b="0" i="0" u="none" strike="noStrike" kern="1200" cap="none" spc="0" normalizeH="0" baseline="0" noProof="0">
                <a:ln>
                  <a:noFill/>
                </a:ln>
                <a:solidFill>
                  <a:srgbClr val="616673"/>
                </a:solidFill>
                <a:effectLst/>
                <a:uLnTx/>
                <a:uFillTx/>
                <a:latin typeface="Lato" panose="020F0502020204030203" pitchFamily="34" charset="0"/>
                <a:ea typeface="Lato" panose="020F0502020204030203" pitchFamily="34" charset="0"/>
                <a:cs typeface="Lato" panose="020F0502020204030203" pitchFamily="34" charset="0"/>
              </a:rPr>
              <a:t>Lorem Ipsum</a:t>
            </a:r>
          </a:p>
          <a:p>
            <a:pPr marL="0" marR="0" lvl="0" indent="0" algn="l" defTabSz="609585" rtl="0" eaLnBrk="1" fontAlgn="auto" latinLnBrk="0" hangingPunct="1">
              <a:lnSpc>
                <a:spcPct val="100000"/>
              </a:lnSpc>
              <a:spcBef>
                <a:spcPts val="0"/>
              </a:spcBef>
              <a:spcAft>
                <a:spcPts val="267"/>
              </a:spcAft>
              <a:buClrTx/>
              <a:buSzTx/>
              <a:buFontTx/>
              <a:buNone/>
              <a:tabLst/>
              <a:defRPr/>
            </a:pPr>
            <a:r>
              <a:rPr kumimoji="0" lang="en-US" sz="1333" b="0" i="0" u="none" strike="noStrike" kern="1200" cap="none" spc="0" normalizeH="0" baseline="0" noProof="0">
                <a:ln>
                  <a:noFill/>
                </a:ln>
                <a:solidFill>
                  <a:srgbClr val="616673"/>
                </a:solidFill>
                <a:effectLst/>
                <a:uLnTx/>
                <a:uFillTx/>
                <a:latin typeface="Lato Light" panose="020F0502020204030203" pitchFamily="34" charset="0"/>
                <a:ea typeface="Lato Light" panose="020F0502020204030203" pitchFamily="34" charset="0"/>
                <a:cs typeface="Lato Light" panose="020F0502020204030203" pitchFamily="34" charset="0"/>
              </a:rPr>
              <a:t>Lorem ipsum dolor sit </a:t>
            </a:r>
            <a:r>
              <a:rPr kumimoji="0" lang="en-US" sz="1333" b="0" i="0" u="none" strike="noStrike" kern="1200" cap="none" spc="0" normalizeH="0" baseline="0" noProof="0" err="1">
                <a:ln>
                  <a:noFill/>
                </a:ln>
                <a:solidFill>
                  <a:srgbClr val="616673"/>
                </a:solidFill>
                <a:effectLst/>
                <a:uLnTx/>
                <a:uFillTx/>
                <a:latin typeface="Lato Light" panose="020F0502020204030203" pitchFamily="34" charset="0"/>
                <a:ea typeface="Lato Light" panose="020F0502020204030203" pitchFamily="34" charset="0"/>
                <a:cs typeface="Lato Light" panose="020F0502020204030203" pitchFamily="34" charset="0"/>
              </a:rPr>
              <a:t>amet</a:t>
            </a:r>
            <a:r>
              <a:rPr kumimoji="0" lang="en-US" sz="1333" b="0" i="0" u="none" strike="noStrike" kern="1200" cap="none" spc="0" normalizeH="0" baseline="0" noProof="0">
                <a:ln>
                  <a:noFill/>
                </a:ln>
                <a:solidFill>
                  <a:srgbClr val="616673"/>
                </a:solidFill>
                <a:effectLst/>
                <a:uLnTx/>
                <a:uFillTx/>
                <a:latin typeface="Lato Light" panose="020F0502020204030203" pitchFamily="34" charset="0"/>
                <a:ea typeface="Lato Light" panose="020F0502020204030203" pitchFamily="34" charset="0"/>
                <a:cs typeface="Lato Light" panose="020F0502020204030203" pitchFamily="34" charset="0"/>
              </a:rPr>
              <a:t>, </a:t>
            </a:r>
            <a:r>
              <a:rPr kumimoji="0" lang="en-US" sz="1333" b="0" i="0" u="none" strike="noStrike" kern="1200" cap="none" spc="0" normalizeH="0" baseline="0" noProof="0" err="1">
                <a:ln>
                  <a:noFill/>
                </a:ln>
                <a:solidFill>
                  <a:srgbClr val="616673"/>
                </a:solidFill>
                <a:effectLst/>
                <a:uLnTx/>
                <a:uFillTx/>
                <a:latin typeface="Lato Light" panose="020F0502020204030203" pitchFamily="34" charset="0"/>
                <a:ea typeface="Lato Light" panose="020F0502020204030203" pitchFamily="34" charset="0"/>
                <a:cs typeface="Lato Light" panose="020F0502020204030203" pitchFamily="34" charset="0"/>
              </a:rPr>
              <a:t>consectetur</a:t>
            </a:r>
            <a:r>
              <a:rPr kumimoji="0" lang="en-US" sz="1333" b="0" i="0" u="none" strike="noStrike" kern="1200" cap="none" spc="0" normalizeH="0" baseline="0" noProof="0">
                <a:ln>
                  <a:noFill/>
                </a:ln>
                <a:solidFill>
                  <a:srgbClr val="616673"/>
                </a:solidFill>
                <a:effectLst/>
                <a:uLnTx/>
                <a:uFillTx/>
                <a:latin typeface="Lato Light" panose="020F0502020204030203" pitchFamily="34" charset="0"/>
                <a:ea typeface="Lato Light" panose="020F0502020204030203" pitchFamily="34" charset="0"/>
                <a:cs typeface="Lato Light" panose="020F0502020204030203" pitchFamily="34" charset="0"/>
              </a:rPr>
              <a:t> </a:t>
            </a:r>
            <a:r>
              <a:rPr kumimoji="0" lang="en-US" sz="1333" b="0" i="0" u="none" strike="noStrike" kern="1200" cap="none" spc="0" normalizeH="0" baseline="0" noProof="0" err="1">
                <a:ln>
                  <a:noFill/>
                </a:ln>
                <a:solidFill>
                  <a:srgbClr val="616673"/>
                </a:solidFill>
                <a:effectLst/>
                <a:uLnTx/>
                <a:uFillTx/>
                <a:latin typeface="Lato Light" panose="020F0502020204030203" pitchFamily="34" charset="0"/>
                <a:ea typeface="Lato Light" panose="020F0502020204030203" pitchFamily="34" charset="0"/>
                <a:cs typeface="Lato Light" panose="020F0502020204030203" pitchFamily="34" charset="0"/>
              </a:rPr>
              <a:t>adipiscing</a:t>
            </a:r>
            <a:r>
              <a:rPr kumimoji="0" lang="en-US" sz="1333" b="0" i="0" u="none" strike="noStrike" kern="1200" cap="none" spc="0" normalizeH="0" baseline="0" noProof="0">
                <a:ln>
                  <a:noFill/>
                </a:ln>
                <a:solidFill>
                  <a:srgbClr val="616673"/>
                </a:solidFill>
                <a:effectLst/>
                <a:uLnTx/>
                <a:uFillTx/>
                <a:latin typeface="Lato Light" panose="020F0502020204030203" pitchFamily="34" charset="0"/>
                <a:ea typeface="Lato Light" panose="020F0502020204030203" pitchFamily="34" charset="0"/>
                <a:cs typeface="Lato Light" panose="020F0502020204030203" pitchFamily="34" charset="0"/>
              </a:rPr>
              <a:t> </a:t>
            </a:r>
            <a:r>
              <a:rPr kumimoji="0" lang="en-US" sz="1333" b="0" i="0" u="none" strike="noStrike" kern="1200" cap="none" spc="0" normalizeH="0" baseline="0" noProof="0" err="1">
                <a:ln>
                  <a:noFill/>
                </a:ln>
                <a:solidFill>
                  <a:srgbClr val="616673"/>
                </a:solidFill>
                <a:effectLst/>
                <a:uLnTx/>
                <a:uFillTx/>
                <a:latin typeface="Lato Light" panose="020F0502020204030203" pitchFamily="34" charset="0"/>
                <a:ea typeface="Lato Light" panose="020F0502020204030203" pitchFamily="34" charset="0"/>
                <a:cs typeface="Lato Light" panose="020F0502020204030203" pitchFamily="34" charset="0"/>
              </a:rPr>
              <a:t>elit</a:t>
            </a:r>
            <a:r>
              <a:rPr kumimoji="0" lang="en-US" sz="1333" b="0" i="0" u="none" strike="noStrike" kern="1200" cap="none" spc="0" normalizeH="0" baseline="0" noProof="0">
                <a:ln>
                  <a:noFill/>
                </a:ln>
                <a:solidFill>
                  <a:srgbClr val="616673"/>
                </a:solidFill>
                <a:effectLst/>
                <a:uLnTx/>
                <a:uFillTx/>
                <a:latin typeface="Lato Light" panose="020F0502020204030203" pitchFamily="34" charset="0"/>
                <a:ea typeface="Lato Light" panose="020F0502020204030203" pitchFamily="34" charset="0"/>
                <a:cs typeface="Lato Light" panose="020F0502020204030203" pitchFamily="34" charset="0"/>
              </a:rPr>
              <a:t>. </a:t>
            </a:r>
          </a:p>
        </p:txBody>
      </p:sp>
      <p:sp>
        <p:nvSpPr>
          <p:cNvPr id="44" name="Text Placeholder 41">
            <a:extLst>
              <a:ext uri="{FF2B5EF4-FFF2-40B4-BE49-F238E27FC236}">
                <a16:creationId xmlns:a16="http://schemas.microsoft.com/office/drawing/2014/main" id="{4CCF0DDF-651A-104C-A1F1-98E110CD014D}"/>
              </a:ext>
            </a:extLst>
          </p:cNvPr>
          <p:cNvSpPr>
            <a:spLocks noGrp="1"/>
          </p:cNvSpPr>
          <p:nvPr>
            <p:ph type="body" sz="quarter" idx="16" hasCustomPrompt="1"/>
          </p:nvPr>
        </p:nvSpPr>
        <p:spPr>
          <a:xfrm>
            <a:off x="7802763" y="2441336"/>
            <a:ext cx="2279651" cy="2182283"/>
          </a:xfrm>
        </p:spPr>
        <p:txBody>
          <a:bodyPr/>
          <a:lstStyle>
            <a:lvl1pPr marL="0" marR="0" indent="0" algn="l" defTabSz="609585" rtl="0" eaLnBrk="1" fontAlgn="auto" latinLnBrk="0" hangingPunct="1">
              <a:lnSpc>
                <a:spcPct val="100000"/>
              </a:lnSpc>
              <a:spcBef>
                <a:spcPts val="0"/>
              </a:spcBef>
              <a:spcAft>
                <a:spcPts val="267"/>
              </a:spcAft>
              <a:buClrTx/>
              <a:buSzTx/>
              <a:buFontTx/>
              <a:buNone/>
              <a:tabLst/>
              <a:defRPr/>
            </a:lvl1pPr>
          </a:lstStyle>
          <a:p>
            <a:pPr marL="0" marR="0" lvl="0" indent="0" algn="l" defTabSz="812760" rtl="0" eaLnBrk="1" fontAlgn="auto" latinLnBrk="0" hangingPunct="1">
              <a:lnSpc>
                <a:spcPct val="100000"/>
              </a:lnSpc>
              <a:spcBef>
                <a:spcPct val="20000"/>
              </a:spcBef>
              <a:spcAft>
                <a:spcPts val="800"/>
              </a:spcAft>
              <a:buClrTx/>
              <a:buSzPct val="120000"/>
              <a:buFontTx/>
              <a:buNone/>
              <a:tabLst/>
              <a:defRPr/>
            </a:pPr>
            <a:r>
              <a:rPr kumimoji="0" lang="en-US" sz="1867" b="0" i="0" u="none" strike="noStrike" kern="1200" cap="none" spc="0" normalizeH="0" baseline="0" noProof="0">
                <a:ln>
                  <a:noFill/>
                </a:ln>
                <a:solidFill>
                  <a:srgbClr val="616673"/>
                </a:solidFill>
                <a:effectLst/>
                <a:uLnTx/>
                <a:uFillTx/>
                <a:latin typeface="Lato" panose="020F0502020204030203" pitchFamily="34" charset="0"/>
                <a:ea typeface="Lato" panose="020F0502020204030203" pitchFamily="34" charset="0"/>
                <a:cs typeface="Lato" panose="020F0502020204030203" pitchFamily="34" charset="0"/>
              </a:rPr>
              <a:t>Lorem Ipsum</a:t>
            </a:r>
          </a:p>
          <a:p>
            <a:pPr marL="0" marR="0" lvl="0" indent="0" algn="l" defTabSz="609585" rtl="0" eaLnBrk="1" fontAlgn="auto" latinLnBrk="0" hangingPunct="1">
              <a:lnSpc>
                <a:spcPct val="100000"/>
              </a:lnSpc>
              <a:spcBef>
                <a:spcPts val="0"/>
              </a:spcBef>
              <a:spcAft>
                <a:spcPts val="267"/>
              </a:spcAft>
              <a:buClrTx/>
              <a:buSzTx/>
              <a:buFontTx/>
              <a:buNone/>
              <a:tabLst/>
              <a:defRPr/>
            </a:pPr>
            <a:r>
              <a:rPr kumimoji="0" lang="en-US" sz="1333" b="0" i="0" u="none" strike="noStrike" kern="1200" cap="none" spc="0" normalizeH="0" baseline="0" noProof="0">
                <a:ln>
                  <a:noFill/>
                </a:ln>
                <a:solidFill>
                  <a:srgbClr val="616673"/>
                </a:solidFill>
                <a:effectLst/>
                <a:uLnTx/>
                <a:uFillTx/>
                <a:latin typeface="Lato Light" panose="020F0502020204030203" pitchFamily="34" charset="0"/>
                <a:ea typeface="Lato Light" panose="020F0502020204030203" pitchFamily="34" charset="0"/>
                <a:cs typeface="Lato Light" panose="020F0502020204030203" pitchFamily="34" charset="0"/>
              </a:rPr>
              <a:t>Lorem ipsum dolor sit </a:t>
            </a:r>
            <a:r>
              <a:rPr kumimoji="0" lang="en-US" sz="1333" b="0" i="0" u="none" strike="noStrike" kern="1200" cap="none" spc="0" normalizeH="0" baseline="0" noProof="0" err="1">
                <a:ln>
                  <a:noFill/>
                </a:ln>
                <a:solidFill>
                  <a:srgbClr val="616673"/>
                </a:solidFill>
                <a:effectLst/>
                <a:uLnTx/>
                <a:uFillTx/>
                <a:latin typeface="Lato Light" panose="020F0502020204030203" pitchFamily="34" charset="0"/>
                <a:ea typeface="Lato Light" panose="020F0502020204030203" pitchFamily="34" charset="0"/>
                <a:cs typeface="Lato Light" panose="020F0502020204030203" pitchFamily="34" charset="0"/>
              </a:rPr>
              <a:t>amet</a:t>
            </a:r>
            <a:r>
              <a:rPr kumimoji="0" lang="en-US" sz="1333" b="0" i="0" u="none" strike="noStrike" kern="1200" cap="none" spc="0" normalizeH="0" baseline="0" noProof="0">
                <a:ln>
                  <a:noFill/>
                </a:ln>
                <a:solidFill>
                  <a:srgbClr val="616673"/>
                </a:solidFill>
                <a:effectLst/>
                <a:uLnTx/>
                <a:uFillTx/>
                <a:latin typeface="Lato Light" panose="020F0502020204030203" pitchFamily="34" charset="0"/>
                <a:ea typeface="Lato Light" panose="020F0502020204030203" pitchFamily="34" charset="0"/>
                <a:cs typeface="Lato Light" panose="020F0502020204030203" pitchFamily="34" charset="0"/>
              </a:rPr>
              <a:t>, </a:t>
            </a:r>
            <a:r>
              <a:rPr kumimoji="0" lang="en-US" sz="1333" b="0" i="0" u="none" strike="noStrike" kern="1200" cap="none" spc="0" normalizeH="0" baseline="0" noProof="0" err="1">
                <a:ln>
                  <a:noFill/>
                </a:ln>
                <a:solidFill>
                  <a:srgbClr val="616673"/>
                </a:solidFill>
                <a:effectLst/>
                <a:uLnTx/>
                <a:uFillTx/>
                <a:latin typeface="Lato Light" panose="020F0502020204030203" pitchFamily="34" charset="0"/>
                <a:ea typeface="Lato Light" panose="020F0502020204030203" pitchFamily="34" charset="0"/>
                <a:cs typeface="Lato Light" panose="020F0502020204030203" pitchFamily="34" charset="0"/>
              </a:rPr>
              <a:t>consectetur</a:t>
            </a:r>
            <a:r>
              <a:rPr kumimoji="0" lang="en-US" sz="1333" b="0" i="0" u="none" strike="noStrike" kern="1200" cap="none" spc="0" normalizeH="0" baseline="0" noProof="0">
                <a:ln>
                  <a:noFill/>
                </a:ln>
                <a:solidFill>
                  <a:srgbClr val="616673"/>
                </a:solidFill>
                <a:effectLst/>
                <a:uLnTx/>
                <a:uFillTx/>
                <a:latin typeface="Lato Light" panose="020F0502020204030203" pitchFamily="34" charset="0"/>
                <a:ea typeface="Lato Light" panose="020F0502020204030203" pitchFamily="34" charset="0"/>
                <a:cs typeface="Lato Light" panose="020F0502020204030203" pitchFamily="34" charset="0"/>
              </a:rPr>
              <a:t> </a:t>
            </a:r>
            <a:r>
              <a:rPr kumimoji="0" lang="en-US" sz="1333" b="0" i="0" u="none" strike="noStrike" kern="1200" cap="none" spc="0" normalizeH="0" baseline="0" noProof="0" err="1">
                <a:ln>
                  <a:noFill/>
                </a:ln>
                <a:solidFill>
                  <a:srgbClr val="616673"/>
                </a:solidFill>
                <a:effectLst/>
                <a:uLnTx/>
                <a:uFillTx/>
                <a:latin typeface="Lato Light" panose="020F0502020204030203" pitchFamily="34" charset="0"/>
                <a:ea typeface="Lato Light" panose="020F0502020204030203" pitchFamily="34" charset="0"/>
                <a:cs typeface="Lato Light" panose="020F0502020204030203" pitchFamily="34" charset="0"/>
              </a:rPr>
              <a:t>adipiscing</a:t>
            </a:r>
            <a:r>
              <a:rPr kumimoji="0" lang="en-US" sz="1333" b="0" i="0" u="none" strike="noStrike" kern="1200" cap="none" spc="0" normalizeH="0" baseline="0" noProof="0">
                <a:ln>
                  <a:noFill/>
                </a:ln>
                <a:solidFill>
                  <a:srgbClr val="616673"/>
                </a:solidFill>
                <a:effectLst/>
                <a:uLnTx/>
                <a:uFillTx/>
                <a:latin typeface="Lato Light" panose="020F0502020204030203" pitchFamily="34" charset="0"/>
                <a:ea typeface="Lato Light" panose="020F0502020204030203" pitchFamily="34" charset="0"/>
                <a:cs typeface="Lato Light" panose="020F0502020204030203" pitchFamily="34" charset="0"/>
              </a:rPr>
              <a:t> </a:t>
            </a:r>
            <a:r>
              <a:rPr kumimoji="0" lang="en-US" sz="1333" b="0" i="0" u="none" strike="noStrike" kern="1200" cap="none" spc="0" normalizeH="0" baseline="0" noProof="0" err="1">
                <a:ln>
                  <a:noFill/>
                </a:ln>
                <a:solidFill>
                  <a:srgbClr val="616673"/>
                </a:solidFill>
                <a:effectLst/>
                <a:uLnTx/>
                <a:uFillTx/>
                <a:latin typeface="Lato Light" panose="020F0502020204030203" pitchFamily="34" charset="0"/>
                <a:ea typeface="Lato Light" panose="020F0502020204030203" pitchFamily="34" charset="0"/>
                <a:cs typeface="Lato Light" panose="020F0502020204030203" pitchFamily="34" charset="0"/>
              </a:rPr>
              <a:t>elit</a:t>
            </a:r>
            <a:r>
              <a:rPr kumimoji="0" lang="en-US" sz="1333" b="0" i="0" u="none" strike="noStrike" kern="1200" cap="none" spc="0" normalizeH="0" baseline="0" noProof="0">
                <a:ln>
                  <a:noFill/>
                </a:ln>
                <a:solidFill>
                  <a:srgbClr val="616673"/>
                </a:solidFill>
                <a:effectLst/>
                <a:uLnTx/>
                <a:uFillTx/>
                <a:latin typeface="Lato Light" panose="020F0502020204030203" pitchFamily="34" charset="0"/>
                <a:ea typeface="Lato Light" panose="020F0502020204030203" pitchFamily="34" charset="0"/>
                <a:cs typeface="Lato Light" panose="020F0502020204030203" pitchFamily="34" charset="0"/>
              </a:rPr>
              <a:t>. </a:t>
            </a:r>
          </a:p>
        </p:txBody>
      </p:sp>
      <p:sp>
        <p:nvSpPr>
          <p:cNvPr id="45" name="Text Placeholder 41">
            <a:extLst>
              <a:ext uri="{FF2B5EF4-FFF2-40B4-BE49-F238E27FC236}">
                <a16:creationId xmlns:a16="http://schemas.microsoft.com/office/drawing/2014/main" id="{CC2C1B68-B3E4-174E-837D-CFD373DF0987}"/>
              </a:ext>
            </a:extLst>
          </p:cNvPr>
          <p:cNvSpPr>
            <a:spLocks noGrp="1"/>
          </p:cNvSpPr>
          <p:nvPr>
            <p:ph type="body" sz="quarter" idx="17" hasCustomPrompt="1"/>
          </p:nvPr>
        </p:nvSpPr>
        <p:spPr>
          <a:xfrm>
            <a:off x="2353605" y="5289935"/>
            <a:ext cx="7627884" cy="1023932"/>
          </a:xfrm>
        </p:spPr>
        <p:txBody>
          <a:bodyPr/>
          <a:lstStyle>
            <a:lvl1pPr marL="0" marR="0" indent="0" algn="ctr" defTabSz="609585" rtl="0" eaLnBrk="1" fontAlgn="auto" latinLnBrk="0" hangingPunct="1">
              <a:lnSpc>
                <a:spcPct val="100000"/>
              </a:lnSpc>
              <a:spcBef>
                <a:spcPts val="0"/>
              </a:spcBef>
              <a:spcAft>
                <a:spcPts val="267"/>
              </a:spcAft>
              <a:buClrTx/>
              <a:buSzTx/>
              <a:buFontTx/>
              <a:buNone/>
              <a:tabLst/>
              <a:defRPr/>
            </a:lvl1pPr>
          </a:lstStyle>
          <a:p>
            <a:pPr marL="0" marR="0" lvl="0" indent="0" algn="l" defTabSz="812760" rtl="0" eaLnBrk="1" fontAlgn="auto" latinLnBrk="0" hangingPunct="1">
              <a:lnSpc>
                <a:spcPct val="100000"/>
              </a:lnSpc>
              <a:spcBef>
                <a:spcPct val="20000"/>
              </a:spcBef>
              <a:spcAft>
                <a:spcPts val="800"/>
              </a:spcAft>
              <a:buClrTx/>
              <a:buSzPct val="120000"/>
              <a:buFontTx/>
              <a:buNone/>
              <a:tabLst/>
              <a:defRPr/>
            </a:pPr>
            <a:r>
              <a:rPr kumimoji="0" lang="en-US" sz="1867" b="0" i="0" u="none" strike="noStrike" kern="1200" cap="none" spc="0" normalizeH="0" baseline="0" noProof="0">
                <a:ln>
                  <a:noFill/>
                </a:ln>
                <a:solidFill>
                  <a:srgbClr val="616673"/>
                </a:solidFill>
                <a:effectLst/>
                <a:uLnTx/>
                <a:uFillTx/>
                <a:latin typeface="Lato" panose="020F0502020204030203" pitchFamily="34" charset="0"/>
                <a:ea typeface="Lato" panose="020F0502020204030203" pitchFamily="34" charset="0"/>
                <a:cs typeface="Lato" panose="020F0502020204030203" pitchFamily="34" charset="0"/>
              </a:rPr>
              <a:t>Lorem Ipsum</a:t>
            </a:r>
          </a:p>
          <a:p>
            <a:pPr marL="0" marR="0" lvl="0" indent="0" algn="l" defTabSz="609585" rtl="0" eaLnBrk="1" fontAlgn="auto" latinLnBrk="0" hangingPunct="1">
              <a:lnSpc>
                <a:spcPct val="100000"/>
              </a:lnSpc>
              <a:spcBef>
                <a:spcPts val="0"/>
              </a:spcBef>
              <a:spcAft>
                <a:spcPts val="267"/>
              </a:spcAft>
              <a:buClrTx/>
              <a:buSzTx/>
              <a:buFontTx/>
              <a:buNone/>
              <a:tabLst/>
              <a:defRPr/>
            </a:pPr>
            <a:r>
              <a:rPr kumimoji="0" lang="en-US" sz="1333" b="0" i="0" u="none" strike="noStrike" kern="1200" cap="none" spc="0" normalizeH="0" baseline="0" noProof="0">
                <a:ln>
                  <a:noFill/>
                </a:ln>
                <a:solidFill>
                  <a:srgbClr val="616673"/>
                </a:solidFill>
                <a:effectLst/>
                <a:uLnTx/>
                <a:uFillTx/>
                <a:latin typeface="Lato Light" panose="020F0502020204030203" pitchFamily="34" charset="0"/>
                <a:ea typeface="Lato Light" panose="020F0502020204030203" pitchFamily="34" charset="0"/>
                <a:cs typeface="Lato Light" panose="020F0502020204030203" pitchFamily="34" charset="0"/>
              </a:rPr>
              <a:t>Lorem ipsum dolor sit </a:t>
            </a:r>
            <a:r>
              <a:rPr kumimoji="0" lang="en-US" sz="1333" b="0" i="0" u="none" strike="noStrike" kern="1200" cap="none" spc="0" normalizeH="0" baseline="0" noProof="0" err="1">
                <a:ln>
                  <a:noFill/>
                </a:ln>
                <a:solidFill>
                  <a:srgbClr val="616673"/>
                </a:solidFill>
                <a:effectLst/>
                <a:uLnTx/>
                <a:uFillTx/>
                <a:latin typeface="Lato Light" panose="020F0502020204030203" pitchFamily="34" charset="0"/>
                <a:ea typeface="Lato Light" panose="020F0502020204030203" pitchFamily="34" charset="0"/>
                <a:cs typeface="Lato Light" panose="020F0502020204030203" pitchFamily="34" charset="0"/>
              </a:rPr>
              <a:t>amet</a:t>
            </a:r>
            <a:r>
              <a:rPr kumimoji="0" lang="en-US" sz="1333" b="0" i="0" u="none" strike="noStrike" kern="1200" cap="none" spc="0" normalizeH="0" baseline="0" noProof="0">
                <a:ln>
                  <a:noFill/>
                </a:ln>
                <a:solidFill>
                  <a:srgbClr val="616673"/>
                </a:solidFill>
                <a:effectLst/>
                <a:uLnTx/>
                <a:uFillTx/>
                <a:latin typeface="Lato Light" panose="020F0502020204030203" pitchFamily="34" charset="0"/>
                <a:ea typeface="Lato Light" panose="020F0502020204030203" pitchFamily="34" charset="0"/>
                <a:cs typeface="Lato Light" panose="020F0502020204030203" pitchFamily="34" charset="0"/>
              </a:rPr>
              <a:t>, </a:t>
            </a:r>
            <a:r>
              <a:rPr kumimoji="0" lang="en-US" sz="1333" b="0" i="0" u="none" strike="noStrike" kern="1200" cap="none" spc="0" normalizeH="0" baseline="0" noProof="0" err="1">
                <a:ln>
                  <a:noFill/>
                </a:ln>
                <a:solidFill>
                  <a:srgbClr val="616673"/>
                </a:solidFill>
                <a:effectLst/>
                <a:uLnTx/>
                <a:uFillTx/>
                <a:latin typeface="Lato Light" panose="020F0502020204030203" pitchFamily="34" charset="0"/>
                <a:ea typeface="Lato Light" panose="020F0502020204030203" pitchFamily="34" charset="0"/>
                <a:cs typeface="Lato Light" panose="020F0502020204030203" pitchFamily="34" charset="0"/>
              </a:rPr>
              <a:t>consectetur</a:t>
            </a:r>
            <a:r>
              <a:rPr kumimoji="0" lang="en-US" sz="1333" b="0" i="0" u="none" strike="noStrike" kern="1200" cap="none" spc="0" normalizeH="0" baseline="0" noProof="0">
                <a:ln>
                  <a:noFill/>
                </a:ln>
                <a:solidFill>
                  <a:srgbClr val="616673"/>
                </a:solidFill>
                <a:effectLst/>
                <a:uLnTx/>
                <a:uFillTx/>
                <a:latin typeface="Lato Light" panose="020F0502020204030203" pitchFamily="34" charset="0"/>
                <a:ea typeface="Lato Light" panose="020F0502020204030203" pitchFamily="34" charset="0"/>
                <a:cs typeface="Lato Light" panose="020F0502020204030203" pitchFamily="34" charset="0"/>
              </a:rPr>
              <a:t> </a:t>
            </a:r>
            <a:r>
              <a:rPr kumimoji="0" lang="en-US" sz="1333" b="0" i="0" u="none" strike="noStrike" kern="1200" cap="none" spc="0" normalizeH="0" baseline="0" noProof="0" err="1">
                <a:ln>
                  <a:noFill/>
                </a:ln>
                <a:solidFill>
                  <a:srgbClr val="616673"/>
                </a:solidFill>
                <a:effectLst/>
                <a:uLnTx/>
                <a:uFillTx/>
                <a:latin typeface="Lato Light" panose="020F0502020204030203" pitchFamily="34" charset="0"/>
                <a:ea typeface="Lato Light" panose="020F0502020204030203" pitchFamily="34" charset="0"/>
                <a:cs typeface="Lato Light" panose="020F0502020204030203" pitchFamily="34" charset="0"/>
              </a:rPr>
              <a:t>adipiscing</a:t>
            </a:r>
            <a:r>
              <a:rPr kumimoji="0" lang="en-US" sz="1333" b="0" i="0" u="none" strike="noStrike" kern="1200" cap="none" spc="0" normalizeH="0" baseline="0" noProof="0">
                <a:ln>
                  <a:noFill/>
                </a:ln>
                <a:solidFill>
                  <a:srgbClr val="616673"/>
                </a:solidFill>
                <a:effectLst/>
                <a:uLnTx/>
                <a:uFillTx/>
                <a:latin typeface="Lato Light" panose="020F0502020204030203" pitchFamily="34" charset="0"/>
                <a:ea typeface="Lato Light" panose="020F0502020204030203" pitchFamily="34" charset="0"/>
                <a:cs typeface="Lato Light" panose="020F0502020204030203" pitchFamily="34" charset="0"/>
              </a:rPr>
              <a:t> </a:t>
            </a:r>
            <a:r>
              <a:rPr kumimoji="0" lang="en-US" sz="1333" b="0" i="0" u="none" strike="noStrike" kern="1200" cap="none" spc="0" normalizeH="0" baseline="0" noProof="0" err="1">
                <a:ln>
                  <a:noFill/>
                </a:ln>
                <a:solidFill>
                  <a:srgbClr val="616673"/>
                </a:solidFill>
                <a:effectLst/>
                <a:uLnTx/>
                <a:uFillTx/>
                <a:latin typeface="Lato Light" panose="020F0502020204030203" pitchFamily="34" charset="0"/>
                <a:ea typeface="Lato Light" panose="020F0502020204030203" pitchFamily="34" charset="0"/>
                <a:cs typeface="Lato Light" panose="020F0502020204030203" pitchFamily="34" charset="0"/>
              </a:rPr>
              <a:t>elit</a:t>
            </a:r>
            <a:r>
              <a:rPr kumimoji="0" lang="en-US" sz="1333" b="0" i="0" u="none" strike="noStrike" kern="1200" cap="none" spc="0" normalizeH="0" baseline="0" noProof="0">
                <a:ln>
                  <a:noFill/>
                </a:ln>
                <a:solidFill>
                  <a:srgbClr val="616673"/>
                </a:solidFill>
                <a:effectLst/>
                <a:uLnTx/>
                <a:uFillTx/>
                <a:latin typeface="Lato Light" panose="020F0502020204030203" pitchFamily="34" charset="0"/>
                <a:ea typeface="Lato Light" panose="020F0502020204030203" pitchFamily="34" charset="0"/>
                <a:cs typeface="Lato Light" panose="020F0502020204030203" pitchFamily="34" charset="0"/>
              </a:rPr>
              <a:t>. </a:t>
            </a:r>
          </a:p>
        </p:txBody>
      </p:sp>
    </p:spTree>
    <p:extLst>
      <p:ext uri="{BB962C8B-B14F-4D97-AF65-F5344CB8AC3E}">
        <p14:creationId xmlns:p14="http://schemas.microsoft.com/office/powerpoint/2010/main" val="685462763"/>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07033397-15D1-3546-A61B-B7A7E0DEB28F}"/>
              </a:ext>
            </a:extLst>
          </p:cNvPr>
          <p:cNvSpPr>
            <a:spLocks noGrp="1"/>
          </p:cNvSpPr>
          <p:nvPr>
            <p:ph type="sldNum" sz="quarter" idx="12"/>
          </p:nvPr>
        </p:nvSpPr>
        <p:spPr>
          <a:xfrm>
            <a:off x="1" y="6418136"/>
            <a:ext cx="374375" cy="365125"/>
          </a:xfrm>
          <a:prstGeom prst="rect">
            <a:avLst/>
          </a:prstGeom>
        </p:spPr>
        <p:txBody>
          <a:bodyPr/>
          <a:lstStyle>
            <a:lvl1pPr>
              <a:defRPr sz="800" b="0" i="0">
                <a:solidFill>
                  <a:schemeClr val="accent6">
                    <a:lumMod val="40000"/>
                    <a:lumOff val="60000"/>
                  </a:schemeClr>
                </a:solidFill>
                <a:latin typeface="Lato Light" panose="020F0502020204030203" pitchFamily="34" charset="0"/>
                <a:ea typeface="Lato Light" panose="020F0502020204030203" pitchFamily="34" charset="0"/>
                <a:cs typeface="Lato Light" panose="020F0502020204030203" pitchFamily="34" charset="0"/>
              </a:defRPr>
            </a:lvl1pPr>
          </a:lstStyle>
          <a:p>
            <a:fld id="{6BED0942-9735-43C8-AB99-1366ADCBF3AF}" type="slidenum">
              <a:rPr lang="en-US" smtClean="0"/>
              <a:pPr/>
              <a:t>‹#›</a:t>
            </a:fld>
            <a:endParaRPr lang="en-US"/>
          </a:p>
        </p:txBody>
      </p:sp>
      <p:pic>
        <p:nvPicPr>
          <p:cNvPr id="4" name="Picture 3" descr="A person standing in front of a building&#10;&#10;Description automatically generated">
            <a:extLst>
              <a:ext uri="{FF2B5EF4-FFF2-40B4-BE49-F238E27FC236}">
                <a16:creationId xmlns:a16="http://schemas.microsoft.com/office/drawing/2014/main" id="{D94C3DC5-61BC-2F40-BDD4-CCAE5F6093C6}"/>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4542" y="0"/>
            <a:ext cx="3454396" cy="6858000"/>
          </a:xfrm>
          <a:prstGeom prst="rect">
            <a:avLst/>
          </a:prstGeom>
        </p:spPr>
      </p:pic>
      <p:grpSp>
        <p:nvGrpSpPr>
          <p:cNvPr id="8" name="Group 7">
            <a:extLst>
              <a:ext uri="{FF2B5EF4-FFF2-40B4-BE49-F238E27FC236}">
                <a16:creationId xmlns:a16="http://schemas.microsoft.com/office/drawing/2014/main" id="{030DA69A-7B59-F441-89EE-94A4B266934A}"/>
              </a:ext>
            </a:extLst>
          </p:cNvPr>
          <p:cNvGrpSpPr/>
          <p:nvPr/>
        </p:nvGrpSpPr>
        <p:grpSpPr>
          <a:xfrm>
            <a:off x="4021667" y="-14533"/>
            <a:ext cx="60959" cy="1521600"/>
            <a:chOff x="452509" y="-10900"/>
            <a:chExt cx="45719" cy="1141200"/>
          </a:xfrm>
        </p:grpSpPr>
        <p:cxnSp>
          <p:nvCxnSpPr>
            <p:cNvPr id="9" name="Straight Connector 8">
              <a:extLst>
                <a:ext uri="{FF2B5EF4-FFF2-40B4-BE49-F238E27FC236}">
                  <a16:creationId xmlns:a16="http://schemas.microsoft.com/office/drawing/2014/main" id="{19B689F4-EA48-2F45-AB7D-72199465F75F}"/>
                </a:ext>
              </a:extLst>
            </p:cNvPr>
            <p:cNvCxnSpPr>
              <a:cxnSpLocks/>
            </p:cNvCxnSpPr>
            <p:nvPr/>
          </p:nvCxnSpPr>
          <p:spPr>
            <a:xfrm>
              <a:off x="472574" y="-10900"/>
              <a:ext cx="0" cy="1141200"/>
            </a:xfrm>
            <a:prstGeom prst="line">
              <a:avLst/>
            </a:prstGeom>
            <a:ln>
              <a:solidFill>
                <a:srgbClr val="A3B5BA"/>
              </a:solidFill>
            </a:ln>
          </p:spPr>
          <p:style>
            <a:lnRef idx="1">
              <a:schemeClr val="accent6"/>
            </a:lnRef>
            <a:fillRef idx="0">
              <a:schemeClr val="accent6"/>
            </a:fillRef>
            <a:effectRef idx="0">
              <a:schemeClr val="accent6"/>
            </a:effectRef>
            <a:fontRef idx="minor">
              <a:schemeClr val="tx1"/>
            </a:fontRef>
          </p:style>
        </p:cxnSp>
        <p:sp>
          <p:nvSpPr>
            <p:cNvPr id="10" name="Rectangle 9">
              <a:extLst>
                <a:ext uri="{FF2B5EF4-FFF2-40B4-BE49-F238E27FC236}">
                  <a16:creationId xmlns:a16="http://schemas.microsoft.com/office/drawing/2014/main" id="{D61465E5-CCDA-984C-8305-9A370C14C5EE}"/>
                </a:ext>
              </a:extLst>
            </p:cNvPr>
            <p:cNvSpPr/>
            <p:nvPr/>
          </p:nvSpPr>
          <p:spPr>
            <a:xfrm>
              <a:off x="452509" y="603250"/>
              <a:ext cx="45719" cy="31115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29" name="Content Placeholder 2">
            <a:extLst>
              <a:ext uri="{FF2B5EF4-FFF2-40B4-BE49-F238E27FC236}">
                <a16:creationId xmlns:a16="http://schemas.microsoft.com/office/drawing/2014/main" id="{A618C2B0-7089-FA40-9FEA-6792AB880ED0}"/>
              </a:ext>
            </a:extLst>
          </p:cNvPr>
          <p:cNvSpPr>
            <a:spLocks noGrp="1"/>
          </p:cNvSpPr>
          <p:nvPr>
            <p:ph sz="half" idx="14" hasCustomPrompt="1"/>
          </p:nvPr>
        </p:nvSpPr>
        <p:spPr>
          <a:xfrm>
            <a:off x="4651225" y="2919941"/>
            <a:ext cx="2005756" cy="3096331"/>
          </a:xfrm>
        </p:spPr>
        <p:txBody>
          <a:bodyPr>
            <a:noAutofit/>
          </a:bodyPr>
          <a:lstStyle>
            <a:lvl1pPr>
              <a:spcBef>
                <a:spcPts val="0"/>
              </a:spcBef>
              <a:spcAft>
                <a:spcPts val="933"/>
              </a:spcAft>
              <a:defRPr u="none">
                <a:solidFill>
                  <a:schemeClr val="accent6"/>
                </a:solidFill>
              </a:defRPr>
            </a:lvl1pPr>
            <a:lvl2pPr>
              <a:defRPr sz="1333"/>
            </a:lvl2pPr>
            <a:lvl3pPr>
              <a:defRPr sz="1267"/>
            </a:lvl3pPr>
            <a:lvl4pPr>
              <a:defRPr sz="1200"/>
            </a:lvl4pPr>
            <a:lvl5pPr>
              <a:defRPr sz="1200"/>
            </a:lvl5pPr>
          </a:lstStyle>
          <a:p>
            <a:pPr lvl="0"/>
            <a:r>
              <a:rPr lang="en-US"/>
              <a:t>Lorem Ipsum</a:t>
            </a:r>
          </a:p>
          <a:p>
            <a:pPr lvl="1"/>
            <a:r>
              <a:rPr lang="en-US"/>
              <a:t>Lorem ipsum</a:t>
            </a:r>
          </a:p>
          <a:p>
            <a:pPr lvl="2"/>
            <a:r>
              <a:rPr lang="en-US"/>
              <a:t>Lorem ipsum</a:t>
            </a:r>
          </a:p>
          <a:p>
            <a:pPr lvl="3"/>
            <a:r>
              <a:rPr lang="en-US"/>
              <a:t>Lorem ipsum</a:t>
            </a:r>
          </a:p>
          <a:p>
            <a:pPr lvl="4"/>
            <a:r>
              <a:rPr lang="en-US"/>
              <a:t>Lorem ipsum</a:t>
            </a:r>
          </a:p>
        </p:txBody>
      </p:sp>
      <p:sp>
        <p:nvSpPr>
          <p:cNvPr id="30" name="Content Placeholder 2">
            <a:extLst>
              <a:ext uri="{FF2B5EF4-FFF2-40B4-BE49-F238E27FC236}">
                <a16:creationId xmlns:a16="http://schemas.microsoft.com/office/drawing/2014/main" id="{C8000AB2-0E17-5C40-93EC-6798C51F08BB}"/>
              </a:ext>
            </a:extLst>
          </p:cNvPr>
          <p:cNvSpPr>
            <a:spLocks noGrp="1"/>
          </p:cNvSpPr>
          <p:nvPr>
            <p:ph sz="half" idx="15" hasCustomPrompt="1"/>
          </p:nvPr>
        </p:nvSpPr>
        <p:spPr>
          <a:xfrm>
            <a:off x="9120553" y="2919941"/>
            <a:ext cx="2005756" cy="3096331"/>
          </a:xfrm>
        </p:spPr>
        <p:txBody>
          <a:bodyPr>
            <a:noAutofit/>
          </a:bodyPr>
          <a:lstStyle>
            <a:lvl1pPr>
              <a:spcBef>
                <a:spcPts val="0"/>
              </a:spcBef>
              <a:spcAft>
                <a:spcPts val="933"/>
              </a:spcAft>
              <a:defRPr u="none">
                <a:solidFill>
                  <a:schemeClr val="accent6"/>
                </a:solidFill>
              </a:defRPr>
            </a:lvl1pPr>
            <a:lvl2pPr>
              <a:defRPr sz="1333"/>
            </a:lvl2pPr>
            <a:lvl3pPr>
              <a:defRPr sz="1267"/>
            </a:lvl3pPr>
            <a:lvl4pPr>
              <a:defRPr sz="1200"/>
            </a:lvl4pPr>
            <a:lvl5pPr>
              <a:defRPr sz="1200"/>
            </a:lvl5pPr>
          </a:lstStyle>
          <a:p>
            <a:pPr lvl="0"/>
            <a:r>
              <a:rPr lang="en-US"/>
              <a:t>Lorem Ipsum</a:t>
            </a:r>
          </a:p>
          <a:p>
            <a:pPr lvl="1"/>
            <a:r>
              <a:rPr lang="en-US"/>
              <a:t>Lorem ipsum</a:t>
            </a:r>
          </a:p>
          <a:p>
            <a:pPr lvl="2"/>
            <a:r>
              <a:rPr lang="en-US"/>
              <a:t>Lorem ipsum</a:t>
            </a:r>
          </a:p>
          <a:p>
            <a:pPr lvl="3"/>
            <a:r>
              <a:rPr lang="en-US"/>
              <a:t>Lorem ipsum</a:t>
            </a:r>
          </a:p>
          <a:p>
            <a:pPr lvl="4"/>
            <a:r>
              <a:rPr lang="en-US"/>
              <a:t>Lorem ipsum</a:t>
            </a:r>
          </a:p>
        </p:txBody>
      </p:sp>
      <p:sp>
        <p:nvSpPr>
          <p:cNvPr id="31" name="Content Placeholder 2">
            <a:extLst>
              <a:ext uri="{FF2B5EF4-FFF2-40B4-BE49-F238E27FC236}">
                <a16:creationId xmlns:a16="http://schemas.microsoft.com/office/drawing/2014/main" id="{25723B2B-BA3A-4E47-AFA6-B62BB1089547}"/>
              </a:ext>
            </a:extLst>
          </p:cNvPr>
          <p:cNvSpPr>
            <a:spLocks noGrp="1"/>
          </p:cNvSpPr>
          <p:nvPr>
            <p:ph sz="half" idx="16" hasCustomPrompt="1"/>
          </p:nvPr>
        </p:nvSpPr>
        <p:spPr>
          <a:xfrm>
            <a:off x="6885889" y="2919941"/>
            <a:ext cx="2005756" cy="3096331"/>
          </a:xfrm>
        </p:spPr>
        <p:txBody>
          <a:bodyPr>
            <a:noAutofit/>
          </a:bodyPr>
          <a:lstStyle>
            <a:lvl1pPr>
              <a:spcBef>
                <a:spcPts val="0"/>
              </a:spcBef>
              <a:spcAft>
                <a:spcPts val="933"/>
              </a:spcAft>
              <a:defRPr u="none">
                <a:solidFill>
                  <a:schemeClr val="accent6"/>
                </a:solidFill>
              </a:defRPr>
            </a:lvl1pPr>
            <a:lvl2pPr>
              <a:defRPr sz="1333"/>
            </a:lvl2pPr>
            <a:lvl3pPr>
              <a:defRPr sz="1267"/>
            </a:lvl3pPr>
            <a:lvl4pPr>
              <a:defRPr sz="1200"/>
            </a:lvl4pPr>
            <a:lvl5pPr>
              <a:defRPr sz="1200"/>
            </a:lvl5pPr>
          </a:lstStyle>
          <a:p>
            <a:pPr lvl="0"/>
            <a:r>
              <a:rPr lang="en-US"/>
              <a:t>Lorem Ipsum</a:t>
            </a:r>
          </a:p>
          <a:p>
            <a:pPr lvl="1"/>
            <a:r>
              <a:rPr lang="en-US"/>
              <a:t>Lorem ipsum</a:t>
            </a:r>
          </a:p>
          <a:p>
            <a:pPr lvl="2"/>
            <a:r>
              <a:rPr lang="en-US"/>
              <a:t>Lorem ipsum</a:t>
            </a:r>
          </a:p>
          <a:p>
            <a:pPr lvl="3"/>
            <a:r>
              <a:rPr lang="en-US"/>
              <a:t>Lorem ipsum</a:t>
            </a:r>
          </a:p>
          <a:p>
            <a:pPr lvl="4"/>
            <a:r>
              <a:rPr lang="en-US"/>
              <a:t>Lorem ipsum</a:t>
            </a:r>
          </a:p>
        </p:txBody>
      </p:sp>
      <p:sp>
        <p:nvSpPr>
          <p:cNvPr id="32" name="Text Placeholder 11">
            <a:extLst>
              <a:ext uri="{FF2B5EF4-FFF2-40B4-BE49-F238E27FC236}">
                <a16:creationId xmlns:a16="http://schemas.microsoft.com/office/drawing/2014/main" id="{B1A6AB74-B91A-0649-BE1A-9CB8F8A971A5}"/>
              </a:ext>
            </a:extLst>
          </p:cNvPr>
          <p:cNvSpPr>
            <a:spLocks noGrp="1"/>
          </p:cNvSpPr>
          <p:nvPr>
            <p:ph type="body" sz="quarter" idx="17" hasCustomPrompt="1"/>
          </p:nvPr>
        </p:nvSpPr>
        <p:spPr>
          <a:xfrm>
            <a:off x="4518589" y="1989018"/>
            <a:ext cx="6694371" cy="319039"/>
          </a:xfrm>
        </p:spPr>
        <p:txBody>
          <a:bodyPr>
            <a:noAutofit/>
          </a:bodyPr>
          <a:lstStyle>
            <a:lvl1pPr algn="ctr">
              <a:defRPr sz="2400" b="0" i="0" kern="1200" cap="none" spc="67" baseline="0">
                <a:solidFill>
                  <a:schemeClr val="accent6"/>
                </a:solidFill>
                <a:latin typeface="Lato" panose="020F0502020204030203" pitchFamily="34" charset="0"/>
                <a:ea typeface="Lato" panose="020F0502020204030203" pitchFamily="34" charset="0"/>
                <a:cs typeface="Lato" panose="020F0502020204030203" pitchFamily="34" charset="0"/>
              </a:defRPr>
            </a:lvl1pPr>
            <a:lvl2pPr marL="156629" indent="0">
              <a:buNone/>
              <a:defRPr/>
            </a:lvl2pPr>
          </a:lstStyle>
          <a:p>
            <a:pPr lvl="0"/>
            <a:r>
              <a:rPr lang="en-US"/>
              <a:t>Lorem ipsum</a:t>
            </a:r>
          </a:p>
        </p:txBody>
      </p:sp>
      <p:sp>
        <p:nvSpPr>
          <p:cNvPr id="13" name="Title 1">
            <a:extLst>
              <a:ext uri="{FF2B5EF4-FFF2-40B4-BE49-F238E27FC236}">
                <a16:creationId xmlns:a16="http://schemas.microsoft.com/office/drawing/2014/main" id="{B70C32E5-49C6-1B47-91C1-06C23C073E02}"/>
              </a:ext>
            </a:extLst>
          </p:cNvPr>
          <p:cNvSpPr>
            <a:spLocks noGrp="1"/>
          </p:cNvSpPr>
          <p:nvPr>
            <p:ph type="title" hasCustomPrompt="1"/>
          </p:nvPr>
        </p:nvSpPr>
        <p:spPr>
          <a:xfrm>
            <a:off x="4384774" y="275489"/>
            <a:ext cx="6694371" cy="871744"/>
          </a:xfrm>
        </p:spPr>
        <p:txBody>
          <a:bodyPr/>
          <a:lstStyle/>
          <a:p>
            <a:r>
              <a:rPr lang="en-US"/>
              <a:t>Title here</a:t>
            </a:r>
          </a:p>
        </p:txBody>
      </p:sp>
      <p:sp>
        <p:nvSpPr>
          <p:cNvPr id="14" name="Text Placeholder 11">
            <a:extLst>
              <a:ext uri="{FF2B5EF4-FFF2-40B4-BE49-F238E27FC236}">
                <a16:creationId xmlns:a16="http://schemas.microsoft.com/office/drawing/2014/main" id="{F744DB51-22AC-E44D-8F3D-986B35A8D7CD}"/>
              </a:ext>
            </a:extLst>
          </p:cNvPr>
          <p:cNvSpPr>
            <a:spLocks noGrp="1"/>
          </p:cNvSpPr>
          <p:nvPr>
            <p:ph type="body" sz="quarter" idx="13" hasCustomPrompt="1"/>
          </p:nvPr>
        </p:nvSpPr>
        <p:spPr>
          <a:xfrm>
            <a:off x="4384774" y="1219200"/>
            <a:ext cx="6694371" cy="154517"/>
          </a:xfrm>
        </p:spPr>
        <p:txBody>
          <a:bodyPr>
            <a:noAutofit/>
          </a:bodyPr>
          <a:lstStyle>
            <a:lvl1pPr>
              <a:defRPr sz="1333" b="0" i="0" kern="1200" cap="none" spc="67" baseline="0">
                <a:solidFill>
                  <a:schemeClr val="accent6"/>
                </a:solidFill>
                <a:latin typeface="Lato" panose="020F0502020204030203" pitchFamily="34" charset="0"/>
                <a:ea typeface="Lato" panose="020F0502020204030203" pitchFamily="34" charset="0"/>
                <a:cs typeface="Lato" panose="020F0502020204030203" pitchFamily="34" charset="0"/>
              </a:defRPr>
            </a:lvl1pPr>
            <a:lvl2pPr marL="156629" indent="0">
              <a:buNone/>
              <a:defRPr/>
            </a:lvl2pPr>
          </a:lstStyle>
          <a:p>
            <a:pPr lvl="0"/>
            <a:r>
              <a:rPr lang="en-US"/>
              <a:t>Lorem ipsum</a:t>
            </a:r>
          </a:p>
        </p:txBody>
      </p:sp>
    </p:spTree>
    <p:extLst>
      <p:ext uri="{BB962C8B-B14F-4D97-AF65-F5344CB8AC3E}">
        <p14:creationId xmlns:p14="http://schemas.microsoft.com/office/powerpoint/2010/main" val="41819074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07033397-15D1-3546-A61B-B7A7E0DEB28F}"/>
              </a:ext>
            </a:extLst>
          </p:cNvPr>
          <p:cNvSpPr>
            <a:spLocks noGrp="1"/>
          </p:cNvSpPr>
          <p:nvPr>
            <p:ph type="sldNum" sz="quarter" idx="12"/>
          </p:nvPr>
        </p:nvSpPr>
        <p:spPr>
          <a:xfrm>
            <a:off x="1" y="6418136"/>
            <a:ext cx="374375" cy="365125"/>
          </a:xfrm>
          <a:prstGeom prst="rect">
            <a:avLst/>
          </a:prstGeom>
        </p:spPr>
        <p:txBody>
          <a:bodyPr/>
          <a:lstStyle>
            <a:lvl1pPr>
              <a:defRPr sz="800" b="0" i="0">
                <a:solidFill>
                  <a:schemeClr val="accent6">
                    <a:lumMod val="40000"/>
                    <a:lumOff val="60000"/>
                  </a:schemeClr>
                </a:solidFill>
                <a:latin typeface="Lato Light" panose="020F0502020204030203" pitchFamily="34" charset="0"/>
                <a:ea typeface="Lato Light" panose="020F0502020204030203" pitchFamily="34" charset="0"/>
                <a:cs typeface="Lato Light" panose="020F0502020204030203" pitchFamily="34" charset="0"/>
              </a:defRPr>
            </a:lvl1pPr>
          </a:lstStyle>
          <a:p>
            <a:fld id="{6BED0942-9735-43C8-AB99-1366ADCBF3AF}" type="slidenum">
              <a:rPr lang="en-US" smtClean="0"/>
              <a:pPr/>
              <a:t>‹#›</a:t>
            </a:fld>
            <a:endParaRPr lang="en-US"/>
          </a:p>
        </p:txBody>
      </p:sp>
      <p:pic>
        <p:nvPicPr>
          <p:cNvPr id="4" name="Picture 3" descr="A person standing in front of a building&#10;&#10;Description automatically generated">
            <a:extLst>
              <a:ext uri="{FF2B5EF4-FFF2-40B4-BE49-F238E27FC236}">
                <a16:creationId xmlns:a16="http://schemas.microsoft.com/office/drawing/2014/main" id="{D94C3DC5-61BC-2F40-BDD4-CCAE5F6093C6}"/>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4542" y="0"/>
            <a:ext cx="3454396" cy="6858000"/>
          </a:xfrm>
          <a:prstGeom prst="rect">
            <a:avLst/>
          </a:prstGeom>
        </p:spPr>
      </p:pic>
      <p:grpSp>
        <p:nvGrpSpPr>
          <p:cNvPr id="8" name="Group 7">
            <a:extLst>
              <a:ext uri="{FF2B5EF4-FFF2-40B4-BE49-F238E27FC236}">
                <a16:creationId xmlns:a16="http://schemas.microsoft.com/office/drawing/2014/main" id="{030DA69A-7B59-F441-89EE-94A4B266934A}"/>
              </a:ext>
            </a:extLst>
          </p:cNvPr>
          <p:cNvGrpSpPr/>
          <p:nvPr/>
        </p:nvGrpSpPr>
        <p:grpSpPr>
          <a:xfrm>
            <a:off x="4021667" y="-14533"/>
            <a:ext cx="60959" cy="1521600"/>
            <a:chOff x="452509" y="-10900"/>
            <a:chExt cx="45719" cy="1141200"/>
          </a:xfrm>
        </p:grpSpPr>
        <p:cxnSp>
          <p:nvCxnSpPr>
            <p:cNvPr id="9" name="Straight Connector 8">
              <a:extLst>
                <a:ext uri="{FF2B5EF4-FFF2-40B4-BE49-F238E27FC236}">
                  <a16:creationId xmlns:a16="http://schemas.microsoft.com/office/drawing/2014/main" id="{19B689F4-EA48-2F45-AB7D-72199465F75F}"/>
                </a:ext>
              </a:extLst>
            </p:cNvPr>
            <p:cNvCxnSpPr>
              <a:cxnSpLocks/>
            </p:cNvCxnSpPr>
            <p:nvPr/>
          </p:nvCxnSpPr>
          <p:spPr>
            <a:xfrm>
              <a:off x="472574" y="-10900"/>
              <a:ext cx="0" cy="1141200"/>
            </a:xfrm>
            <a:prstGeom prst="line">
              <a:avLst/>
            </a:prstGeom>
            <a:ln>
              <a:solidFill>
                <a:srgbClr val="A3B5BA"/>
              </a:solidFill>
            </a:ln>
          </p:spPr>
          <p:style>
            <a:lnRef idx="1">
              <a:schemeClr val="accent6"/>
            </a:lnRef>
            <a:fillRef idx="0">
              <a:schemeClr val="accent6"/>
            </a:fillRef>
            <a:effectRef idx="0">
              <a:schemeClr val="accent6"/>
            </a:effectRef>
            <a:fontRef idx="minor">
              <a:schemeClr val="tx1"/>
            </a:fontRef>
          </p:style>
        </p:cxnSp>
        <p:sp>
          <p:nvSpPr>
            <p:cNvPr id="10" name="Rectangle 9">
              <a:extLst>
                <a:ext uri="{FF2B5EF4-FFF2-40B4-BE49-F238E27FC236}">
                  <a16:creationId xmlns:a16="http://schemas.microsoft.com/office/drawing/2014/main" id="{D61465E5-CCDA-984C-8305-9A370C14C5EE}"/>
                </a:ext>
              </a:extLst>
            </p:cNvPr>
            <p:cNvSpPr/>
            <p:nvPr/>
          </p:nvSpPr>
          <p:spPr>
            <a:xfrm>
              <a:off x="452509" y="603250"/>
              <a:ext cx="45719" cy="31115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cxnSp>
        <p:nvCxnSpPr>
          <p:cNvPr id="15" name="Straight Connector 14">
            <a:extLst>
              <a:ext uri="{FF2B5EF4-FFF2-40B4-BE49-F238E27FC236}">
                <a16:creationId xmlns:a16="http://schemas.microsoft.com/office/drawing/2014/main" id="{05D468BB-E98A-4F49-9140-8064B26457DB}"/>
              </a:ext>
            </a:extLst>
          </p:cNvPr>
          <p:cNvCxnSpPr>
            <a:cxnSpLocks/>
          </p:cNvCxnSpPr>
          <p:nvPr userDrawn="1"/>
        </p:nvCxnSpPr>
        <p:spPr>
          <a:xfrm flipH="1">
            <a:off x="4177382" y="3228909"/>
            <a:ext cx="734036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9" name="Content Placeholder 2">
            <a:extLst>
              <a:ext uri="{FF2B5EF4-FFF2-40B4-BE49-F238E27FC236}">
                <a16:creationId xmlns:a16="http://schemas.microsoft.com/office/drawing/2014/main" id="{A618C2B0-7089-FA40-9FEA-6792AB880ED0}"/>
              </a:ext>
            </a:extLst>
          </p:cNvPr>
          <p:cNvSpPr>
            <a:spLocks noGrp="1"/>
          </p:cNvSpPr>
          <p:nvPr>
            <p:ph sz="half" idx="14" hasCustomPrompt="1"/>
          </p:nvPr>
        </p:nvSpPr>
        <p:spPr>
          <a:xfrm>
            <a:off x="4651225" y="2919941"/>
            <a:ext cx="2005756" cy="3096331"/>
          </a:xfrm>
        </p:spPr>
        <p:txBody>
          <a:bodyPr>
            <a:noAutofit/>
          </a:bodyPr>
          <a:lstStyle>
            <a:lvl1pPr>
              <a:spcBef>
                <a:spcPts val="0"/>
              </a:spcBef>
              <a:spcAft>
                <a:spcPts val="933"/>
              </a:spcAft>
              <a:defRPr u="none">
                <a:solidFill>
                  <a:schemeClr val="accent6"/>
                </a:solidFill>
              </a:defRPr>
            </a:lvl1pPr>
            <a:lvl2pPr>
              <a:defRPr sz="1333"/>
            </a:lvl2pPr>
            <a:lvl3pPr>
              <a:defRPr sz="1267"/>
            </a:lvl3pPr>
            <a:lvl4pPr>
              <a:defRPr sz="1200"/>
            </a:lvl4pPr>
            <a:lvl5pPr>
              <a:defRPr sz="1200"/>
            </a:lvl5pPr>
          </a:lstStyle>
          <a:p>
            <a:pPr lvl="0"/>
            <a:r>
              <a:rPr lang="en-US"/>
              <a:t>Lorem Ipsum</a:t>
            </a:r>
          </a:p>
          <a:p>
            <a:pPr lvl="1"/>
            <a:r>
              <a:rPr lang="en-US"/>
              <a:t>Lorem ipsum</a:t>
            </a:r>
          </a:p>
          <a:p>
            <a:pPr lvl="2"/>
            <a:r>
              <a:rPr lang="en-US"/>
              <a:t>Lorem ipsum</a:t>
            </a:r>
          </a:p>
          <a:p>
            <a:pPr lvl="3"/>
            <a:r>
              <a:rPr lang="en-US"/>
              <a:t>Lorem ipsum</a:t>
            </a:r>
          </a:p>
          <a:p>
            <a:pPr lvl="4"/>
            <a:r>
              <a:rPr lang="en-US"/>
              <a:t>Lorem ipsum</a:t>
            </a:r>
          </a:p>
        </p:txBody>
      </p:sp>
      <p:sp>
        <p:nvSpPr>
          <p:cNvPr id="30" name="Content Placeholder 2">
            <a:extLst>
              <a:ext uri="{FF2B5EF4-FFF2-40B4-BE49-F238E27FC236}">
                <a16:creationId xmlns:a16="http://schemas.microsoft.com/office/drawing/2014/main" id="{C8000AB2-0E17-5C40-93EC-6798C51F08BB}"/>
              </a:ext>
            </a:extLst>
          </p:cNvPr>
          <p:cNvSpPr>
            <a:spLocks noGrp="1"/>
          </p:cNvSpPr>
          <p:nvPr>
            <p:ph sz="half" idx="15" hasCustomPrompt="1"/>
          </p:nvPr>
        </p:nvSpPr>
        <p:spPr>
          <a:xfrm>
            <a:off x="9120553" y="2919941"/>
            <a:ext cx="2005756" cy="3096331"/>
          </a:xfrm>
        </p:spPr>
        <p:txBody>
          <a:bodyPr>
            <a:noAutofit/>
          </a:bodyPr>
          <a:lstStyle>
            <a:lvl1pPr>
              <a:spcBef>
                <a:spcPts val="0"/>
              </a:spcBef>
              <a:spcAft>
                <a:spcPts val="933"/>
              </a:spcAft>
              <a:defRPr u="none">
                <a:solidFill>
                  <a:schemeClr val="accent6"/>
                </a:solidFill>
              </a:defRPr>
            </a:lvl1pPr>
            <a:lvl2pPr>
              <a:defRPr sz="1333"/>
            </a:lvl2pPr>
            <a:lvl3pPr>
              <a:defRPr sz="1267"/>
            </a:lvl3pPr>
            <a:lvl4pPr>
              <a:defRPr sz="1200"/>
            </a:lvl4pPr>
            <a:lvl5pPr>
              <a:defRPr sz="1200"/>
            </a:lvl5pPr>
          </a:lstStyle>
          <a:p>
            <a:pPr lvl="0"/>
            <a:r>
              <a:rPr lang="en-US"/>
              <a:t>Lorem Ipsum</a:t>
            </a:r>
          </a:p>
          <a:p>
            <a:pPr lvl="1"/>
            <a:r>
              <a:rPr lang="en-US"/>
              <a:t>Lorem ipsum</a:t>
            </a:r>
          </a:p>
          <a:p>
            <a:pPr lvl="2"/>
            <a:r>
              <a:rPr lang="en-US"/>
              <a:t>Lorem ipsum</a:t>
            </a:r>
          </a:p>
          <a:p>
            <a:pPr lvl="3"/>
            <a:r>
              <a:rPr lang="en-US"/>
              <a:t>Lorem ipsum</a:t>
            </a:r>
          </a:p>
          <a:p>
            <a:pPr lvl="4"/>
            <a:r>
              <a:rPr lang="en-US"/>
              <a:t>Lorem ipsum</a:t>
            </a:r>
          </a:p>
        </p:txBody>
      </p:sp>
      <p:sp>
        <p:nvSpPr>
          <p:cNvPr id="31" name="Content Placeholder 2">
            <a:extLst>
              <a:ext uri="{FF2B5EF4-FFF2-40B4-BE49-F238E27FC236}">
                <a16:creationId xmlns:a16="http://schemas.microsoft.com/office/drawing/2014/main" id="{25723B2B-BA3A-4E47-AFA6-B62BB1089547}"/>
              </a:ext>
            </a:extLst>
          </p:cNvPr>
          <p:cNvSpPr>
            <a:spLocks noGrp="1"/>
          </p:cNvSpPr>
          <p:nvPr>
            <p:ph sz="half" idx="16" hasCustomPrompt="1"/>
          </p:nvPr>
        </p:nvSpPr>
        <p:spPr>
          <a:xfrm>
            <a:off x="6885889" y="2919941"/>
            <a:ext cx="2005756" cy="3096331"/>
          </a:xfrm>
        </p:spPr>
        <p:txBody>
          <a:bodyPr>
            <a:noAutofit/>
          </a:bodyPr>
          <a:lstStyle>
            <a:lvl1pPr>
              <a:spcBef>
                <a:spcPts val="0"/>
              </a:spcBef>
              <a:spcAft>
                <a:spcPts val="933"/>
              </a:spcAft>
              <a:defRPr u="none">
                <a:solidFill>
                  <a:schemeClr val="accent6"/>
                </a:solidFill>
              </a:defRPr>
            </a:lvl1pPr>
            <a:lvl2pPr>
              <a:defRPr sz="1333"/>
            </a:lvl2pPr>
            <a:lvl3pPr>
              <a:defRPr sz="1267"/>
            </a:lvl3pPr>
            <a:lvl4pPr>
              <a:defRPr sz="1200"/>
            </a:lvl4pPr>
            <a:lvl5pPr>
              <a:defRPr sz="1200"/>
            </a:lvl5pPr>
          </a:lstStyle>
          <a:p>
            <a:pPr lvl="0"/>
            <a:r>
              <a:rPr lang="en-US"/>
              <a:t>Lorem Ipsum</a:t>
            </a:r>
          </a:p>
          <a:p>
            <a:pPr lvl="1"/>
            <a:r>
              <a:rPr lang="en-US"/>
              <a:t>Lorem ipsum</a:t>
            </a:r>
          </a:p>
          <a:p>
            <a:pPr lvl="2"/>
            <a:r>
              <a:rPr lang="en-US"/>
              <a:t>Lorem ipsum</a:t>
            </a:r>
          </a:p>
          <a:p>
            <a:pPr lvl="3"/>
            <a:r>
              <a:rPr lang="en-US"/>
              <a:t>Lorem ipsum</a:t>
            </a:r>
          </a:p>
          <a:p>
            <a:pPr lvl="4"/>
            <a:r>
              <a:rPr lang="en-US"/>
              <a:t>Lorem ipsum</a:t>
            </a:r>
          </a:p>
        </p:txBody>
      </p:sp>
      <p:sp>
        <p:nvSpPr>
          <p:cNvPr id="32" name="Text Placeholder 11">
            <a:extLst>
              <a:ext uri="{FF2B5EF4-FFF2-40B4-BE49-F238E27FC236}">
                <a16:creationId xmlns:a16="http://schemas.microsoft.com/office/drawing/2014/main" id="{B1A6AB74-B91A-0649-BE1A-9CB8F8A971A5}"/>
              </a:ext>
            </a:extLst>
          </p:cNvPr>
          <p:cNvSpPr>
            <a:spLocks noGrp="1"/>
          </p:cNvSpPr>
          <p:nvPr>
            <p:ph type="body" sz="quarter" idx="17" hasCustomPrompt="1"/>
          </p:nvPr>
        </p:nvSpPr>
        <p:spPr>
          <a:xfrm>
            <a:off x="4518589" y="1989018"/>
            <a:ext cx="6694371" cy="319039"/>
          </a:xfrm>
        </p:spPr>
        <p:txBody>
          <a:bodyPr>
            <a:noAutofit/>
          </a:bodyPr>
          <a:lstStyle>
            <a:lvl1pPr algn="ctr">
              <a:defRPr sz="2400" b="0" i="0" kern="1200" cap="none" spc="67" baseline="0">
                <a:solidFill>
                  <a:schemeClr val="accent6"/>
                </a:solidFill>
                <a:latin typeface="Lato" panose="020F0502020204030203" pitchFamily="34" charset="0"/>
                <a:ea typeface="Lato" panose="020F0502020204030203" pitchFamily="34" charset="0"/>
                <a:cs typeface="Lato" panose="020F0502020204030203" pitchFamily="34" charset="0"/>
              </a:defRPr>
            </a:lvl1pPr>
            <a:lvl2pPr marL="156629" indent="0">
              <a:buNone/>
              <a:defRPr/>
            </a:lvl2pPr>
          </a:lstStyle>
          <a:p>
            <a:pPr lvl="0"/>
            <a:r>
              <a:rPr lang="en-US"/>
              <a:t>Lorem ipsum</a:t>
            </a:r>
          </a:p>
        </p:txBody>
      </p:sp>
      <p:sp>
        <p:nvSpPr>
          <p:cNvPr id="14" name="Title 1">
            <a:extLst>
              <a:ext uri="{FF2B5EF4-FFF2-40B4-BE49-F238E27FC236}">
                <a16:creationId xmlns:a16="http://schemas.microsoft.com/office/drawing/2014/main" id="{55B1D20A-5014-AD47-8D0A-A0CD81ADDA1A}"/>
              </a:ext>
            </a:extLst>
          </p:cNvPr>
          <p:cNvSpPr>
            <a:spLocks noGrp="1"/>
          </p:cNvSpPr>
          <p:nvPr>
            <p:ph type="title" hasCustomPrompt="1"/>
          </p:nvPr>
        </p:nvSpPr>
        <p:spPr>
          <a:xfrm>
            <a:off x="4384774" y="275489"/>
            <a:ext cx="6694371" cy="871744"/>
          </a:xfrm>
        </p:spPr>
        <p:txBody>
          <a:bodyPr/>
          <a:lstStyle/>
          <a:p>
            <a:r>
              <a:rPr lang="en-US"/>
              <a:t>Title here</a:t>
            </a:r>
          </a:p>
        </p:txBody>
      </p:sp>
      <p:sp>
        <p:nvSpPr>
          <p:cNvPr id="16" name="Text Placeholder 11">
            <a:extLst>
              <a:ext uri="{FF2B5EF4-FFF2-40B4-BE49-F238E27FC236}">
                <a16:creationId xmlns:a16="http://schemas.microsoft.com/office/drawing/2014/main" id="{A45BFFF5-A24E-994A-8D4A-8AF6CDE97937}"/>
              </a:ext>
            </a:extLst>
          </p:cNvPr>
          <p:cNvSpPr>
            <a:spLocks noGrp="1"/>
          </p:cNvSpPr>
          <p:nvPr>
            <p:ph type="body" sz="quarter" idx="13" hasCustomPrompt="1"/>
          </p:nvPr>
        </p:nvSpPr>
        <p:spPr>
          <a:xfrm>
            <a:off x="4384774" y="1219200"/>
            <a:ext cx="6694371" cy="154517"/>
          </a:xfrm>
        </p:spPr>
        <p:txBody>
          <a:bodyPr>
            <a:noAutofit/>
          </a:bodyPr>
          <a:lstStyle>
            <a:lvl1pPr>
              <a:defRPr sz="1333" b="0" i="0" kern="1200" cap="none" spc="67" baseline="0">
                <a:solidFill>
                  <a:schemeClr val="accent6"/>
                </a:solidFill>
                <a:latin typeface="Lato" panose="020F0502020204030203" pitchFamily="34" charset="0"/>
                <a:ea typeface="Lato" panose="020F0502020204030203" pitchFamily="34" charset="0"/>
                <a:cs typeface="Lato" panose="020F0502020204030203" pitchFamily="34" charset="0"/>
              </a:defRPr>
            </a:lvl1pPr>
            <a:lvl2pPr marL="156629" indent="0">
              <a:buNone/>
              <a:defRPr/>
            </a:lvl2pPr>
          </a:lstStyle>
          <a:p>
            <a:pPr lvl="0"/>
            <a:r>
              <a:rPr lang="en-US"/>
              <a:t>Lorem ipsum</a:t>
            </a:r>
          </a:p>
        </p:txBody>
      </p:sp>
    </p:spTree>
    <p:extLst>
      <p:ext uri="{BB962C8B-B14F-4D97-AF65-F5344CB8AC3E}">
        <p14:creationId xmlns:p14="http://schemas.microsoft.com/office/powerpoint/2010/main" val="2215383737"/>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07033397-15D1-3546-A61B-B7A7E0DEB28F}"/>
              </a:ext>
            </a:extLst>
          </p:cNvPr>
          <p:cNvSpPr>
            <a:spLocks noGrp="1"/>
          </p:cNvSpPr>
          <p:nvPr>
            <p:ph type="sldNum" sz="quarter" idx="12"/>
          </p:nvPr>
        </p:nvSpPr>
        <p:spPr>
          <a:xfrm>
            <a:off x="1" y="6418136"/>
            <a:ext cx="374375" cy="365125"/>
          </a:xfrm>
          <a:prstGeom prst="rect">
            <a:avLst/>
          </a:prstGeom>
        </p:spPr>
        <p:txBody>
          <a:bodyPr/>
          <a:lstStyle>
            <a:lvl1pPr>
              <a:defRPr sz="800" b="0" i="0">
                <a:solidFill>
                  <a:schemeClr val="accent6">
                    <a:lumMod val="40000"/>
                    <a:lumOff val="60000"/>
                  </a:schemeClr>
                </a:solidFill>
                <a:latin typeface="Lato Light" panose="020F0502020204030203" pitchFamily="34" charset="0"/>
                <a:ea typeface="Lato Light" panose="020F0502020204030203" pitchFamily="34" charset="0"/>
                <a:cs typeface="Lato Light" panose="020F0502020204030203" pitchFamily="34" charset="0"/>
              </a:defRPr>
            </a:lvl1pPr>
          </a:lstStyle>
          <a:p>
            <a:fld id="{6BED0942-9735-43C8-AB99-1366ADCBF3AF}" type="slidenum">
              <a:rPr lang="en-US" smtClean="0"/>
              <a:pPr/>
              <a:t>‹#›</a:t>
            </a:fld>
            <a:endParaRPr lang="en-US"/>
          </a:p>
        </p:txBody>
      </p:sp>
      <p:grpSp>
        <p:nvGrpSpPr>
          <p:cNvPr id="8" name="Group 7">
            <a:extLst>
              <a:ext uri="{FF2B5EF4-FFF2-40B4-BE49-F238E27FC236}">
                <a16:creationId xmlns:a16="http://schemas.microsoft.com/office/drawing/2014/main" id="{030DA69A-7B59-F441-89EE-94A4B266934A}"/>
              </a:ext>
            </a:extLst>
          </p:cNvPr>
          <p:cNvGrpSpPr/>
          <p:nvPr/>
        </p:nvGrpSpPr>
        <p:grpSpPr>
          <a:xfrm>
            <a:off x="3196476" y="-14533"/>
            <a:ext cx="60959" cy="1521600"/>
            <a:chOff x="452509" y="-10900"/>
            <a:chExt cx="45719" cy="1141200"/>
          </a:xfrm>
        </p:grpSpPr>
        <p:cxnSp>
          <p:nvCxnSpPr>
            <p:cNvPr id="9" name="Straight Connector 8">
              <a:extLst>
                <a:ext uri="{FF2B5EF4-FFF2-40B4-BE49-F238E27FC236}">
                  <a16:creationId xmlns:a16="http://schemas.microsoft.com/office/drawing/2014/main" id="{19B689F4-EA48-2F45-AB7D-72199465F75F}"/>
                </a:ext>
              </a:extLst>
            </p:cNvPr>
            <p:cNvCxnSpPr>
              <a:cxnSpLocks/>
            </p:cNvCxnSpPr>
            <p:nvPr/>
          </p:nvCxnSpPr>
          <p:spPr>
            <a:xfrm>
              <a:off x="472574" y="-10900"/>
              <a:ext cx="0" cy="1141200"/>
            </a:xfrm>
            <a:prstGeom prst="line">
              <a:avLst/>
            </a:prstGeom>
            <a:ln>
              <a:solidFill>
                <a:srgbClr val="A3B5BA"/>
              </a:solidFill>
            </a:ln>
          </p:spPr>
          <p:style>
            <a:lnRef idx="1">
              <a:schemeClr val="accent6"/>
            </a:lnRef>
            <a:fillRef idx="0">
              <a:schemeClr val="accent6"/>
            </a:fillRef>
            <a:effectRef idx="0">
              <a:schemeClr val="accent6"/>
            </a:effectRef>
            <a:fontRef idx="minor">
              <a:schemeClr val="tx1"/>
            </a:fontRef>
          </p:style>
        </p:cxnSp>
        <p:sp>
          <p:nvSpPr>
            <p:cNvPr id="10" name="Rectangle 9">
              <a:extLst>
                <a:ext uri="{FF2B5EF4-FFF2-40B4-BE49-F238E27FC236}">
                  <a16:creationId xmlns:a16="http://schemas.microsoft.com/office/drawing/2014/main" id="{D61465E5-CCDA-984C-8305-9A370C14C5EE}"/>
                </a:ext>
              </a:extLst>
            </p:cNvPr>
            <p:cNvSpPr/>
            <p:nvPr/>
          </p:nvSpPr>
          <p:spPr>
            <a:xfrm>
              <a:off x="452509" y="603250"/>
              <a:ext cx="45719" cy="31115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27" name="Title 1">
            <a:extLst>
              <a:ext uri="{FF2B5EF4-FFF2-40B4-BE49-F238E27FC236}">
                <a16:creationId xmlns:a16="http://schemas.microsoft.com/office/drawing/2014/main" id="{8A9C2D09-D5F2-8C40-BA5E-6692C38786FA}"/>
              </a:ext>
            </a:extLst>
          </p:cNvPr>
          <p:cNvSpPr>
            <a:spLocks noGrp="1"/>
          </p:cNvSpPr>
          <p:nvPr>
            <p:ph type="title" hasCustomPrompt="1"/>
          </p:nvPr>
        </p:nvSpPr>
        <p:spPr>
          <a:xfrm>
            <a:off x="3498624" y="275489"/>
            <a:ext cx="8138041" cy="871744"/>
          </a:xfrm>
        </p:spPr>
        <p:txBody>
          <a:bodyPr/>
          <a:lstStyle/>
          <a:p>
            <a:r>
              <a:rPr lang="en-US"/>
              <a:t>Title here</a:t>
            </a:r>
          </a:p>
        </p:txBody>
      </p:sp>
      <p:sp>
        <p:nvSpPr>
          <p:cNvPr id="28" name="Text Placeholder 11">
            <a:extLst>
              <a:ext uri="{FF2B5EF4-FFF2-40B4-BE49-F238E27FC236}">
                <a16:creationId xmlns:a16="http://schemas.microsoft.com/office/drawing/2014/main" id="{678B15B1-0B81-0442-94D0-B1BC803794E1}"/>
              </a:ext>
            </a:extLst>
          </p:cNvPr>
          <p:cNvSpPr>
            <a:spLocks noGrp="1"/>
          </p:cNvSpPr>
          <p:nvPr>
            <p:ph type="body" sz="quarter" idx="13" hasCustomPrompt="1"/>
          </p:nvPr>
        </p:nvSpPr>
        <p:spPr>
          <a:xfrm>
            <a:off x="3498624" y="1219200"/>
            <a:ext cx="8138041" cy="154517"/>
          </a:xfrm>
        </p:spPr>
        <p:txBody>
          <a:bodyPr>
            <a:noAutofit/>
          </a:bodyPr>
          <a:lstStyle>
            <a:lvl1pPr>
              <a:defRPr sz="1333" b="0" i="0" kern="1200" cap="none" spc="67" baseline="0">
                <a:solidFill>
                  <a:schemeClr val="accent6"/>
                </a:solidFill>
                <a:latin typeface="Lato" panose="020F0502020204030203" pitchFamily="34" charset="0"/>
                <a:ea typeface="Lato" panose="020F0502020204030203" pitchFamily="34" charset="0"/>
                <a:cs typeface="Lato" panose="020F0502020204030203" pitchFamily="34" charset="0"/>
              </a:defRPr>
            </a:lvl1pPr>
            <a:lvl2pPr marL="156629" indent="0">
              <a:buNone/>
              <a:defRPr/>
            </a:lvl2pPr>
          </a:lstStyle>
          <a:p>
            <a:pPr lvl="0"/>
            <a:r>
              <a:rPr lang="en-US"/>
              <a:t>Lorem ipsum</a:t>
            </a:r>
          </a:p>
        </p:txBody>
      </p:sp>
      <p:sp>
        <p:nvSpPr>
          <p:cNvPr id="3" name="Picture Placeholder 2">
            <a:extLst>
              <a:ext uri="{FF2B5EF4-FFF2-40B4-BE49-F238E27FC236}">
                <a16:creationId xmlns:a16="http://schemas.microsoft.com/office/drawing/2014/main" id="{B39C5A31-262D-ED44-AF7C-DD7BC326441A}"/>
              </a:ext>
            </a:extLst>
          </p:cNvPr>
          <p:cNvSpPr>
            <a:spLocks noGrp="1"/>
          </p:cNvSpPr>
          <p:nvPr>
            <p:ph type="pic" sz="quarter" idx="14"/>
          </p:nvPr>
        </p:nvSpPr>
        <p:spPr>
          <a:xfrm>
            <a:off x="0" y="-14288"/>
            <a:ext cx="2720975" cy="6872288"/>
          </a:xfrm>
          <a:solidFill>
            <a:schemeClr val="bg1">
              <a:lumMod val="95000"/>
            </a:schemeClr>
          </a:solidFill>
          <a:ln>
            <a:noFill/>
          </a:ln>
        </p:spPr>
        <p:txBody>
          <a:bodyPr anchor="ctr"/>
          <a:lstStyle>
            <a:lvl1pPr algn="ctr">
              <a:defRPr/>
            </a:lvl1pPr>
          </a:lstStyle>
          <a:p>
            <a:endParaRPr lang="en-US"/>
          </a:p>
        </p:txBody>
      </p:sp>
    </p:spTree>
    <p:extLst>
      <p:ext uri="{BB962C8B-B14F-4D97-AF65-F5344CB8AC3E}">
        <p14:creationId xmlns:p14="http://schemas.microsoft.com/office/powerpoint/2010/main" val="2103052142"/>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7" name="Slide Number Placeholder 5">
            <a:extLst>
              <a:ext uri="{FF2B5EF4-FFF2-40B4-BE49-F238E27FC236}">
                <a16:creationId xmlns:a16="http://schemas.microsoft.com/office/drawing/2014/main" id="{07033397-15D1-3546-A61B-B7A7E0DEB28F}"/>
              </a:ext>
            </a:extLst>
          </p:cNvPr>
          <p:cNvSpPr>
            <a:spLocks noGrp="1"/>
          </p:cNvSpPr>
          <p:nvPr>
            <p:ph type="sldNum" sz="quarter" idx="12"/>
          </p:nvPr>
        </p:nvSpPr>
        <p:spPr>
          <a:xfrm>
            <a:off x="1" y="6418136"/>
            <a:ext cx="374375" cy="365125"/>
          </a:xfrm>
          <a:prstGeom prst="rect">
            <a:avLst/>
          </a:prstGeom>
        </p:spPr>
        <p:txBody>
          <a:bodyPr/>
          <a:lstStyle>
            <a:lvl1pPr>
              <a:defRPr sz="800" b="0" i="0">
                <a:solidFill>
                  <a:schemeClr val="accent6">
                    <a:lumMod val="40000"/>
                    <a:lumOff val="60000"/>
                  </a:schemeClr>
                </a:solidFill>
                <a:latin typeface="Lato Light" panose="020F0502020204030203" pitchFamily="34" charset="0"/>
                <a:ea typeface="Lato Light" panose="020F0502020204030203" pitchFamily="34" charset="0"/>
                <a:cs typeface="Lato Light" panose="020F0502020204030203" pitchFamily="34" charset="0"/>
              </a:defRPr>
            </a:lvl1pPr>
          </a:lstStyle>
          <a:p>
            <a:fld id="{6BED0942-9735-43C8-AB99-1366ADCBF3AF}" type="slidenum">
              <a:rPr lang="en-US" smtClean="0"/>
              <a:pPr/>
              <a:t>‹#›</a:t>
            </a:fld>
            <a:endParaRPr lang="en-US"/>
          </a:p>
        </p:txBody>
      </p:sp>
      <p:sp>
        <p:nvSpPr>
          <p:cNvPr id="44" name="Oval 43">
            <a:extLst>
              <a:ext uri="{FF2B5EF4-FFF2-40B4-BE49-F238E27FC236}">
                <a16:creationId xmlns:a16="http://schemas.microsoft.com/office/drawing/2014/main" id="{67F125B0-D779-D941-B898-CDA222F7958F}"/>
              </a:ext>
            </a:extLst>
          </p:cNvPr>
          <p:cNvSpPr/>
          <p:nvPr/>
        </p:nvSpPr>
        <p:spPr>
          <a:xfrm>
            <a:off x="4643123" y="2872523"/>
            <a:ext cx="2950464" cy="2950464"/>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2400"/>
          </a:p>
        </p:txBody>
      </p:sp>
      <p:sp>
        <p:nvSpPr>
          <p:cNvPr id="46" name="Text Placeholder 10">
            <a:extLst>
              <a:ext uri="{FF2B5EF4-FFF2-40B4-BE49-F238E27FC236}">
                <a16:creationId xmlns:a16="http://schemas.microsoft.com/office/drawing/2014/main" id="{298513E9-9253-E649-8BD2-0E86D101424A}"/>
              </a:ext>
            </a:extLst>
          </p:cNvPr>
          <p:cNvSpPr>
            <a:spLocks noGrp="1"/>
          </p:cNvSpPr>
          <p:nvPr>
            <p:ph type="body" sz="quarter" idx="13" hasCustomPrompt="1"/>
          </p:nvPr>
        </p:nvSpPr>
        <p:spPr>
          <a:xfrm>
            <a:off x="838200" y="1291167"/>
            <a:ext cx="10515600" cy="305104"/>
          </a:xfrm>
        </p:spPr>
        <p:txBody>
          <a:bodyPr/>
          <a:lstStyle>
            <a:lvl1pPr marL="0" marR="0" indent="0" algn="l" defTabSz="609585" rtl="0" eaLnBrk="1" fontAlgn="auto" latinLnBrk="0" hangingPunct="1">
              <a:lnSpc>
                <a:spcPct val="100000"/>
              </a:lnSpc>
              <a:spcBef>
                <a:spcPts val="0"/>
              </a:spcBef>
              <a:spcAft>
                <a:spcPts val="0"/>
              </a:spcAft>
              <a:buClrTx/>
              <a:buSzTx/>
              <a:buFontTx/>
              <a:buNone/>
              <a:tabLst/>
              <a:defRPr/>
            </a:lvl1p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616673"/>
                </a:solidFill>
                <a:effectLst/>
                <a:uLnTx/>
                <a:uFillTx/>
                <a:latin typeface="Lato" panose="020F0502020204030203" pitchFamily="34" charset="0"/>
                <a:ea typeface="Lato" panose="020F0502020204030203" pitchFamily="34" charset="0"/>
                <a:cs typeface="Lato" panose="020F0502020204030203" pitchFamily="34" charset="0"/>
              </a:rPr>
              <a:t>Lorem Ipsum</a:t>
            </a:r>
          </a:p>
        </p:txBody>
      </p:sp>
      <p:cxnSp>
        <p:nvCxnSpPr>
          <p:cNvPr id="47" name="Straight Connector 46">
            <a:extLst>
              <a:ext uri="{FF2B5EF4-FFF2-40B4-BE49-F238E27FC236}">
                <a16:creationId xmlns:a16="http://schemas.microsoft.com/office/drawing/2014/main" id="{028E4119-1126-2E4F-9DB3-CC67007BB9FB}"/>
              </a:ext>
            </a:extLst>
          </p:cNvPr>
          <p:cNvCxnSpPr>
            <a:cxnSpLocks/>
          </p:cNvCxnSpPr>
          <p:nvPr/>
        </p:nvCxnSpPr>
        <p:spPr>
          <a:xfrm>
            <a:off x="903054" y="2218884"/>
            <a:ext cx="10259897" cy="0"/>
          </a:xfrm>
          <a:prstGeom prst="line">
            <a:avLst/>
          </a:prstGeom>
          <a:ln>
            <a:solidFill>
              <a:schemeClr val="accent6">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A489D4F0-B732-F949-BFDA-D7706CBE8A2D}"/>
              </a:ext>
            </a:extLst>
          </p:cNvPr>
          <p:cNvSpPr/>
          <p:nvPr/>
        </p:nvSpPr>
        <p:spPr>
          <a:xfrm>
            <a:off x="1891908" y="2195913"/>
            <a:ext cx="921173" cy="4876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49" name="Rectangle 48">
            <a:extLst>
              <a:ext uri="{FF2B5EF4-FFF2-40B4-BE49-F238E27FC236}">
                <a16:creationId xmlns:a16="http://schemas.microsoft.com/office/drawing/2014/main" id="{2B83DD6A-D503-4B47-82DA-874905B1D02C}"/>
              </a:ext>
            </a:extLst>
          </p:cNvPr>
          <p:cNvSpPr/>
          <p:nvPr/>
        </p:nvSpPr>
        <p:spPr>
          <a:xfrm>
            <a:off x="9379794" y="2195913"/>
            <a:ext cx="921173" cy="4876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52" name="Oval 51">
            <a:extLst>
              <a:ext uri="{FF2B5EF4-FFF2-40B4-BE49-F238E27FC236}">
                <a16:creationId xmlns:a16="http://schemas.microsoft.com/office/drawing/2014/main" id="{A2375A42-A79B-B44D-A0F9-FD627120560D}"/>
              </a:ext>
            </a:extLst>
          </p:cNvPr>
          <p:cNvSpPr/>
          <p:nvPr/>
        </p:nvSpPr>
        <p:spPr>
          <a:xfrm>
            <a:off x="4431934" y="2661106"/>
            <a:ext cx="3328133" cy="3328133"/>
          </a:xfrm>
          <a:prstGeom prst="ellipse">
            <a:avLst/>
          </a:prstGeom>
          <a:noFill/>
          <a:ln w="19050" cap="flat" cmpd="sng">
            <a:solidFill>
              <a:schemeClr val="bg2"/>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US" sz="2133"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endParaRPr>
          </a:p>
        </p:txBody>
      </p:sp>
      <p:sp>
        <p:nvSpPr>
          <p:cNvPr id="53" name="Oval 52">
            <a:extLst>
              <a:ext uri="{FF2B5EF4-FFF2-40B4-BE49-F238E27FC236}">
                <a16:creationId xmlns:a16="http://schemas.microsoft.com/office/drawing/2014/main" id="{1BB823F5-9688-B94A-820D-41B12F18275C}"/>
              </a:ext>
            </a:extLst>
          </p:cNvPr>
          <p:cNvSpPr/>
          <p:nvPr/>
        </p:nvSpPr>
        <p:spPr>
          <a:xfrm>
            <a:off x="4619070" y="2833059"/>
            <a:ext cx="2953861" cy="2953861"/>
          </a:xfrm>
          <a:prstGeom prst="ellipse">
            <a:avLst/>
          </a:prstGeom>
          <a:noFill/>
          <a:ln w="28575" cap="flat" cmpd="sng">
            <a:noFill/>
            <a:prstDash val="dashDot"/>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US" sz="2400" b="1" u="none" strike="noStrike" kern="1200" cap="none" spc="0" normalizeH="0" baseline="0" noProof="0">
              <a:ln>
                <a:noFill/>
              </a:ln>
              <a:solidFill>
                <a:schemeClr val="bg1"/>
              </a:solidFill>
              <a:effectLst/>
              <a:uLnTx/>
              <a:uFillTx/>
              <a:latin typeface="Lato Semibold" panose="020F0502020204030203" pitchFamily="34" charset="0"/>
              <a:ea typeface="Lato Semibold" panose="020F0502020204030203" pitchFamily="34" charset="0"/>
              <a:cs typeface="Lato Semibold" panose="020F0502020204030203" pitchFamily="34" charset="0"/>
            </a:endParaRPr>
          </a:p>
        </p:txBody>
      </p:sp>
      <p:grpSp>
        <p:nvGrpSpPr>
          <p:cNvPr id="58" name="Group 57">
            <a:extLst>
              <a:ext uri="{FF2B5EF4-FFF2-40B4-BE49-F238E27FC236}">
                <a16:creationId xmlns:a16="http://schemas.microsoft.com/office/drawing/2014/main" id="{04D858E5-82B3-7E45-86EA-926EE16B2A9D}"/>
              </a:ext>
            </a:extLst>
          </p:cNvPr>
          <p:cNvGrpSpPr/>
          <p:nvPr/>
        </p:nvGrpSpPr>
        <p:grpSpPr>
          <a:xfrm>
            <a:off x="3044678" y="2841499"/>
            <a:ext cx="1921732" cy="2943139"/>
            <a:chOff x="2283508" y="2131124"/>
            <a:chExt cx="1441299" cy="2207354"/>
          </a:xfrm>
        </p:grpSpPr>
        <p:cxnSp>
          <p:nvCxnSpPr>
            <p:cNvPr id="59" name="Straight Connector 58">
              <a:extLst>
                <a:ext uri="{FF2B5EF4-FFF2-40B4-BE49-F238E27FC236}">
                  <a16:creationId xmlns:a16="http://schemas.microsoft.com/office/drawing/2014/main" id="{7E5B6575-2F7C-2E4C-8872-D8ABA157E6AE}"/>
                </a:ext>
              </a:extLst>
            </p:cNvPr>
            <p:cNvCxnSpPr>
              <a:cxnSpLocks/>
            </p:cNvCxnSpPr>
            <p:nvPr/>
          </p:nvCxnSpPr>
          <p:spPr>
            <a:xfrm>
              <a:off x="2394380" y="2252851"/>
              <a:ext cx="1330427" cy="0"/>
            </a:xfrm>
            <a:prstGeom prst="line">
              <a:avLst/>
            </a:prstGeom>
            <a:ln>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60" name="Oval 59">
              <a:extLst>
                <a:ext uri="{FF2B5EF4-FFF2-40B4-BE49-F238E27FC236}">
                  <a16:creationId xmlns:a16="http://schemas.microsoft.com/office/drawing/2014/main" id="{AE9E8D3B-A6CF-0C43-B997-6F27FFEB3D35}"/>
                </a:ext>
              </a:extLst>
            </p:cNvPr>
            <p:cNvSpPr/>
            <p:nvPr/>
          </p:nvSpPr>
          <p:spPr>
            <a:xfrm>
              <a:off x="2283508" y="2131124"/>
              <a:ext cx="252720" cy="25272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endParaRPr>
            </a:p>
          </p:txBody>
        </p:sp>
        <p:cxnSp>
          <p:nvCxnSpPr>
            <p:cNvPr id="61" name="Straight Connector 60">
              <a:extLst>
                <a:ext uri="{FF2B5EF4-FFF2-40B4-BE49-F238E27FC236}">
                  <a16:creationId xmlns:a16="http://schemas.microsoft.com/office/drawing/2014/main" id="{1735F0B1-52BF-4246-AEF2-D821AC7DA8E4}"/>
                </a:ext>
              </a:extLst>
            </p:cNvPr>
            <p:cNvCxnSpPr>
              <a:cxnSpLocks/>
            </p:cNvCxnSpPr>
            <p:nvPr/>
          </p:nvCxnSpPr>
          <p:spPr>
            <a:xfrm>
              <a:off x="2344046" y="2907192"/>
              <a:ext cx="979904" cy="0"/>
            </a:xfrm>
            <a:prstGeom prst="line">
              <a:avLst/>
            </a:prstGeom>
            <a:ln>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62" name="Oval 61">
              <a:extLst>
                <a:ext uri="{FF2B5EF4-FFF2-40B4-BE49-F238E27FC236}">
                  <a16:creationId xmlns:a16="http://schemas.microsoft.com/office/drawing/2014/main" id="{05112DFF-67A3-9D40-85FF-852DD9F96E35}"/>
                </a:ext>
              </a:extLst>
            </p:cNvPr>
            <p:cNvSpPr/>
            <p:nvPr/>
          </p:nvSpPr>
          <p:spPr>
            <a:xfrm>
              <a:off x="2283508" y="2785465"/>
              <a:ext cx="252720" cy="25272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endParaRPr>
            </a:p>
          </p:txBody>
        </p:sp>
        <p:cxnSp>
          <p:nvCxnSpPr>
            <p:cNvPr id="63" name="Straight Connector 62">
              <a:extLst>
                <a:ext uri="{FF2B5EF4-FFF2-40B4-BE49-F238E27FC236}">
                  <a16:creationId xmlns:a16="http://schemas.microsoft.com/office/drawing/2014/main" id="{0D76D5E5-71D4-4146-AEBA-A629059DFFA8}"/>
                </a:ext>
              </a:extLst>
            </p:cNvPr>
            <p:cNvCxnSpPr>
              <a:cxnSpLocks/>
            </p:cNvCxnSpPr>
            <p:nvPr/>
          </p:nvCxnSpPr>
          <p:spPr>
            <a:xfrm>
              <a:off x="2344046" y="3561533"/>
              <a:ext cx="979904" cy="0"/>
            </a:xfrm>
            <a:prstGeom prst="line">
              <a:avLst/>
            </a:prstGeom>
            <a:ln>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EBEE265E-9815-E546-A701-5C51541FB4A4}"/>
                </a:ext>
              </a:extLst>
            </p:cNvPr>
            <p:cNvSpPr/>
            <p:nvPr/>
          </p:nvSpPr>
          <p:spPr>
            <a:xfrm>
              <a:off x="2283508" y="3439806"/>
              <a:ext cx="252720" cy="25272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endParaRPr>
            </a:p>
          </p:txBody>
        </p:sp>
        <p:cxnSp>
          <p:nvCxnSpPr>
            <p:cNvPr id="65" name="Straight Connector 64">
              <a:extLst>
                <a:ext uri="{FF2B5EF4-FFF2-40B4-BE49-F238E27FC236}">
                  <a16:creationId xmlns:a16="http://schemas.microsoft.com/office/drawing/2014/main" id="{52E2B773-E42F-3C4E-9E14-24B38894CF08}"/>
                </a:ext>
              </a:extLst>
            </p:cNvPr>
            <p:cNvCxnSpPr>
              <a:cxnSpLocks/>
            </p:cNvCxnSpPr>
            <p:nvPr/>
          </p:nvCxnSpPr>
          <p:spPr>
            <a:xfrm>
              <a:off x="2377602" y="4207485"/>
              <a:ext cx="1330427" cy="0"/>
            </a:xfrm>
            <a:prstGeom prst="line">
              <a:avLst/>
            </a:prstGeom>
            <a:ln>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66" name="Oval 65">
              <a:extLst>
                <a:ext uri="{FF2B5EF4-FFF2-40B4-BE49-F238E27FC236}">
                  <a16:creationId xmlns:a16="http://schemas.microsoft.com/office/drawing/2014/main" id="{7601D7DB-1645-0A43-9DBB-781B328585EB}"/>
                </a:ext>
              </a:extLst>
            </p:cNvPr>
            <p:cNvSpPr/>
            <p:nvPr/>
          </p:nvSpPr>
          <p:spPr>
            <a:xfrm>
              <a:off x="2283508" y="4085758"/>
              <a:ext cx="252720" cy="25272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endParaRPr>
            </a:p>
          </p:txBody>
        </p:sp>
      </p:grpSp>
      <p:grpSp>
        <p:nvGrpSpPr>
          <p:cNvPr id="67" name="Group 66">
            <a:extLst>
              <a:ext uri="{FF2B5EF4-FFF2-40B4-BE49-F238E27FC236}">
                <a16:creationId xmlns:a16="http://schemas.microsoft.com/office/drawing/2014/main" id="{8A4D59DB-363D-2640-BD88-F0F4AFDC0404}"/>
              </a:ext>
            </a:extLst>
          </p:cNvPr>
          <p:cNvGrpSpPr/>
          <p:nvPr/>
        </p:nvGrpSpPr>
        <p:grpSpPr>
          <a:xfrm>
            <a:off x="7755477" y="3713953"/>
            <a:ext cx="1387256" cy="336960"/>
            <a:chOff x="5816608" y="2785465"/>
            <a:chExt cx="1040442" cy="252720"/>
          </a:xfrm>
        </p:grpSpPr>
        <p:cxnSp>
          <p:nvCxnSpPr>
            <p:cNvPr id="68" name="Straight Connector 67">
              <a:extLst>
                <a:ext uri="{FF2B5EF4-FFF2-40B4-BE49-F238E27FC236}">
                  <a16:creationId xmlns:a16="http://schemas.microsoft.com/office/drawing/2014/main" id="{F1ED8335-47B9-0C49-872B-EC602F3CB50A}"/>
                </a:ext>
              </a:extLst>
            </p:cNvPr>
            <p:cNvCxnSpPr>
              <a:cxnSpLocks/>
            </p:cNvCxnSpPr>
            <p:nvPr/>
          </p:nvCxnSpPr>
          <p:spPr>
            <a:xfrm flipH="1">
              <a:off x="5816608" y="2907192"/>
              <a:ext cx="979904" cy="0"/>
            </a:xfrm>
            <a:prstGeom prst="line">
              <a:avLst/>
            </a:prstGeom>
            <a:ln>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69" name="Oval 68">
              <a:extLst>
                <a:ext uri="{FF2B5EF4-FFF2-40B4-BE49-F238E27FC236}">
                  <a16:creationId xmlns:a16="http://schemas.microsoft.com/office/drawing/2014/main" id="{C954DBE6-7E85-884D-94EA-61F6803F6B15}"/>
                </a:ext>
              </a:extLst>
            </p:cNvPr>
            <p:cNvSpPr/>
            <p:nvPr/>
          </p:nvSpPr>
          <p:spPr>
            <a:xfrm flipH="1">
              <a:off x="6604330" y="2785465"/>
              <a:ext cx="252720" cy="25272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endParaRPr>
            </a:p>
          </p:txBody>
        </p:sp>
      </p:grpSp>
      <p:grpSp>
        <p:nvGrpSpPr>
          <p:cNvPr id="71" name="Group 70">
            <a:extLst>
              <a:ext uri="{FF2B5EF4-FFF2-40B4-BE49-F238E27FC236}">
                <a16:creationId xmlns:a16="http://schemas.microsoft.com/office/drawing/2014/main" id="{5F349152-5CA2-604F-84A4-C58325E0A9C8}"/>
              </a:ext>
            </a:extLst>
          </p:cNvPr>
          <p:cNvGrpSpPr/>
          <p:nvPr/>
        </p:nvGrpSpPr>
        <p:grpSpPr>
          <a:xfrm>
            <a:off x="7755477" y="4586408"/>
            <a:ext cx="1387256" cy="336960"/>
            <a:chOff x="5816608" y="3439806"/>
            <a:chExt cx="1040442" cy="252720"/>
          </a:xfrm>
        </p:grpSpPr>
        <p:cxnSp>
          <p:nvCxnSpPr>
            <p:cNvPr id="72" name="Straight Connector 71">
              <a:extLst>
                <a:ext uri="{FF2B5EF4-FFF2-40B4-BE49-F238E27FC236}">
                  <a16:creationId xmlns:a16="http://schemas.microsoft.com/office/drawing/2014/main" id="{46BA8EB3-4E06-A44F-B0AE-AB278E768004}"/>
                </a:ext>
              </a:extLst>
            </p:cNvPr>
            <p:cNvCxnSpPr>
              <a:cxnSpLocks/>
            </p:cNvCxnSpPr>
            <p:nvPr/>
          </p:nvCxnSpPr>
          <p:spPr>
            <a:xfrm flipH="1">
              <a:off x="5816608" y="3561533"/>
              <a:ext cx="979904" cy="0"/>
            </a:xfrm>
            <a:prstGeom prst="line">
              <a:avLst/>
            </a:prstGeom>
            <a:ln>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73" name="Oval 72">
              <a:extLst>
                <a:ext uri="{FF2B5EF4-FFF2-40B4-BE49-F238E27FC236}">
                  <a16:creationId xmlns:a16="http://schemas.microsoft.com/office/drawing/2014/main" id="{968C996B-A85A-6345-9BEF-4E4B337B2517}"/>
                </a:ext>
              </a:extLst>
            </p:cNvPr>
            <p:cNvSpPr/>
            <p:nvPr/>
          </p:nvSpPr>
          <p:spPr>
            <a:xfrm flipH="1">
              <a:off x="6604330" y="3439806"/>
              <a:ext cx="252720" cy="2527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endParaRPr>
            </a:p>
          </p:txBody>
        </p:sp>
      </p:grpSp>
      <p:grpSp>
        <p:nvGrpSpPr>
          <p:cNvPr id="75" name="Group 74">
            <a:extLst>
              <a:ext uri="{FF2B5EF4-FFF2-40B4-BE49-F238E27FC236}">
                <a16:creationId xmlns:a16="http://schemas.microsoft.com/office/drawing/2014/main" id="{C53AF2A9-900A-534C-A06D-D7C3BF2D62CC}"/>
              </a:ext>
            </a:extLst>
          </p:cNvPr>
          <p:cNvGrpSpPr/>
          <p:nvPr/>
        </p:nvGrpSpPr>
        <p:grpSpPr>
          <a:xfrm>
            <a:off x="7243373" y="5447677"/>
            <a:ext cx="1899361" cy="336960"/>
            <a:chOff x="5432529" y="4085758"/>
            <a:chExt cx="1424521" cy="252720"/>
          </a:xfrm>
        </p:grpSpPr>
        <p:cxnSp>
          <p:nvCxnSpPr>
            <p:cNvPr id="76" name="Straight Connector 75">
              <a:extLst>
                <a:ext uri="{FF2B5EF4-FFF2-40B4-BE49-F238E27FC236}">
                  <a16:creationId xmlns:a16="http://schemas.microsoft.com/office/drawing/2014/main" id="{8AD1C52C-33E4-EB43-A78E-D8D9AA810061}"/>
                </a:ext>
              </a:extLst>
            </p:cNvPr>
            <p:cNvCxnSpPr>
              <a:cxnSpLocks/>
            </p:cNvCxnSpPr>
            <p:nvPr/>
          </p:nvCxnSpPr>
          <p:spPr>
            <a:xfrm flipH="1">
              <a:off x="5432529" y="4207485"/>
              <a:ext cx="1330427" cy="0"/>
            </a:xfrm>
            <a:prstGeom prst="line">
              <a:avLst/>
            </a:prstGeom>
            <a:ln>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77" name="Oval 76">
              <a:extLst>
                <a:ext uri="{FF2B5EF4-FFF2-40B4-BE49-F238E27FC236}">
                  <a16:creationId xmlns:a16="http://schemas.microsoft.com/office/drawing/2014/main" id="{B545D1F0-81CF-2E4C-8FFC-34AC924C787B}"/>
                </a:ext>
              </a:extLst>
            </p:cNvPr>
            <p:cNvSpPr/>
            <p:nvPr/>
          </p:nvSpPr>
          <p:spPr>
            <a:xfrm flipH="1">
              <a:off x="6604330" y="4085758"/>
              <a:ext cx="252720" cy="25272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endParaRPr>
            </a:p>
          </p:txBody>
        </p:sp>
      </p:grpSp>
      <p:grpSp>
        <p:nvGrpSpPr>
          <p:cNvPr id="79" name="Group 78">
            <a:extLst>
              <a:ext uri="{FF2B5EF4-FFF2-40B4-BE49-F238E27FC236}">
                <a16:creationId xmlns:a16="http://schemas.microsoft.com/office/drawing/2014/main" id="{92EBF5D7-5CF5-F443-B24E-8C4A0FF4F50F}"/>
              </a:ext>
            </a:extLst>
          </p:cNvPr>
          <p:cNvGrpSpPr/>
          <p:nvPr/>
        </p:nvGrpSpPr>
        <p:grpSpPr>
          <a:xfrm>
            <a:off x="7221002" y="2841499"/>
            <a:ext cx="1921732" cy="336960"/>
            <a:chOff x="5415751" y="2131124"/>
            <a:chExt cx="1441299" cy="252720"/>
          </a:xfrm>
        </p:grpSpPr>
        <p:cxnSp>
          <p:nvCxnSpPr>
            <p:cNvPr id="80" name="Straight Connector 79">
              <a:extLst>
                <a:ext uri="{FF2B5EF4-FFF2-40B4-BE49-F238E27FC236}">
                  <a16:creationId xmlns:a16="http://schemas.microsoft.com/office/drawing/2014/main" id="{40506DD3-F268-C347-A429-C93F22B911BC}"/>
                </a:ext>
              </a:extLst>
            </p:cNvPr>
            <p:cNvCxnSpPr>
              <a:cxnSpLocks/>
            </p:cNvCxnSpPr>
            <p:nvPr/>
          </p:nvCxnSpPr>
          <p:spPr>
            <a:xfrm flipH="1">
              <a:off x="5415751" y="2252851"/>
              <a:ext cx="1330427" cy="0"/>
            </a:xfrm>
            <a:prstGeom prst="line">
              <a:avLst/>
            </a:prstGeom>
            <a:ln>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81" name="Oval 80">
              <a:extLst>
                <a:ext uri="{FF2B5EF4-FFF2-40B4-BE49-F238E27FC236}">
                  <a16:creationId xmlns:a16="http://schemas.microsoft.com/office/drawing/2014/main" id="{B2BA5353-98D5-2140-B151-AC24671356F4}"/>
                </a:ext>
              </a:extLst>
            </p:cNvPr>
            <p:cNvSpPr/>
            <p:nvPr/>
          </p:nvSpPr>
          <p:spPr>
            <a:xfrm flipH="1">
              <a:off x="6604330" y="2131124"/>
              <a:ext cx="252720" cy="2527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endParaRPr>
            </a:p>
          </p:txBody>
        </p:sp>
      </p:grpSp>
      <p:sp>
        <p:nvSpPr>
          <p:cNvPr id="83" name="Text Placeholder 82">
            <a:extLst>
              <a:ext uri="{FF2B5EF4-FFF2-40B4-BE49-F238E27FC236}">
                <a16:creationId xmlns:a16="http://schemas.microsoft.com/office/drawing/2014/main" id="{83DEB4DE-21AB-8F43-911D-CFF95FC72BCF}"/>
              </a:ext>
            </a:extLst>
          </p:cNvPr>
          <p:cNvSpPr>
            <a:spLocks noGrp="1"/>
          </p:cNvSpPr>
          <p:nvPr>
            <p:ph type="body" sz="quarter" idx="14" hasCustomPrompt="1"/>
          </p:nvPr>
        </p:nvSpPr>
        <p:spPr>
          <a:xfrm>
            <a:off x="1691037" y="1942847"/>
            <a:ext cx="1322916" cy="383116"/>
          </a:xfrm>
        </p:spPr>
        <p:txBody>
          <a:bodyPr/>
          <a:lstStyle>
            <a:lvl1pPr algn="ctr">
              <a:defRPr/>
            </a:lvl1pPr>
          </a:lstStyle>
          <a:p>
            <a:pPr lvl="0"/>
            <a:r>
              <a:rPr lang="en-US"/>
              <a:t>Lorem</a:t>
            </a:r>
          </a:p>
        </p:txBody>
      </p:sp>
      <p:sp>
        <p:nvSpPr>
          <p:cNvPr id="84" name="Text Placeholder 82">
            <a:extLst>
              <a:ext uri="{FF2B5EF4-FFF2-40B4-BE49-F238E27FC236}">
                <a16:creationId xmlns:a16="http://schemas.microsoft.com/office/drawing/2014/main" id="{4E20A4BA-12F2-1441-B0DC-5AF70DAD5E3A}"/>
              </a:ext>
            </a:extLst>
          </p:cNvPr>
          <p:cNvSpPr>
            <a:spLocks noGrp="1"/>
          </p:cNvSpPr>
          <p:nvPr>
            <p:ph type="body" sz="quarter" idx="15" hasCustomPrompt="1"/>
          </p:nvPr>
        </p:nvSpPr>
        <p:spPr>
          <a:xfrm>
            <a:off x="9188546" y="1942847"/>
            <a:ext cx="1322916" cy="383116"/>
          </a:xfrm>
        </p:spPr>
        <p:txBody>
          <a:bodyPr/>
          <a:lstStyle>
            <a:lvl1pPr algn="ctr">
              <a:defRPr/>
            </a:lvl1pPr>
          </a:lstStyle>
          <a:p>
            <a:pPr lvl="0"/>
            <a:r>
              <a:rPr lang="en-US"/>
              <a:t>Lorem</a:t>
            </a:r>
          </a:p>
        </p:txBody>
      </p:sp>
      <p:sp>
        <p:nvSpPr>
          <p:cNvPr id="86" name="Text Placeholder 82">
            <a:extLst>
              <a:ext uri="{FF2B5EF4-FFF2-40B4-BE49-F238E27FC236}">
                <a16:creationId xmlns:a16="http://schemas.microsoft.com/office/drawing/2014/main" id="{468AEBBC-AFF0-4D4E-A270-2FC65B19A651}"/>
              </a:ext>
            </a:extLst>
          </p:cNvPr>
          <p:cNvSpPr>
            <a:spLocks noGrp="1"/>
          </p:cNvSpPr>
          <p:nvPr>
            <p:ph type="body" sz="quarter" idx="16" hasCustomPrompt="1"/>
          </p:nvPr>
        </p:nvSpPr>
        <p:spPr>
          <a:xfrm>
            <a:off x="1691037" y="2877189"/>
            <a:ext cx="1322916" cy="383116"/>
          </a:xfrm>
        </p:spPr>
        <p:txBody>
          <a:bodyPr/>
          <a:lstStyle>
            <a:lvl1pPr marL="0" marR="0" indent="0" algn="l" defTabSz="609585" rtl="0" eaLnBrk="1" fontAlgn="auto" latinLnBrk="0" hangingPunct="1">
              <a:lnSpc>
                <a:spcPct val="100000"/>
              </a:lnSpc>
              <a:spcBef>
                <a:spcPts val="0"/>
              </a:spcBef>
              <a:spcAft>
                <a:spcPts val="0"/>
              </a:spcAft>
              <a:buClrTx/>
              <a:buSzTx/>
              <a:buFontTx/>
              <a:buNone/>
              <a:tabLst/>
              <a:defRPr/>
            </a:lvl1p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a:ln>
                  <a:noFill/>
                </a:ln>
                <a:solidFill>
                  <a:srgbClr val="616673"/>
                </a:solidFill>
                <a:effectLst/>
                <a:uLnTx/>
                <a:uFillTx/>
                <a:latin typeface="Lato" panose="020F0502020204030203" pitchFamily="34" charset="0"/>
                <a:ea typeface="Lato" panose="020F0502020204030203" pitchFamily="34" charset="0"/>
                <a:cs typeface="Lato" panose="020F0502020204030203" pitchFamily="34" charset="0"/>
              </a:rPr>
              <a:t>Lorem Ipsum</a:t>
            </a:r>
          </a:p>
        </p:txBody>
      </p:sp>
      <p:sp>
        <p:nvSpPr>
          <p:cNvPr id="87" name="Text Placeholder 82">
            <a:extLst>
              <a:ext uri="{FF2B5EF4-FFF2-40B4-BE49-F238E27FC236}">
                <a16:creationId xmlns:a16="http://schemas.microsoft.com/office/drawing/2014/main" id="{59B77819-0524-1542-9376-C12B66B9429D}"/>
              </a:ext>
            </a:extLst>
          </p:cNvPr>
          <p:cNvSpPr>
            <a:spLocks noGrp="1"/>
          </p:cNvSpPr>
          <p:nvPr>
            <p:ph type="body" sz="quarter" idx="17" hasCustomPrompt="1"/>
          </p:nvPr>
        </p:nvSpPr>
        <p:spPr>
          <a:xfrm>
            <a:off x="1691037" y="3743163"/>
            <a:ext cx="1322916" cy="383116"/>
          </a:xfrm>
        </p:spPr>
        <p:txBody>
          <a:bodyPr/>
          <a:lstStyle>
            <a:lvl1pPr marL="0" marR="0" indent="0" algn="l" defTabSz="609585" rtl="0" eaLnBrk="1" fontAlgn="auto" latinLnBrk="0" hangingPunct="1">
              <a:lnSpc>
                <a:spcPct val="100000"/>
              </a:lnSpc>
              <a:spcBef>
                <a:spcPts val="0"/>
              </a:spcBef>
              <a:spcAft>
                <a:spcPts val="0"/>
              </a:spcAft>
              <a:buClrTx/>
              <a:buSzTx/>
              <a:buFontTx/>
              <a:buNone/>
              <a:tabLst/>
              <a:defRPr/>
            </a:lvl1p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a:ln>
                  <a:noFill/>
                </a:ln>
                <a:solidFill>
                  <a:srgbClr val="616673"/>
                </a:solidFill>
                <a:effectLst/>
                <a:uLnTx/>
                <a:uFillTx/>
                <a:latin typeface="Lato" panose="020F0502020204030203" pitchFamily="34" charset="0"/>
                <a:ea typeface="Lato" panose="020F0502020204030203" pitchFamily="34" charset="0"/>
                <a:cs typeface="Lato" panose="020F0502020204030203" pitchFamily="34" charset="0"/>
              </a:rPr>
              <a:t>Lorem Ipsum</a:t>
            </a:r>
          </a:p>
        </p:txBody>
      </p:sp>
      <p:sp>
        <p:nvSpPr>
          <p:cNvPr id="88" name="Text Placeholder 82">
            <a:extLst>
              <a:ext uri="{FF2B5EF4-FFF2-40B4-BE49-F238E27FC236}">
                <a16:creationId xmlns:a16="http://schemas.microsoft.com/office/drawing/2014/main" id="{2BF0BF6F-8C6D-5443-A3D6-5D3C2E9A31EE}"/>
              </a:ext>
            </a:extLst>
          </p:cNvPr>
          <p:cNvSpPr>
            <a:spLocks noGrp="1"/>
          </p:cNvSpPr>
          <p:nvPr>
            <p:ph type="body" sz="quarter" idx="18" hasCustomPrompt="1"/>
          </p:nvPr>
        </p:nvSpPr>
        <p:spPr>
          <a:xfrm>
            <a:off x="1691037" y="4631926"/>
            <a:ext cx="1322916" cy="383116"/>
          </a:xfrm>
        </p:spPr>
        <p:txBody>
          <a:bodyPr/>
          <a:lstStyle>
            <a:lvl1pPr marL="0" marR="0" indent="0" algn="l" defTabSz="609585" rtl="0" eaLnBrk="1" fontAlgn="auto" latinLnBrk="0" hangingPunct="1">
              <a:lnSpc>
                <a:spcPct val="100000"/>
              </a:lnSpc>
              <a:spcBef>
                <a:spcPts val="0"/>
              </a:spcBef>
              <a:spcAft>
                <a:spcPts val="0"/>
              </a:spcAft>
              <a:buClrTx/>
              <a:buSzTx/>
              <a:buFontTx/>
              <a:buNone/>
              <a:tabLst/>
              <a:defRPr/>
            </a:lvl1p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a:ln>
                  <a:noFill/>
                </a:ln>
                <a:solidFill>
                  <a:srgbClr val="616673"/>
                </a:solidFill>
                <a:effectLst/>
                <a:uLnTx/>
                <a:uFillTx/>
                <a:latin typeface="Lato" panose="020F0502020204030203" pitchFamily="34" charset="0"/>
                <a:ea typeface="Lato" panose="020F0502020204030203" pitchFamily="34" charset="0"/>
                <a:cs typeface="Lato" panose="020F0502020204030203" pitchFamily="34" charset="0"/>
              </a:rPr>
              <a:t>Lorem Ipsum</a:t>
            </a:r>
          </a:p>
        </p:txBody>
      </p:sp>
      <p:sp>
        <p:nvSpPr>
          <p:cNvPr id="89" name="Text Placeholder 82">
            <a:extLst>
              <a:ext uri="{FF2B5EF4-FFF2-40B4-BE49-F238E27FC236}">
                <a16:creationId xmlns:a16="http://schemas.microsoft.com/office/drawing/2014/main" id="{F6B1C861-4E65-7543-A413-8E4333BA9721}"/>
              </a:ext>
            </a:extLst>
          </p:cNvPr>
          <p:cNvSpPr>
            <a:spLocks noGrp="1"/>
          </p:cNvSpPr>
          <p:nvPr>
            <p:ph type="body" sz="quarter" idx="19" hasCustomPrompt="1"/>
          </p:nvPr>
        </p:nvSpPr>
        <p:spPr>
          <a:xfrm>
            <a:off x="1691037" y="5497901"/>
            <a:ext cx="1322916" cy="383116"/>
          </a:xfrm>
        </p:spPr>
        <p:txBody>
          <a:bodyPr/>
          <a:lstStyle>
            <a:lvl1pPr marL="0" marR="0" indent="0" algn="l" defTabSz="609585" rtl="0" eaLnBrk="1" fontAlgn="auto" latinLnBrk="0" hangingPunct="1">
              <a:lnSpc>
                <a:spcPct val="100000"/>
              </a:lnSpc>
              <a:spcBef>
                <a:spcPts val="0"/>
              </a:spcBef>
              <a:spcAft>
                <a:spcPts val="0"/>
              </a:spcAft>
              <a:buClrTx/>
              <a:buSzTx/>
              <a:buFontTx/>
              <a:buNone/>
              <a:tabLst/>
              <a:defRPr/>
            </a:lvl1p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a:ln>
                  <a:noFill/>
                </a:ln>
                <a:solidFill>
                  <a:srgbClr val="616673"/>
                </a:solidFill>
                <a:effectLst/>
                <a:uLnTx/>
                <a:uFillTx/>
                <a:latin typeface="Lato" panose="020F0502020204030203" pitchFamily="34" charset="0"/>
                <a:ea typeface="Lato" panose="020F0502020204030203" pitchFamily="34" charset="0"/>
                <a:cs typeface="Lato" panose="020F0502020204030203" pitchFamily="34" charset="0"/>
              </a:rPr>
              <a:t>Lorem Ipsum</a:t>
            </a:r>
          </a:p>
        </p:txBody>
      </p:sp>
      <p:sp>
        <p:nvSpPr>
          <p:cNvPr id="90" name="Text Placeholder 82">
            <a:extLst>
              <a:ext uri="{FF2B5EF4-FFF2-40B4-BE49-F238E27FC236}">
                <a16:creationId xmlns:a16="http://schemas.microsoft.com/office/drawing/2014/main" id="{943179AC-BF7E-EB4E-9A55-E32D40EE8FDB}"/>
              </a:ext>
            </a:extLst>
          </p:cNvPr>
          <p:cNvSpPr>
            <a:spLocks noGrp="1"/>
          </p:cNvSpPr>
          <p:nvPr>
            <p:ph type="body" sz="quarter" idx="20" hasCustomPrompt="1"/>
          </p:nvPr>
        </p:nvSpPr>
        <p:spPr>
          <a:xfrm>
            <a:off x="9496195" y="2877189"/>
            <a:ext cx="1322916" cy="383116"/>
          </a:xfrm>
        </p:spPr>
        <p:txBody>
          <a:bodyPr/>
          <a:lstStyle>
            <a:lvl1pPr marL="0" marR="0" indent="0" algn="l" defTabSz="609585" rtl="0" eaLnBrk="1" fontAlgn="auto" latinLnBrk="0" hangingPunct="1">
              <a:lnSpc>
                <a:spcPct val="100000"/>
              </a:lnSpc>
              <a:spcBef>
                <a:spcPts val="0"/>
              </a:spcBef>
              <a:spcAft>
                <a:spcPts val="0"/>
              </a:spcAft>
              <a:buClrTx/>
              <a:buSzTx/>
              <a:buFontTx/>
              <a:buNone/>
              <a:tabLst/>
              <a:defRPr/>
            </a:lvl1p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a:ln>
                  <a:noFill/>
                </a:ln>
                <a:solidFill>
                  <a:srgbClr val="616673"/>
                </a:solidFill>
                <a:effectLst/>
                <a:uLnTx/>
                <a:uFillTx/>
                <a:latin typeface="Lato" panose="020F0502020204030203" pitchFamily="34" charset="0"/>
                <a:ea typeface="Lato" panose="020F0502020204030203" pitchFamily="34" charset="0"/>
                <a:cs typeface="Lato" panose="020F0502020204030203" pitchFamily="34" charset="0"/>
              </a:rPr>
              <a:t>Lorem Ipsum</a:t>
            </a:r>
          </a:p>
        </p:txBody>
      </p:sp>
      <p:sp>
        <p:nvSpPr>
          <p:cNvPr id="91" name="Text Placeholder 82">
            <a:extLst>
              <a:ext uri="{FF2B5EF4-FFF2-40B4-BE49-F238E27FC236}">
                <a16:creationId xmlns:a16="http://schemas.microsoft.com/office/drawing/2014/main" id="{F04D4518-C744-BA48-A638-254631739306}"/>
              </a:ext>
            </a:extLst>
          </p:cNvPr>
          <p:cNvSpPr>
            <a:spLocks noGrp="1"/>
          </p:cNvSpPr>
          <p:nvPr>
            <p:ph type="body" sz="quarter" idx="21" hasCustomPrompt="1"/>
          </p:nvPr>
        </p:nvSpPr>
        <p:spPr>
          <a:xfrm>
            <a:off x="9496195" y="3743163"/>
            <a:ext cx="1322916" cy="383116"/>
          </a:xfrm>
        </p:spPr>
        <p:txBody>
          <a:bodyPr/>
          <a:lstStyle>
            <a:lvl1pPr marL="0" marR="0" indent="0" algn="l" defTabSz="609585" rtl="0" eaLnBrk="1" fontAlgn="auto" latinLnBrk="0" hangingPunct="1">
              <a:lnSpc>
                <a:spcPct val="100000"/>
              </a:lnSpc>
              <a:spcBef>
                <a:spcPts val="0"/>
              </a:spcBef>
              <a:spcAft>
                <a:spcPts val="0"/>
              </a:spcAft>
              <a:buClrTx/>
              <a:buSzTx/>
              <a:buFontTx/>
              <a:buNone/>
              <a:tabLst/>
              <a:defRPr/>
            </a:lvl1p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a:ln>
                  <a:noFill/>
                </a:ln>
                <a:solidFill>
                  <a:srgbClr val="616673"/>
                </a:solidFill>
                <a:effectLst/>
                <a:uLnTx/>
                <a:uFillTx/>
                <a:latin typeface="Lato" panose="020F0502020204030203" pitchFamily="34" charset="0"/>
                <a:ea typeface="Lato" panose="020F0502020204030203" pitchFamily="34" charset="0"/>
                <a:cs typeface="Lato" panose="020F0502020204030203" pitchFamily="34" charset="0"/>
              </a:rPr>
              <a:t>Lorem Ipsum</a:t>
            </a:r>
          </a:p>
        </p:txBody>
      </p:sp>
      <p:sp>
        <p:nvSpPr>
          <p:cNvPr id="92" name="Text Placeholder 82">
            <a:extLst>
              <a:ext uri="{FF2B5EF4-FFF2-40B4-BE49-F238E27FC236}">
                <a16:creationId xmlns:a16="http://schemas.microsoft.com/office/drawing/2014/main" id="{79C15827-7A39-AA42-AA9B-0BFDBFC4289A}"/>
              </a:ext>
            </a:extLst>
          </p:cNvPr>
          <p:cNvSpPr>
            <a:spLocks noGrp="1"/>
          </p:cNvSpPr>
          <p:nvPr>
            <p:ph type="body" sz="quarter" idx="22" hasCustomPrompt="1"/>
          </p:nvPr>
        </p:nvSpPr>
        <p:spPr>
          <a:xfrm>
            <a:off x="9496195" y="4631926"/>
            <a:ext cx="1322916" cy="383116"/>
          </a:xfrm>
        </p:spPr>
        <p:txBody>
          <a:bodyPr/>
          <a:lstStyle>
            <a:lvl1pPr marL="0" marR="0" indent="0" algn="l" defTabSz="609585" rtl="0" eaLnBrk="1" fontAlgn="auto" latinLnBrk="0" hangingPunct="1">
              <a:lnSpc>
                <a:spcPct val="100000"/>
              </a:lnSpc>
              <a:spcBef>
                <a:spcPts val="0"/>
              </a:spcBef>
              <a:spcAft>
                <a:spcPts val="0"/>
              </a:spcAft>
              <a:buClrTx/>
              <a:buSzTx/>
              <a:buFontTx/>
              <a:buNone/>
              <a:tabLst/>
              <a:defRPr/>
            </a:lvl1p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a:ln>
                  <a:noFill/>
                </a:ln>
                <a:solidFill>
                  <a:srgbClr val="616673"/>
                </a:solidFill>
                <a:effectLst/>
                <a:uLnTx/>
                <a:uFillTx/>
                <a:latin typeface="Lato" panose="020F0502020204030203" pitchFamily="34" charset="0"/>
                <a:ea typeface="Lato" panose="020F0502020204030203" pitchFamily="34" charset="0"/>
                <a:cs typeface="Lato" panose="020F0502020204030203" pitchFamily="34" charset="0"/>
              </a:rPr>
              <a:t>Lorem Ipsum</a:t>
            </a:r>
          </a:p>
        </p:txBody>
      </p:sp>
      <p:sp>
        <p:nvSpPr>
          <p:cNvPr id="93" name="Text Placeholder 82">
            <a:extLst>
              <a:ext uri="{FF2B5EF4-FFF2-40B4-BE49-F238E27FC236}">
                <a16:creationId xmlns:a16="http://schemas.microsoft.com/office/drawing/2014/main" id="{7C1D3EA4-C15A-984C-A6C1-9C14D0B77AF8}"/>
              </a:ext>
            </a:extLst>
          </p:cNvPr>
          <p:cNvSpPr>
            <a:spLocks noGrp="1"/>
          </p:cNvSpPr>
          <p:nvPr>
            <p:ph type="body" sz="quarter" idx="23" hasCustomPrompt="1"/>
          </p:nvPr>
        </p:nvSpPr>
        <p:spPr>
          <a:xfrm>
            <a:off x="9496195" y="5497901"/>
            <a:ext cx="1322916" cy="383116"/>
          </a:xfrm>
        </p:spPr>
        <p:txBody>
          <a:bodyPr/>
          <a:lstStyle>
            <a:lvl1pPr marL="0" marR="0" indent="0" algn="l" defTabSz="609585" rtl="0" eaLnBrk="1" fontAlgn="auto" latinLnBrk="0" hangingPunct="1">
              <a:lnSpc>
                <a:spcPct val="100000"/>
              </a:lnSpc>
              <a:spcBef>
                <a:spcPts val="0"/>
              </a:spcBef>
              <a:spcAft>
                <a:spcPts val="0"/>
              </a:spcAft>
              <a:buClrTx/>
              <a:buSzTx/>
              <a:buFontTx/>
              <a:buNone/>
              <a:tabLst/>
              <a:defRPr/>
            </a:lvl1p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a:ln>
                  <a:noFill/>
                </a:ln>
                <a:solidFill>
                  <a:srgbClr val="616673"/>
                </a:solidFill>
                <a:effectLst/>
                <a:uLnTx/>
                <a:uFillTx/>
                <a:latin typeface="Lato" panose="020F0502020204030203" pitchFamily="34" charset="0"/>
                <a:ea typeface="Lato" panose="020F0502020204030203" pitchFamily="34" charset="0"/>
                <a:cs typeface="Lato" panose="020F0502020204030203" pitchFamily="34" charset="0"/>
              </a:rPr>
              <a:t>Lorem Ipsum</a:t>
            </a:r>
          </a:p>
        </p:txBody>
      </p:sp>
    </p:spTree>
    <p:extLst>
      <p:ext uri="{BB962C8B-B14F-4D97-AF65-F5344CB8AC3E}">
        <p14:creationId xmlns:p14="http://schemas.microsoft.com/office/powerpoint/2010/main" val="2114422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wheel(1)">
                                      <p:cBhvr>
                                        <p:cTn id="7" dur="2000"/>
                                        <p:tgtEl>
                                          <p:spTgt spid="52"/>
                                        </p:tgtEl>
                                      </p:cBhvr>
                                    </p:animEffect>
                                  </p:childTnLst>
                                </p:cTn>
                              </p:par>
                            </p:childTnLst>
                          </p:cTn>
                        </p:par>
                        <p:par>
                          <p:cTn id="8" fill="hold">
                            <p:stCondLst>
                              <p:cond delay="2000"/>
                            </p:stCondLst>
                            <p:childTnLst>
                              <p:par>
                                <p:cTn id="9" presetID="22" presetClass="entr" presetSubtype="8" fill="hold" nodeType="afterEffect">
                                  <p:stCondLst>
                                    <p:cond delay="0"/>
                                  </p:stCondLst>
                                  <p:childTnLst>
                                    <p:set>
                                      <p:cBhvr>
                                        <p:cTn id="10" dur="1" fill="hold">
                                          <p:stCondLst>
                                            <p:cond delay="0"/>
                                          </p:stCondLst>
                                        </p:cTn>
                                        <p:tgtEl>
                                          <p:spTgt spid="79"/>
                                        </p:tgtEl>
                                        <p:attrNameLst>
                                          <p:attrName>style.visibility</p:attrName>
                                        </p:attrNameLst>
                                      </p:cBhvr>
                                      <p:to>
                                        <p:strVal val="visible"/>
                                      </p:to>
                                    </p:set>
                                    <p:animEffect transition="in" filter="wipe(left)">
                                      <p:cBhvr>
                                        <p:cTn id="11" dur="500"/>
                                        <p:tgtEl>
                                          <p:spTgt spid="79"/>
                                        </p:tgtEl>
                                      </p:cBhvr>
                                    </p:animEffect>
                                  </p:childTnLst>
                                </p:cTn>
                              </p:par>
                              <p:par>
                                <p:cTn id="12" presetID="22" presetClass="entr" presetSubtype="8" fill="hold" nodeType="withEffect">
                                  <p:stCondLst>
                                    <p:cond delay="250"/>
                                  </p:stCondLst>
                                  <p:childTnLst>
                                    <p:set>
                                      <p:cBhvr>
                                        <p:cTn id="13" dur="1" fill="hold">
                                          <p:stCondLst>
                                            <p:cond delay="0"/>
                                          </p:stCondLst>
                                        </p:cTn>
                                        <p:tgtEl>
                                          <p:spTgt spid="67"/>
                                        </p:tgtEl>
                                        <p:attrNameLst>
                                          <p:attrName>style.visibility</p:attrName>
                                        </p:attrNameLst>
                                      </p:cBhvr>
                                      <p:to>
                                        <p:strVal val="visible"/>
                                      </p:to>
                                    </p:set>
                                    <p:animEffect transition="in" filter="wipe(left)">
                                      <p:cBhvr>
                                        <p:cTn id="14" dur="500"/>
                                        <p:tgtEl>
                                          <p:spTgt spid="67"/>
                                        </p:tgtEl>
                                      </p:cBhvr>
                                    </p:animEffect>
                                  </p:childTnLst>
                                </p:cTn>
                              </p:par>
                              <p:par>
                                <p:cTn id="15" presetID="22" presetClass="entr" presetSubtype="8" fill="hold" nodeType="withEffect">
                                  <p:stCondLst>
                                    <p:cond delay="250"/>
                                  </p:stCondLst>
                                  <p:childTnLst>
                                    <p:set>
                                      <p:cBhvr>
                                        <p:cTn id="16" dur="1" fill="hold">
                                          <p:stCondLst>
                                            <p:cond delay="0"/>
                                          </p:stCondLst>
                                        </p:cTn>
                                        <p:tgtEl>
                                          <p:spTgt spid="71"/>
                                        </p:tgtEl>
                                        <p:attrNameLst>
                                          <p:attrName>style.visibility</p:attrName>
                                        </p:attrNameLst>
                                      </p:cBhvr>
                                      <p:to>
                                        <p:strVal val="visible"/>
                                      </p:to>
                                    </p:set>
                                    <p:animEffect transition="in" filter="wipe(left)">
                                      <p:cBhvr>
                                        <p:cTn id="17" dur="500"/>
                                        <p:tgtEl>
                                          <p:spTgt spid="71"/>
                                        </p:tgtEl>
                                      </p:cBhvr>
                                    </p:animEffect>
                                  </p:childTnLst>
                                </p:cTn>
                              </p:par>
                              <p:par>
                                <p:cTn id="18" presetID="22" presetClass="entr" presetSubtype="8" fill="hold" nodeType="withEffect">
                                  <p:stCondLst>
                                    <p:cond delay="250"/>
                                  </p:stCondLst>
                                  <p:childTnLst>
                                    <p:set>
                                      <p:cBhvr>
                                        <p:cTn id="19" dur="1" fill="hold">
                                          <p:stCondLst>
                                            <p:cond delay="0"/>
                                          </p:stCondLst>
                                        </p:cTn>
                                        <p:tgtEl>
                                          <p:spTgt spid="75"/>
                                        </p:tgtEl>
                                        <p:attrNameLst>
                                          <p:attrName>style.visibility</p:attrName>
                                        </p:attrNameLst>
                                      </p:cBhvr>
                                      <p:to>
                                        <p:strVal val="visible"/>
                                      </p:to>
                                    </p:set>
                                    <p:animEffect transition="in" filter="wipe(left)">
                                      <p:cBhvr>
                                        <p:cTn id="20"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Lst>
  </p:timing>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3_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Lorem Ipsum</a:t>
            </a:r>
          </a:p>
        </p:txBody>
      </p:sp>
      <p:sp>
        <p:nvSpPr>
          <p:cNvPr id="7" name="Slide Number Placeholder 5">
            <a:extLst>
              <a:ext uri="{FF2B5EF4-FFF2-40B4-BE49-F238E27FC236}">
                <a16:creationId xmlns:a16="http://schemas.microsoft.com/office/drawing/2014/main" id="{07033397-15D1-3546-A61B-B7A7E0DEB28F}"/>
              </a:ext>
            </a:extLst>
          </p:cNvPr>
          <p:cNvSpPr>
            <a:spLocks noGrp="1"/>
          </p:cNvSpPr>
          <p:nvPr>
            <p:ph type="sldNum" sz="quarter" idx="12"/>
          </p:nvPr>
        </p:nvSpPr>
        <p:spPr>
          <a:xfrm>
            <a:off x="1" y="6418136"/>
            <a:ext cx="374375" cy="365125"/>
          </a:xfrm>
          <a:prstGeom prst="rect">
            <a:avLst/>
          </a:prstGeom>
        </p:spPr>
        <p:txBody>
          <a:bodyPr/>
          <a:lstStyle>
            <a:lvl1pPr>
              <a:defRPr sz="800" b="0" i="0">
                <a:solidFill>
                  <a:schemeClr val="accent6">
                    <a:lumMod val="40000"/>
                    <a:lumOff val="60000"/>
                  </a:schemeClr>
                </a:solidFill>
                <a:latin typeface="Lato Light" panose="020F0502020204030203" pitchFamily="34" charset="0"/>
                <a:ea typeface="Lato Light" panose="020F0502020204030203" pitchFamily="34" charset="0"/>
                <a:cs typeface="Lato Light" panose="020F0502020204030203" pitchFamily="34" charset="0"/>
              </a:defRPr>
            </a:lvl1pPr>
          </a:lstStyle>
          <a:p>
            <a:fld id="{6BED0942-9735-43C8-AB99-1366ADCBF3AF}" type="slidenum">
              <a:rPr lang="en-US" smtClean="0"/>
              <a:pPr/>
              <a:t>‹#›</a:t>
            </a:fld>
            <a:endParaRPr lang="en-US"/>
          </a:p>
        </p:txBody>
      </p:sp>
      <p:sp>
        <p:nvSpPr>
          <p:cNvPr id="46" name="Text Placeholder 10">
            <a:extLst>
              <a:ext uri="{FF2B5EF4-FFF2-40B4-BE49-F238E27FC236}">
                <a16:creationId xmlns:a16="http://schemas.microsoft.com/office/drawing/2014/main" id="{298513E9-9253-E649-8BD2-0E86D101424A}"/>
              </a:ext>
            </a:extLst>
          </p:cNvPr>
          <p:cNvSpPr>
            <a:spLocks noGrp="1"/>
          </p:cNvSpPr>
          <p:nvPr>
            <p:ph type="body" sz="quarter" idx="13" hasCustomPrompt="1"/>
          </p:nvPr>
        </p:nvSpPr>
        <p:spPr>
          <a:xfrm>
            <a:off x="838200" y="1291167"/>
            <a:ext cx="10515600" cy="305104"/>
          </a:xfrm>
        </p:spPr>
        <p:txBody>
          <a:bodyPr/>
          <a:lstStyle>
            <a:lvl1pPr marL="0" marR="0" indent="0" algn="l" defTabSz="609585" rtl="0" eaLnBrk="1" fontAlgn="auto" latinLnBrk="0" hangingPunct="1">
              <a:lnSpc>
                <a:spcPct val="100000"/>
              </a:lnSpc>
              <a:spcBef>
                <a:spcPts val="0"/>
              </a:spcBef>
              <a:spcAft>
                <a:spcPts val="0"/>
              </a:spcAft>
              <a:buClrTx/>
              <a:buSzTx/>
              <a:buFontTx/>
              <a:buNone/>
              <a:tabLst/>
              <a:defRPr/>
            </a:lvl1p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616673"/>
                </a:solidFill>
                <a:effectLst/>
                <a:uLnTx/>
                <a:uFillTx/>
                <a:latin typeface="Lato" panose="020F0502020204030203" pitchFamily="34" charset="0"/>
                <a:ea typeface="Lato" panose="020F0502020204030203" pitchFamily="34" charset="0"/>
                <a:cs typeface="Lato" panose="020F0502020204030203" pitchFamily="34" charset="0"/>
              </a:rPr>
              <a:t>Lorem Ipsum</a:t>
            </a:r>
          </a:p>
        </p:txBody>
      </p:sp>
      <p:sp>
        <p:nvSpPr>
          <p:cNvPr id="42" name="Oval 41">
            <a:extLst>
              <a:ext uri="{FF2B5EF4-FFF2-40B4-BE49-F238E27FC236}">
                <a16:creationId xmlns:a16="http://schemas.microsoft.com/office/drawing/2014/main" id="{4D379262-7468-F645-8899-DDE2C90CD581}"/>
              </a:ext>
            </a:extLst>
          </p:cNvPr>
          <p:cNvSpPr/>
          <p:nvPr/>
        </p:nvSpPr>
        <p:spPr>
          <a:xfrm>
            <a:off x="4420537" y="2550980"/>
            <a:ext cx="3146539" cy="3146536"/>
          </a:xfrm>
          <a:prstGeom prst="ellipse">
            <a:avLst/>
          </a:prstGeom>
          <a:noFill/>
          <a:ln w="25400" cap="rnd" cmpd="sng">
            <a:solidFill>
              <a:schemeClr val="accent6">
                <a:lumMod val="40000"/>
                <a:lumOff val="60000"/>
              </a:schemeClr>
            </a:soli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43" name="Oval 42">
            <a:extLst>
              <a:ext uri="{FF2B5EF4-FFF2-40B4-BE49-F238E27FC236}">
                <a16:creationId xmlns:a16="http://schemas.microsoft.com/office/drawing/2014/main" id="{13795F81-E04B-534A-B888-1B7A2BAC5380}"/>
              </a:ext>
            </a:extLst>
          </p:cNvPr>
          <p:cNvSpPr/>
          <p:nvPr/>
        </p:nvSpPr>
        <p:spPr>
          <a:xfrm>
            <a:off x="5063028" y="3193468"/>
            <a:ext cx="1861557" cy="1861557"/>
          </a:xfrm>
          <a:prstGeom prst="ellipse">
            <a:avLst/>
          </a:prstGeom>
          <a:solidFill>
            <a:schemeClr val="bg2"/>
          </a:solidFill>
          <a:ln w="1016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lvl="0" algn="ctr"/>
            <a:endParaRPr lang="en-US" sz="1867">
              <a:solidFill>
                <a:schemeClr val="bg1"/>
              </a:solidFill>
              <a:latin typeface="Lato" panose="020F0502020204030203" pitchFamily="34" charset="0"/>
              <a:ea typeface="Lato" panose="020F0502020204030203" pitchFamily="34" charset="0"/>
              <a:cs typeface="Lato" panose="020F0502020204030203" pitchFamily="34" charset="0"/>
            </a:endParaRPr>
          </a:p>
        </p:txBody>
      </p:sp>
      <p:grpSp>
        <p:nvGrpSpPr>
          <p:cNvPr id="90" name="Group 89">
            <a:extLst>
              <a:ext uri="{FF2B5EF4-FFF2-40B4-BE49-F238E27FC236}">
                <a16:creationId xmlns:a16="http://schemas.microsoft.com/office/drawing/2014/main" id="{898D7FFC-2FBA-434B-BD42-586AFE3275C8}"/>
              </a:ext>
            </a:extLst>
          </p:cNvPr>
          <p:cNvGrpSpPr/>
          <p:nvPr/>
        </p:nvGrpSpPr>
        <p:grpSpPr>
          <a:xfrm>
            <a:off x="6801180" y="4939560"/>
            <a:ext cx="653592" cy="653592"/>
            <a:chOff x="5805576" y="3309667"/>
            <a:chExt cx="490194" cy="490194"/>
          </a:xfrm>
        </p:grpSpPr>
        <p:sp>
          <p:nvSpPr>
            <p:cNvPr id="91" name="Oval 90">
              <a:extLst>
                <a:ext uri="{FF2B5EF4-FFF2-40B4-BE49-F238E27FC236}">
                  <a16:creationId xmlns:a16="http://schemas.microsoft.com/office/drawing/2014/main" id="{6117B545-9708-2A41-8808-9CFE205ABC2C}"/>
                </a:ext>
              </a:extLst>
            </p:cNvPr>
            <p:cNvSpPr/>
            <p:nvPr/>
          </p:nvSpPr>
          <p:spPr>
            <a:xfrm>
              <a:off x="5805576" y="3309667"/>
              <a:ext cx="490194" cy="49019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67" b="1">
                <a:ln w="9525">
                  <a:solidFill>
                    <a:schemeClr val="tx2"/>
                  </a:solidFill>
                </a:ln>
                <a:noFill/>
                <a:latin typeface="Lato Black" panose="020F0502020204030203" pitchFamily="34" charset="0"/>
                <a:ea typeface="Lato Black" panose="020F0502020204030203" pitchFamily="34" charset="0"/>
                <a:cs typeface="Lato Black" panose="020F0502020204030203" pitchFamily="34" charset="0"/>
              </a:endParaRPr>
            </a:p>
          </p:txBody>
        </p:sp>
        <p:pic>
          <p:nvPicPr>
            <p:cNvPr id="92" name="Picture 91">
              <a:extLst>
                <a:ext uri="{FF2B5EF4-FFF2-40B4-BE49-F238E27FC236}">
                  <a16:creationId xmlns:a16="http://schemas.microsoft.com/office/drawing/2014/main" id="{A60779E0-8AA4-384A-88FD-6961A40244BB}"/>
                </a:ext>
              </a:extLst>
            </p:cNvPr>
            <p:cNvPicPr>
              <a:picLocks noChangeAspect="1"/>
            </p:cNvPicPr>
            <p:nvPr/>
          </p:nvPicPr>
          <p:blipFill>
            <a:blip r:embed="rId2" cstate="email">
              <a:lum bright="100000" contrast="-70000"/>
              <a:extLst>
                <a:ext uri="{28A0092B-C50C-407E-A947-70E740481C1C}">
                  <a14:useLocalDpi xmlns:a14="http://schemas.microsoft.com/office/drawing/2010/main"/>
                </a:ext>
              </a:extLst>
            </a:blip>
            <a:stretch>
              <a:fillRect/>
            </a:stretch>
          </p:blipFill>
          <p:spPr>
            <a:xfrm>
              <a:off x="5935812" y="3445118"/>
              <a:ext cx="236426" cy="218240"/>
            </a:xfrm>
            <a:prstGeom prst="rect">
              <a:avLst/>
            </a:prstGeom>
          </p:spPr>
        </p:pic>
      </p:grpSp>
      <p:grpSp>
        <p:nvGrpSpPr>
          <p:cNvPr id="93" name="Group 92">
            <a:extLst>
              <a:ext uri="{FF2B5EF4-FFF2-40B4-BE49-F238E27FC236}">
                <a16:creationId xmlns:a16="http://schemas.microsoft.com/office/drawing/2014/main" id="{D0470387-DA85-FE44-B899-BAE96032A910}"/>
              </a:ext>
            </a:extLst>
          </p:cNvPr>
          <p:cNvGrpSpPr/>
          <p:nvPr/>
        </p:nvGrpSpPr>
        <p:grpSpPr>
          <a:xfrm>
            <a:off x="4517897" y="4933631"/>
            <a:ext cx="653592" cy="653592"/>
            <a:chOff x="2873183" y="3834519"/>
            <a:chExt cx="490194" cy="490194"/>
          </a:xfrm>
        </p:grpSpPr>
        <p:sp>
          <p:nvSpPr>
            <p:cNvPr id="94" name="Oval 93">
              <a:extLst>
                <a:ext uri="{FF2B5EF4-FFF2-40B4-BE49-F238E27FC236}">
                  <a16:creationId xmlns:a16="http://schemas.microsoft.com/office/drawing/2014/main" id="{6F654248-F50B-7D49-85F2-A4D999173A16}"/>
                </a:ext>
              </a:extLst>
            </p:cNvPr>
            <p:cNvSpPr/>
            <p:nvPr/>
          </p:nvSpPr>
          <p:spPr>
            <a:xfrm>
              <a:off x="2873183" y="3834519"/>
              <a:ext cx="490194" cy="49019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67" b="1">
                <a:ln w="9525">
                  <a:solidFill>
                    <a:schemeClr val="tx2"/>
                  </a:solidFill>
                </a:ln>
                <a:noFill/>
                <a:latin typeface="Lato Black" panose="020F0502020204030203" pitchFamily="34" charset="0"/>
                <a:ea typeface="Lato Black" panose="020F0502020204030203" pitchFamily="34" charset="0"/>
                <a:cs typeface="Lato Black" panose="020F0502020204030203" pitchFamily="34" charset="0"/>
              </a:endParaRPr>
            </a:p>
          </p:txBody>
        </p:sp>
        <p:pic>
          <p:nvPicPr>
            <p:cNvPr id="95" name="Picture 94">
              <a:extLst>
                <a:ext uri="{FF2B5EF4-FFF2-40B4-BE49-F238E27FC236}">
                  <a16:creationId xmlns:a16="http://schemas.microsoft.com/office/drawing/2014/main" id="{91BA5D44-9F15-F94A-97D0-7446FBAB7013}"/>
                </a:ext>
              </a:extLst>
            </p:cNvPr>
            <p:cNvPicPr>
              <a:picLocks noChangeAspect="1"/>
            </p:cNvPicPr>
            <p:nvPr/>
          </p:nvPicPr>
          <p:blipFill>
            <a:blip r:embed="rId3" cstate="email">
              <a:lum bright="100000" contrast="-70000"/>
              <a:extLst>
                <a:ext uri="{28A0092B-C50C-407E-A947-70E740481C1C}">
                  <a14:useLocalDpi xmlns:a14="http://schemas.microsoft.com/office/drawing/2010/main"/>
                </a:ext>
              </a:extLst>
            </a:blip>
            <a:stretch>
              <a:fillRect/>
            </a:stretch>
          </p:blipFill>
          <p:spPr>
            <a:xfrm>
              <a:off x="3020333" y="3976230"/>
              <a:ext cx="202156" cy="238910"/>
            </a:xfrm>
            <a:prstGeom prst="rect">
              <a:avLst/>
            </a:prstGeom>
          </p:spPr>
        </p:pic>
      </p:grpSp>
      <p:grpSp>
        <p:nvGrpSpPr>
          <p:cNvPr id="96" name="Group 95">
            <a:extLst>
              <a:ext uri="{FF2B5EF4-FFF2-40B4-BE49-F238E27FC236}">
                <a16:creationId xmlns:a16="http://schemas.microsoft.com/office/drawing/2014/main" id="{CE80DA41-99BE-4A48-8923-04C68E896942}"/>
              </a:ext>
            </a:extLst>
          </p:cNvPr>
          <p:cNvGrpSpPr/>
          <p:nvPr/>
        </p:nvGrpSpPr>
        <p:grpSpPr>
          <a:xfrm>
            <a:off x="4503759" y="2650537"/>
            <a:ext cx="653592" cy="653592"/>
            <a:chOff x="2686709" y="1915444"/>
            <a:chExt cx="490194" cy="490194"/>
          </a:xfrm>
        </p:grpSpPr>
        <p:sp>
          <p:nvSpPr>
            <p:cNvPr id="97" name="Oval 96">
              <a:extLst>
                <a:ext uri="{FF2B5EF4-FFF2-40B4-BE49-F238E27FC236}">
                  <a16:creationId xmlns:a16="http://schemas.microsoft.com/office/drawing/2014/main" id="{AD8C62E2-5B32-2641-951E-06FB78695A42}"/>
                </a:ext>
              </a:extLst>
            </p:cNvPr>
            <p:cNvSpPr/>
            <p:nvPr/>
          </p:nvSpPr>
          <p:spPr>
            <a:xfrm>
              <a:off x="2686709" y="1915444"/>
              <a:ext cx="490194" cy="49019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67" b="1">
                <a:ln w="9525">
                  <a:solidFill>
                    <a:schemeClr val="tx2"/>
                  </a:solidFill>
                </a:ln>
                <a:noFill/>
                <a:latin typeface="Lato Black" panose="020F0502020204030203" pitchFamily="34" charset="0"/>
                <a:ea typeface="Lato Black" panose="020F0502020204030203" pitchFamily="34" charset="0"/>
                <a:cs typeface="Lato Black" panose="020F0502020204030203" pitchFamily="34" charset="0"/>
              </a:endParaRPr>
            </a:p>
          </p:txBody>
        </p:sp>
        <p:pic>
          <p:nvPicPr>
            <p:cNvPr id="98" name="Picture 97">
              <a:extLst>
                <a:ext uri="{FF2B5EF4-FFF2-40B4-BE49-F238E27FC236}">
                  <a16:creationId xmlns:a16="http://schemas.microsoft.com/office/drawing/2014/main" id="{EFF8C4FE-EABA-584B-8EB9-F7D57FC0873D}"/>
                </a:ext>
              </a:extLst>
            </p:cNvPr>
            <p:cNvPicPr>
              <a:picLocks noChangeAspect="1"/>
            </p:cNvPicPr>
            <p:nvPr/>
          </p:nvPicPr>
          <p:blipFill>
            <a:blip r:embed="rId4" cstate="email">
              <a:lum bright="100000" contrast="-70000"/>
              <a:extLst>
                <a:ext uri="{28A0092B-C50C-407E-A947-70E740481C1C}">
                  <a14:useLocalDpi xmlns:a14="http://schemas.microsoft.com/office/drawing/2010/main"/>
                </a:ext>
              </a:extLst>
            </a:blip>
            <a:stretch>
              <a:fillRect/>
            </a:stretch>
          </p:blipFill>
          <p:spPr>
            <a:xfrm>
              <a:off x="2777525" y="2031398"/>
              <a:ext cx="287946" cy="265798"/>
            </a:xfrm>
            <a:prstGeom prst="rect">
              <a:avLst/>
            </a:prstGeom>
          </p:spPr>
        </p:pic>
      </p:grpSp>
      <p:grpSp>
        <p:nvGrpSpPr>
          <p:cNvPr id="99" name="Group 98">
            <a:extLst>
              <a:ext uri="{FF2B5EF4-FFF2-40B4-BE49-F238E27FC236}">
                <a16:creationId xmlns:a16="http://schemas.microsoft.com/office/drawing/2014/main" id="{9DD4E67E-3F09-0748-AA31-53940A038B88}"/>
              </a:ext>
            </a:extLst>
          </p:cNvPr>
          <p:cNvGrpSpPr/>
          <p:nvPr/>
        </p:nvGrpSpPr>
        <p:grpSpPr>
          <a:xfrm>
            <a:off x="5663148" y="2241276"/>
            <a:ext cx="653592" cy="653592"/>
            <a:chOff x="4611002" y="1439627"/>
            <a:chExt cx="490194" cy="490194"/>
          </a:xfrm>
          <a:solidFill>
            <a:schemeClr val="tx2"/>
          </a:solidFill>
        </p:grpSpPr>
        <p:sp>
          <p:nvSpPr>
            <p:cNvPr id="100" name="Oval 99">
              <a:extLst>
                <a:ext uri="{FF2B5EF4-FFF2-40B4-BE49-F238E27FC236}">
                  <a16:creationId xmlns:a16="http://schemas.microsoft.com/office/drawing/2014/main" id="{C4E295C8-85AA-0248-8588-8C6C2BC9A340}"/>
                </a:ext>
              </a:extLst>
            </p:cNvPr>
            <p:cNvSpPr/>
            <p:nvPr/>
          </p:nvSpPr>
          <p:spPr>
            <a:xfrm>
              <a:off x="4611002" y="1439627"/>
              <a:ext cx="490194" cy="49019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67" b="1">
                <a:ln w="9525">
                  <a:solidFill>
                    <a:schemeClr val="tx2"/>
                  </a:solidFill>
                </a:ln>
                <a:noFill/>
                <a:latin typeface="Lato Black" panose="020F0502020204030203" pitchFamily="34" charset="0"/>
                <a:ea typeface="Lato Black" panose="020F0502020204030203" pitchFamily="34" charset="0"/>
                <a:cs typeface="Lato Black" panose="020F0502020204030203" pitchFamily="34" charset="0"/>
              </a:endParaRPr>
            </a:p>
          </p:txBody>
        </p:sp>
        <p:pic>
          <p:nvPicPr>
            <p:cNvPr id="101" name="Picture 100">
              <a:extLst>
                <a:ext uri="{FF2B5EF4-FFF2-40B4-BE49-F238E27FC236}">
                  <a16:creationId xmlns:a16="http://schemas.microsoft.com/office/drawing/2014/main" id="{66424A78-78F6-A24F-9E76-18C63D6EB1EE}"/>
                </a:ext>
              </a:extLst>
            </p:cNvPr>
            <p:cNvPicPr>
              <a:picLocks noChangeAspect="1"/>
            </p:cNvPicPr>
            <p:nvPr userDrawn="1"/>
          </p:nvPicPr>
          <p:blipFill>
            <a:blip r:embed="rId5">
              <a:lum bright="100000" contrast="-70000"/>
            </a:blip>
            <a:stretch>
              <a:fillRect/>
            </a:stretch>
          </p:blipFill>
          <p:spPr>
            <a:xfrm>
              <a:off x="4719996" y="1524651"/>
              <a:ext cx="272206" cy="307712"/>
            </a:xfrm>
            <a:prstGeom prst="rect">
              <a:avLst/>
            </a:prstGeom>
            <a:grpFill/>
          </p:spPr>
        </p:pic>
      </p:grpSp>
      <p:grpSp>
        <p:nvGrpSpPr>
          <p:cNvPr id="102" name="Group 101">
            <a:extLst>
              <a:ext uri="{FF2B5EF4-FFF2-40B4-BE49-F238E27FC236}">
                <a16:creationId xmlns:a16="http://schemas.microsoft.com/office/drawing/2014/main" id="{4D7EB68F-1412-9E41-BE70-A13F45D7274D}"/>
              </a:ext>
            </a:extLst>
          </p:cNvPr>
          <p:cNvGrpSpPr/>
          <p:nvPr/>
        </p:nvGrpSpPr>
        <p:grpSpPr>
          <a:xfrm>
            <a:off x="6799692" y="2661271"/>
            <a:ext cx="653592" cy="653592"/>
            <a:chOff x="5376177" y="1744427"/>
            <a:chExt cx="490194" cy="490194"/>
          </a:xfrm>
        </p:grpSpPr>
        <p:sp>
          <p:nvSpPr>
            <p:cNvPr id="103" name="Oval 102">
              <a:extLst>
                <a:ext uri="{FF2B5EF4-FFF2-40B4-BE49-F238E27FC236}">
                  <a16:creationId xmlns:a16="http://schemas.microsoft.com/office/drawing/2014/main" id="{FCFECD1C-C388-1640-9A4A-AD1DF3A35643}"/>
                </a:ext>
              </a:extLst>
            </p:cNvPr>
            <p:cNvSpPr/>
            <p:nvPr/>
          </p:nvSpPr>
          <p:spPr>
            <a:xfrm>
              <a:off x="5376177" y="1744427"/>
              <a:ext cx="490194" cy="49019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67" b="1">
                <a:ln w="9525">
                  <a:solidFill>
                    <a:schemeClr val="tx2"/>
                  </a:solidFill>
                </a:ln>
                <a:noFill/>
                <a:latin typeface="Lato Black" panose="020F0502020204030203" pitchFamily="34" charset="0"/>
                <a:ea typeface="Lato Black" panose="020F0502020204030203" pitchFamily="34" charset="0"/>
                <a:cs typeface="Lato Black" panose="020F0502020204030203" pitchFamily="34" charset="0"/>
              </a:endParaRPr>
            </a:p>
          </p:txBody>
        </p:sp>
        <p:pic>
          <p:nvPicPr>
            <p:cNvPr id="104" name="Picture 103">
              <a:extLst>
                <a:ext uri="{FF2B5EF4-FFF2-40B4-BE49-F238E27FC236}">
                  <a16:creationId xmlns:a16="http://schemas.microsoft.com/office/drawing/2014/main" id="{71EFCD1C-498D-0946-AFF6-95E3A4406347}"/>
                </a:ext>
              </a:extLst>
            </p:cNvPr>
            <p:cNvPicPr>
              <a:picLocks noChangeAspect="1"/>
            </p:cNvPicPr>
            <p:nvPr/>
          </p:nvPicPr>
          <p:blipFill>
            <a:blip r:embed="rId6" cstate="email">
              <a:lum bright="100000" contrast="-70000"/>
              <a:extLst>
                <a:ext uri="{28A0092B-C50C-407E-A947-70E740481C1C}">
                  <a14:useLocalDpi xmlns:a14="http://schemas.microsoft.com/office/drawing/2010/main"/>
                </a:ext>
              </a:extLst>
            </a:blip>
            <a:stretch>
              <a:fillRect/>
            </a:stretch>
          </p:blipFill>
          <p:spPr>
            <a:xfrm>
              <a:off x="5506294" y="1860229"/>
              <a:ext cx="218808" cy="258590"/>
            </a:xfrm>
            <a:prstGeom prst="rect">
              <a:avLst/>
            </a:prstGeom>
            <a:noFill/>
          </p:spPr>
        </p:pic>
      </p:grpSp>
      <p:grpSp>
        <p:nvGrpSpPr>
          <p:cNvPr id="105" name="Group 104">
            <a:extLst>
              <a:ext uri="{FF2B5EF4-FFF2-40B4-BE49-F238E27FC236}">
                <a16:creationId xmlns:a16="http://schemas.microsoft.com/office/drawing/2014/main" id="{90001FD7-C585-D449-BB71-459FDD019313}"/>
              </a:ext>
            </a:extLst>
          </p:cNvPr>
          <p:cNvGrpSpPr/>
          <p:nvPr/>
        </p:nvGrpSpPr>
        <p:grpSpPr>
          <a:xfrm>
            <a:off x="7282588" y="3796511"/>
            <a:ext cx="653592" cy="653592"/>
            <a:chOff x="5627333" y="2547628"/>
            <a:chExt cx="490194" cy="490194"/>
          </a:xfrm>
        </p:grpSpPr>
        <p:sp>
          <p:nvSpPr>
            <p:cNvPr id="106" name="Oval 105">
              <a:extLst>
                <a:ext uri="{FF2B5EF4-FFF2-40B4-BE49-F238E27FC236}">
                  <a16:creationId xmlns:a16="http://schemas.microsoft.com/office/drawing/2014/main" id="{99273C1C-01D1-024D-A477-D4A33F28ADF0}"/>
                </a:ext>
              </a:extLst>
            </p:cNvPr>
            <p:cNvSpPr/>
            <p:nvPr/>
          </p:nvSpPr>
          <p:spPr>
            <a:xfrm>
              <a:off x="5627333" y="2547628"/>
              <a:ext cx="490194" cy="49019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67" b="1">
                <a:ln w="9525">
                  <a:solidFill>
                    <a:schemeClr val="tx2"/>
                  </a:solidFill>
                </a:ln>
                <a:noFill/>
                <a:latin typeface="Lato Black" panose="020F0502020204030203" pitchFamily="34" charset="0"/>
                <a:ea typeface="Lato Black" panose="020F0502020204030203" pitchFamily="34" charset="0"/>
                <a:cs typeface="Lato Black" panose="020F0502020204030203" pitchFamily="34" charset="0"/>
              </a:endParaRPr>
            </a:p>
          </p:txBody>
        </p:sp>
        <p:pic>
          <p:nvPicPr>
            <p:cNvPr id="107" name="Picture 106">
              <a:extLst>
                <a:ext uri="{FF2B5EF4-FFF2-40B4-BE49-F238E27FC236}">
                  <a16:creationId xmlns:a16="http://schemas.microsoft.com/office/drawing/2014/main" id="{9A5ECFC5-23CE-8F4B-B296-5E565AC98164}"/>
                </a:ext>
              </a:extLst>
            </p:cNvPr>
            <p:cNvPicPr>
              <a:picLocks noChangeAspect="1"/>
            </p:cNvPicPr>
            <p:nvPr/>
          </p:nvPicPr>
          <p:blipFill>
            <a:blip r:embed="rId7" cstate="email">
              <a:lum bright="100000" contrast="-70000"/>
              <a:extLst>
                <a:ext uri="{28A0092B-C50C-407E-A947-70E740481C1C}">
                  <a14:useLocalDpi xmlns:a14="http://schemas.microsoft.com/office/drawing/2010/main"/>
                </a:ext>
              </a:extLst>
            </a:blip>
            <a:stretch>
              <a:fillRect/>
            </a:stretch>
          </p:blipFill>
          <p:spPr>
            <a:xfrm>
              <a:off x="5740943" y="2661238"/>
              <a:ext cx="262974" cy="262974"/>
            </a:xfrm>
            <a:prstGeom prst="rect">
              <a:avLst/>
            </a:prstGeom>
          </p:spPr>
        </p:pic>
      </p:grpSp>
      <p:grpSp>
        <p:nvGrpSpPr>
          <p:cNvPr id="108" name="Group 107">
            <a:extLst>
              <a:ext uri="{FF2B5EF4-FFF2-40B4-BE49-F238E27FC236}">
                <a16:creationId xmlns:a16="http://schemas.microsoft.com/office/drawing/2014/main" id="{05AAEFE7-3EA1-2B48-84A7-12FA1677C9B1}"/>
              </a:ext>
            </a:extLst>
          </p:cNvPr>
          <p:cNvGrpSpPr/>
          <p:nvPr/>
        </p:nvGrpSpPr>
        <p:grpSpPr>
          <a:xfrm>
            <a:off x="5659539" y="5389073"/>
            <a:ext cx="653592" cy="653592"/>
            <a:chOff x="4244654" y="3897756"/>
            <a:chExt cx="490194" cy="490194"/>
          </a:xfrm>
        </p:grpSpPr>
        <p:sp>
          <p:nvSpPr>
            <p:cNvPr id="109" name="Oval 108">
              <a:extLst>
                <a:ext uri="{FF2B5EF4-FFF2-40B4-BE49-F238E27FC236}">
                  <a16:creationId xmlns:a16="http://schemas.microsoft.com/office/drawing/2014/main" id="{013EA386-6F4B-1644-A522-A851B9F01F8B}"/>
                </a:ext>
              </a:extLst>
            </p:cNvPr>
            <p:cNvSpPr/>
            <p:nvPr/>
          </p:nvSpPr>
          <p:spPr>
            <a:xfrm>
              <a:off x="4244654" y="3897756"/>
              <a:ext cx="490194" cy="49019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67" b="1">
                <a:ln w="9525">
                  <a:solidFill>
                    <a:schemeClr val="tx2"/>
                  </a:solidFill>
                </a:ln>
                <a:noFill/>
                <a:latin typeface="Lato Black" panose="020F0502020204030203" pitchFamily="34" charset="0"/>
                <a:ea typeface="Lato Black" panose="020F0502020204030203" pitchFamily="34" charset="0"/>
                <a:cs typeface="Lato Black" panose="020F0502020204030203" pitchFamily="34" charset="0"/>
              </a:endParaRPr>
            </a:p>
          </p:txBody>
        </p:sp>
        <p:pic>
          <p:nvPicPr>
            <p:cNvPr id="110" name="Picture 109">
              <a:extLst>
                <a:ext uri="{FF2B5EF4-FFF2-40B4-BE49-F238E27FC236}">
                  <a16:creationId xmlns:a16="http://schemas.microsoft.com/office/drawing/2014/main" id="{38F16B34-1A80-A446-8F31-79EEBC690B4F}"/>
                </a:ext>
              </a:extLst>
            </p:cNvPr>
            <p:cNvPicPr>
              <a:picLocks noChangeAspect="1"/>
            </p:cNvPicPr>
            <p:nvPr/>
          </p:nvPicPr>
          <p:blipFill>
            <a:blip r:embed="rId8" cstate="email">
              <a:lum bright="100000" contrast="-70000"/>
              <a:extLst>
                <a:ext uri="{28A0092B-C50C-407E-A947-70E740481C1C}">
                  <a14:useLocalDpi xmlns:a14="http://schemas.microsoft.com/office/drawing/2010/main"/>
                </a:ext>
              </a:extLst>
            </a:blip>
            <a:stretch>
              <a:fillRect/>
            </a:stretch>
          </p:blipFill>
          <p:spPr>
            <a:xfrm>
              <a:off x="4350368" y="4032150"/>
              <a:ext cx="258308" cy="221406"/>
            </a:xfrm>
            <a:prstGeom prst="rect">
              <a:avLst/>
            </a:prstGeom>
          </p:spPr>
        </p:pic>
      </p:grpSp>
      <p:grpSp>
        <p:nvGrpSpPr>
          <p:cNvPr id="111" name="Group 110">
            <a:extLst>
              <a:ext uri="{FF2B5EF4-FFF2-40B4-BE49-F238E27FC236}">
                <a16:creationId xmlns:a16="http://schemas.microsoft.com/office/drawing/2014/main" id="{E09B2EB0-C288-0D45-AA36-60432F479C73}"/>
              </a:ext>
            </a:extLst>
          </p:cNvPr>
          <p:cNvGrpSpPr/>
          <p:nvPr/>
        </p:nvGrpSpPr>
        <p:grpSpPr>
          <a:xfrm>
            <a:off x="4051433" y="3788568"/>
            <a:ext cx="653592" cy="653592"/>
            <a:chOff x="3038575" y="2697377"/>
            <a:chExt cx="490194" cy="490194"/>
          </a:xfrm>
        </p:grpSpPr>
        <p:sp>
          <p:nvSpPr>
            <p:cNvPr id="112" name="Oval 111">
              <a:extLst>
                <a:ext uri="{FF2B5EF4-FFF2-40B4-BE49-F238E27FC236}">
                  <a16:creationId xmlns:a16="http://schemas.microsoft.com/office/drawing/2014/main" id="{BE452C8E-A582-B34B-9899-3249A9396601}"/>
                </a:ext>
              </a:extLst>
            </p:cNvPr>
            <p:cNvSpPr/>
            <p:nvPr/>
          </p:nvSpPr>
          <p:spPr>
            <a:xfrm>
              <a:off x="3038575" y="2697377"/>
              <a:ext cx="490194" cy="49019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67" b="1">
                <a:ln w="9525">
                  <a:solidFill>
                    <a:schemeClr val="tx2"/>
                  </a:solidFill>
                </a:ln>
                <a:noFill/>
                <a:latin typeface="Lato Black" panose="020F0502020204030203" pitchFamily="34" charset="0"/>
                <a:ea typeface="Lato Black" panose="020F0502020204030203" pitchFamily="34" charset="0"/>
                <a:cs typeface="Lato Black" panose="020F0502020204030203" pitchFamily="34" charset="0"/>
              </a:endParaRPr>
            </a:p>
          </p:txBody>
        </p:sp>
        <p:pic>
          <p:nvPicPr>
            <p:cNvPr id="113" name="Picture 112">
              <a:extLst>
                <a:ext uri="{FF2B5EF4-FFF2-40B4-BE49-F238E27FC236}">
                  <a16:creationId xmlns:a16="http://schemas.microsoft.com/office/drawing/2014/main" id="{7076A1FA-B701-7E4F-A379-1BE010A5EEA7}"/>
                </a:ext>
              </a:extLst>
            </p:cNvPr>
            <p:cNvPicPr>
              <a:picLocks noChangeAspect="1"/>
            </p:cNvPicPr>
            <p:nvPr/>
          </p:nvPicPr>
          <p:blipFill>
            <a:blip r:embed="rId9" cstate="email">
              <a:lum bright="100000" contrast="-70000"/>
              <a:extLst>
                <a:ext uri="{28A0092B-C50C-407E-A947-70E740481C1C}">
                  <a14:useLocalDpi xmlns:a14="http://schemas.microsoft.com/office/drawing/2010/main"/>
                </a:ext>
              </a:extLst>
            </a:blip>
            <a:stretch>
              <a:fillRect/>
            </a:stretch>
          </p:blipFill>
          <p:spPr>
            <a:xfrm>
              <a:off x="3159334" y="2822959"/>
              <a:ext cx="239030" cy="239030"/>
            </a:xfrm>
            <a:prstGeom prst="rect">
              <a:avLst/>
            </a:prstGeom>
          </p:spPr>
        </p:pic>
      </p:grpSp>
      <p:sp>
        <p:nvSpPr>
          <p:cNvPr id="5" name="Text Placeholder 4">
            <a:extLst>
              <a:ext uri="{FF2B5EF4-FFF2-40B4-BE49-F238E27FC236}">
                <a16:creationId xmlns:a16="http://schemas.microsoft.com/office/drawing/2014/main" id="{31351E49-2E9F-BF4D-BA37-67C1BA4A5D0B}"/>
              </a:ext>
            </a:extLst>
          </p:cNvPr>
          <p:cNvSpPr>
            <a:spLocks noGrp="1"/>
          </p:cNvSpPr>
          <p:nvPr>
            <p:ph type="body" sz="quarter" idx="14" hasCustomPrompt="1"/>
          </p:nvPr>
        </p:nvSpPr>
        <p:spPr>
          <a:xfrm>
            <a:off x="5158317" y="4000026"/>
            <a:ext cx="1640416" cy="830207"/>
          </a:xfrm>
        </p:spPr>
        <p:txBody>
          <a:bodyPr/>
          <a:lstStyle>
            <a:lvl1pPr algn="ct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Lorem Ipsum</a:t>
            </a:r>
          </a:p>
        </p:txBody>
      </p:sp>
      <p:sp>
        <p:nvSpPr>
          <p:cNvPr id="118" name="Text Placeholder 4">
            <a:extLst>
              <a:ext uri="{FF2B5EF4-FFF2-40B4-BE49-F238E27FC236}">
                <a16:creationId xmlns:a16="http://schemas.microsoft.com/office/drawing/2014/main" id="{6E5F8C8E-5C90-6F42-9108-A51D2730F475}"/>
              </a:ext>
            </a:extLst>
          </p:cNvPr>
          <p:cNvSpPr>
            <a:spLocks noGrp="1"/>
          </p:cNvSpPr>
          <p:nvPr>
            <p:ph type="body" sz="quarter" idx="15" hasCustomPrompt="1"/>
          </p:nvPr>
        </p:nvSpPr>
        <p:spPr>
          <a:xfrm>
            <a:off x="8155043" y="4022816"/>
            <a:ext cx="1051627" cy="419345"/>
          </a:xfrm>
        </p:spPr>
        <p:txBody>
          <a:bodyPr>
            <a:normAutofit/>
          </a:bodyPr>
          <a:lstStyle>
            <a:lvl1pPr algn="ctr">
              <a:defRPr sz="14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Lorem Ipsum</a:t>
            </a:r>
          </a:p>
        </p:txBody>
      </p:sp>
      <p:sp>
        <p:nvSpPr>
          <p:cNvPr id="119" name="Text Placeholder 4">
            <a:extLst>
              <a:ext uri="{FF2B5EF4-FFF2-40B4-BE49-F238E27FC236}">
                <a16:creationId xmlns:a16="http://schemas.microsoft.com/office/drawing/2014/main" id="{42A79A01-E8BE-CC49-BFCF-85121F69F90C}"/>
              </a:ext>
            </a:extLst>
          </p:cNvPr>
          <p:cNvSpPr>
            <a:spLocks noGrp="1"/>
          </p:cNvSpPr>
          <p:nvPr>
            <p:ph type="body" sz="quarter" idx="16" hasCustomPrompt="1"/>
          </p:nvPr>
        </p:nvSpPr>
        <p:spPr>
          <a:xfrm>
            <a:off x="7642296" y="2735249"/>
            <a:ext cx="1051627" cy="419345"/>
          </a:xfrm>
        </p:spPr>
        <p:txBody>
          <a:bodyPr>
            <a:normAutofit/>
          </a:bodyPr>
          <a:lstStyle>
            <a:lvl1pPr algn="ctr">
              <a:defRPr sz="14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Lorem Ipsum</a:t>
            </a:r>
          </a:p>
        </p:txBody>
      </p:sp>
      <p:sp>
        <p:nvSpPr>
          <p:cNvPr id="120" name="Text Placeholder 4">
            <a:extLst>
              <a:ext uri="{FF2B5EF4-FFF2-40B4-BE49-F238E27FC236}">
                <a16:creationId xmlns:a16="http://schemas.microsoft.com/office/drawing/2014/main" id="{7D86D5C4-AA31-CC48-AA5D-7D90C17FC8DB}"/>
              </a:ext>
            </a:extLst>
          </p:cNvPr>
          <p:cNvSpPr>
            <a:spLocks noGrp="1"/>
          </p:cNvSpPr>
          <p:nvPr>
            <p:ph type="body" sz="quarter" idx="17" hasCustomPrompt="1"/>
          </p:nvPr>
        </p:nvSpPr>
        <p:spPr>
          <a:xfrm>
            <a:off x="5460521" y="1894872"/>
            <a:ext cx="1051627" cy="419345"/>
          </a:xfrm>
        </p:spPr>
        <p:txBody>
          <a:bodyPr>
            <a:normAutofit/>
          </a:bodyPr>
          <a:lstStyle>
            <a:lvl1pPr algn="ctr">
              <a:defRPr sz="14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Lorem Ipsum</a:t>
            </a:r>
          </a:p>
        </p:txBody>
      </p:sp>
      <p:sp>
        <p:nvSpPr>
          <p:cNvPr id="121" name="Text Placeholder 4">
            <a:extLst>
              <a:ext uri="{FF2B5EF4-FFF2-40B4-BE49-F238E27FC236}">
                <a16:creationId xmlns:a16="http://schemas.microsoft.com/office/drawing/2014/main" id="{589C7C62-3C4D-234D-9942-474BEF8C5663}"/>
              </a:ext>
            </a:extLst>
          </p:cNvPr>
          <p:cNvSpPr>
            <a:spLocks noGrp="1"/>
          </p:cNvSpPr>
          <p:nvPr>
            <p:ph type="body" sz="quarter" idx="18" hasCustomPrompt="1"/>
          </p:nvPr>
        </p:nvSpPr>
        <p:spPr>
          <a:xfrm>
            <a:off x="3293377" y="2735249"/>
            <a:ext cx="1051627" cy="419345"/>
          </a:xfrm>
        </p:spPr>
        <p:txBody>
          <a:bodyPr>
            <a:normAutofit/>
          </a:bodyPr>
          <a:lstStyle>
            <a:lvl1pPr algn="ctr">
              <a:defRPr sz="14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Lorem Ipsum</a:t>
            </a:r>
          </a:p>
        </p:txBody>
      </p:sp>
      <p:sp>
        <p:nvSpPr>
          <p:cNvPr id="122" name="Text Placeholder 4">
            <a:extLst>
              <a:ext uri="{FF2B5EF4-FFF2-40B4-BE49-F238E27FC236}">
                <a16:creationId xmlns:a16="http://schemas.microsoft.com/office/drawing/2014/main" id="{8D786225-FE07-214B-A58F-8E28F0E2A989}"/>
              </a:ext>
            </a:extLst>
          </p:cNvPr>
          <p:cNvSpPr>
            <a:spLocks noGrp="1"/>
          </p:cNvSpPr>
          <p:nvPr>
            <p:ph type="body" sz="quarter" idx="19" hasCustomPrompt="1"/>
          </p:nvPr>
        </p:nvSpPr>
        <p:spPr>
          <a:xfrm>
            <a:off x="5460521" y="6167769"/>
            <a:ext cx="1051627" cy="419345"/>
          </a:xfrm>
        </p:spPr>
        <p:txBody>
          <a:bodyPr>
            <a:normAutofit/>
          </a:bodyPr>
          <a:lstStyle>
            <a:lvl1pPr algn="ctr">
              <a:defRPr sz="14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Lorem Ipsum</a:t>
            </a:r>
          </a:p>
        </p:txBody>
      </p:sp>
      <p:sp>
        <p:nvSpPr>
          <p:cNvPr id="123" name="Text Placeholder 4">
            <a:extLst>
              <a:ext uri="{FF2B5EF4-FFF2-40B4-BE49-F238E27FC236}">
                <a16:creationId xmlns:a16="http://schemas.microsoft.com/office/drawing/2014/main" id="{3CC776C0-4678-7D49-AA8A-6E106A3C4B26}"/>
              </a:ext>
            </a:extLst>
          </p:cNvPr>
          <p:cNvSpPr>
            <a:spLocks noGrp="1"/>
          </p:cNvSpPr>
          <p:nvPr>
            <p:ph type="body" sz="quarter" idx="20" hasCustomPrompt="1"/>
          </p:nvPr>
        </p:nvSpPr>
        <p:spPr>
          <a:xfrm>
            <a:off x="7716612" y="5358768"/>
            <a:ext cx="1051627" cy="419345"/>
          </a:xfrm>
        </p:spPr>
        <p:txBody>
          <a:bodyPr>
            <a:normAutofit/>
          </a:bodyPr>
          <a:lstStyle>
            <a:lvl1pPr algn="ctr">
              <a:defRPr sz="14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Lorem Ipsum</a:t>
            </a:r>
          </a:p>
        </p:txBody>
      </p:sp>
      <p:sp>
        <p:nvSpPr>
          <p:cNvPr id="124" name="Text Placeholder 4">
            <a:extLst>
              <a:ext uri="{FF2B5EF4-FFF2-40B4-BE49-F238E27FC236}">
                <a16:creationId xmlns:a16="http://schemas.microsoft.com/office/drawing/2014/main" id="{277811A0-0755-9F4A-9FD2-609055710E97}"/>
              </a:ext>
            </a:extLst>
          </p:cNvPr>
          <p:cNvSpPr>
            <a:spLocks noGrp="1"/>
          </p:cNvSpPr>
          <p:nvPr>
            <p:ph type="body" sz="quarter" idx="21" hasCustomPrompt="1"/>
          </p:nvPr>
        </p:nvSpPr>
        <p:spPr>
          <a:xfrm>
            <a:off x="3238616" y="5358768"/>
            <a:ext cx="1051627" cy="419345"/>
          </a:xfrm>
        </p:spPr>
        <p:txBody>
          <a:bodyPr>
            <a:normAutofit/>
          </a:bodyPr>
          <a:lstStyle>
            <a:lvl1pPr algn="ctr">
              <a:defRPr sz="14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Lorem Ipsum</a:t>
            </a:r>
          </a:p>
        </p:txBody>
      </p:sp>
      <p:sp>
        <p:nvSpPr>
          <p:cNvPr id="125" name="Text Placeholder 4">
            <a:extLst>
              <a:ext uri="{FF2B5EF4-FFF2-40B4-BE49-F238E27FC236}">
                <a16:creationId xmlns:a16="http://schemas.microsoft.com/office/drawing/2014/main" id="{2D220917-5D47-3B49-863E-D991980B9971}"/>
              </a:ext>
            </a:extLst>
          </p:cNvPr>
          <p:cNvSpPr>
            <a:spLocks noGrp="1"/>
          </p:cNvSpPr>
          <p:nvPr>
            <p:ph type="body" sz="quarter" idx="22" hasCustomPrompt="1"/>
          </p:nvPr>
        </p:nvSpPr>
        <p:spPr>
          <a:xfrm>
            <a:off x="2822467" y="4022816"/>
            <a:ext cx="1051627" cy="419345"/>
          </a:xfrm>
        </p:spPr>
        <p:txBody>
          <a:bodyPr>
            <a:normAutofit/>
          </a:bodyPr>
          <a:lstStyle>
            <a:lvl1pPr algn="ctr">
              <a:defRPr sz="14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Lorem Ipsum</a:t>
            </a:r>
          </a:p>
        </p:txBody>
      </p:sp>
    </p:spTree>
    <p:extLst>
      <p:ext uri="{BB962C8B-B14F-4D97-AF65-F5344CB8AC3E}">
        <p14:creationId xmlns:p14="http://schemas.microsoft.com/office/powerpoint/2010/main" val="2647708411"/>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50D3E59F-C36D-E242-B8ED-247E6D3F32A0}"/>
              </a:ext>
            </a:extLst>
          </p:cNvPr>
          <p:cNvSpPr>
            <a:spLocks noGrp="1"/>
          </p:cNvSpPr>
          <p:nvPr>
            <p:ph type="sldNum" sz="quarter" idx="12"/>
          </p:nvPr>
        </p:nvSpPr>
        <p:spPr>
          <a:xfrm>
            <a:off x="1" y="6418136"/>
            <a:ext cx="374375" cy="365125"/>
          </a:xfrm>
          <a:prstGeom prst="rect">
            <a:avLst/>
          </a:prstGeom>
        </p:spPr>
        <p:txBody>
          <a:bodyPr/>
          <a:lstStyle>
            <a:lvl1pPr>
              <a:defRPr sz="800" b="0" i="0">
                <a:solidFill>
                  <a:schemeClr val="accent6">
                    <a:lumMod val="40000"/>
                    <a:lumOff val="60000"/>
                  </a:schemeClr>
                </a:solidFill>
                <a:latin typeface="Lato Light" panose="020F0502020204030203" pitchFamily="34" charset="0"/>
                <a:ea typeface="Lato Light" panose="020F0502020204030203" pitchFamily="34" charset="0"/>
                <a:cs typeface="Lato Light" panose="020F0502020204030203" pitchFamily="34" charset="0"/>
              </a:defRPr>
            </a:lvl1pPr>
          </a:lstStyle>
          <a:p>
            <a:fld id="{6BED0942-9735-43C8-AB99-1366ADCBF3AF}" type="slidenum">
              <a:rPr lang="en-US" smtClean="0"/>
              <a:pPr/>
              <a:t>‹#›</a:t>
            </a:fld>
            <a:endParaRPr lang="en-US"/>
          </a:p>
        </p:txBody>
      </p:sp>
    </p:spTree>
    <p:extLst>
      <p:ext uri="{BB962C8B-B14F-4D97-AF65-F5344CB8AC3E}">
        <p14:creationId xmlns:p14="http://schemas.microsoft.com/office/powerpoint/2010/main" val="2216853708"/>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19_Blank">
    <p:spTree>
      <p:nvGrpSpPr>
        <p:cNvPr id="1" name=""/>
        <p:cNvGrpSpPr/>
        <p:nvPr/>
      </p:nvGrpSpPr>
      <p:grpSpPr>
        <a:xfrm>
          <a:off x="0" y="0"/>
          <a:ext cx="0" cy="0"/>
          <a:chOff x="0" y="0"/>
          <a:chExt cx="0" cy="0"/>
        </a:xfrm>
      </p:grpSpPr>
      <p:pic>
        <p:nvPicPr>
          <p:cNvPr id="6" name="Picture 5" descr="A picture containing view, sitting, street, floating&#10;&#10;Description automatically generated">
            <a:extLst>
              <a:ext uri="{FF2B5EF4-FFF2-40B4-BE49-F238E27FC236}">
                <a16:creationId xmlns:a16="http://schemas.microsoft.com/office/drawing/2014/main" id="{95EFE3AD-04C4-4841-B068-53F3C619692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flipH="1">
            <a:off x="0" y="-2"/>
            <a:ext cx="12192000" cy="1470455"/>
          </a:xfrm>
          <a:prstGeom prst="rect">
            <a:avLst/>
          </a:prstGeom>
        </p:spPr>
      </p:pic>
      <p:sp>
        <p:nvSpPr>
          <p:cNvPr id="2" name="Rectangle 1">
            <a:extLst>
              <a:ext uri="{FF2B5EF4-FFF2-40B4-BE49-F238E27FC236}">
                <a16:creationId xmlns:a16="http://schemas.microsoft.com/office/drawing/2014/main" id="{EC3011B9-08C6-3C47-AA35-4B98D3859DEE}"/>
              </a:ext>
            </a:extLst>
          </p:cNvPr>
          <p:cNvSpPr/>
          <p:nvPr userDrawn="1"/>
        </p:nvSpPr>
        <p:spPr>
          <a:xfrm>
            <a:off x="0" y="0"/>
            <a:ext cx="12192000" cy="1470454"/>
          </a:xfrm>
          <a:prstGeom prst="rect">
            <a:avLst/>
          </a:prstGeom>
          <a:solidFill>
            <a:schemeClr val="accent6">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15607134"/>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12_Blank">
    <p:spTree>
      <p:nvGrpSpPr>
        <p:cNvPr id="1" name=""/>
        <p:cNvGrpSpPr/>
        <p:nvPr/>
      </p:nvGrpSpPr>
      <p:grpSpPr>
        <a:xfrm>
          <a:off x="0" y="0"/>
          <a:ext cx="0" cy="0"/>
          <a:chOff x="0" y="0"/>
          <a:chExt cx="0" cy="0"/>
        </a:xfrm>
      </p:grpSpPr>
      <p:pic>
        <p:nvPicPr>
          <p:cNvPr id="25" name="Picture 24" descr="A tall building&#10;&#10;Description automatically generated">
            <a:extLst>
              <a:ext uri="{FF2B5EF4-FFF2-40B4-BE49-F238E27FC236}">
                <a16:creationId xmlns:a16="http://schemas.microsoft.com/office/drawing/2014/main" id="{D32B098A-9223-3E42-8F6E-8E42CB32CBA7}"/>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 y="0"/>
            <a:ext cx="12191999" cy="2897235"/>
          </a:xfrm>
          <a:prstGeom prst="rect">
            <a:avLst/>
          </a:prstGeom>
        </p:spPr>
      </p:pic>
      <p:sp>
        <p:nvSpPr>
          <p:cNvPr id="26" name="Rectangle 25">
            <a:extLst>
              <a:ext uri="{FF2B5EF4-FFF2-40B4-BE49-F238E27FC236}">
                <a16:creationId xmlns:a16="http://schemas.microsoft.com/office/drawing/2014/main" id="{97076E8B-41D4-244A-A4C5-4322B72186D6}"/>
              </a:ext>
            </a:extLst>
          </p:cNvPr>
          <p:cNvSpPr/>
          <p:nvPr/>
        </p:nvSpPr>
        <p:spPr>
          <a:xfrm>
            <a:off x="0" y="-10774"/>
            <a:ext cx="12192003" cy="2416815"/>
          </a:xfrm>
          <a:prstGeom prst="rect">
            <a:avLst/>
          </a:prstGeom>
          <a:solidFill>
            <a:schemeClr val="accent6">
              <a:lumMod val="50000"/>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 name="Slide Number Placeholder 5">
            <a:extLst>
              <a:ext uri="{FF2B5EF4-FFF2-40B4-BE49-F238E27FC236}">
                <a16:creationId xmlns:a16="http://schemas.microsoft.com/office/drawing/2014/main" id="{50D3E59F-C36D-E242-B8ED-247E6D3F32A0}"/>
              </a:ext>
            </a:extLst>
          </p:cNvPr>
          <p:cNvSpPr>
            <a:spLocks noGrp="1"/>
          </p:cNvSpPr>
          <p:nvPr>
            <p:ph type="sldNum" sz="quarter" idx="12"/>
          </p:nvPr>
        </p:nvSpPr>
        <p:spPr>
          <a:xfrm>
            <a:off x="1" y="6418136"/>
            <a:ext cx="374375" cy="365125"/>
          </a:xfrm>
          <a:prstGeom prst="rect">
            <a:avLst/>
          </a:prstGeom>
        </p:spPr>
        <p:txBody>
          <a:bodyPr/>
          <a:lstStyle>
            <a:lvl1pPr>
              <a:defRPr sz="800" b="0" i="0">
                <a:solidFill>
                  <a:schemeClr val="accent6">
                    <a:lumMod val="40000"/>
                    <a:lumOff val="60000"/>
                  </a:schemeClr>
                </a:solidFill>
                <a:latin typeface="Lato Light" panose="020F0502020204030203" pitchFamily="34" charset="0"/>
                <a:ea typeface="Lato Light" panose="020F0502020204030203" pitchFamily="34" charset="0"/>
                <a:cs typeface="Lato Light" panose="020F0502020204030203" pitchFamily="34" charset="0"/>
              </a:defRPr>
            </a:lvl1pPr>
          </a:lstStyle>
          <a:p>
            <a:fld id="{6BED0942-9735-43C8-AB99-1366ADCBF3AF}" type="slidenum">
              <a:rPr lang="en-US" smtClean="0"/>
              <a:pPr/>
              <a:t>‹#›</a:t>
            </a:fld>
            <a:endParaRPr lang="en-US"/>
          </a:p>
        </p:txBody>
      </p:sp>
      <p:sp>
        <p:nvSpPr>
          <p:cNvPr id="27" name="Rectangle 26">
            <a:extLst>
              <a:ext uri="{FF2B5EF4-FFF2-40B4-BE49-F238E27FC236}">
                <a16:creationId xmlns:a16="http://schemas.microsoft.com/office/drawing/2014/main" id="{3DFC434F-61D1-034E-8D5D-985BE62ED965}"/>
              </a:ext>
            </a:extLst>
          </p:cNvPr>
          <p:cNvSpPr/>
          <p:nvPr/>
        </p:nvSpPr>
        <p:spPr>
          <a:xfrm>
            <a:off x="1" y="2306548"/>
            <a:ext cx="4153905" cy="58589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Rectangle 27">
            <a:extLst>
              <a:ext uri="{FF2B5EF4-FFF2-40B4-BE49-F238E27FC236}">
                <a16:creationId xmlns:a16="http://schemas.microsoft.com/office/drawing/2014/main" id="{DEA0E00F-02E4-FB40-9EFE-D99C9E655832}"/>
              </a:ext>
            </a:extLst>
          </p:cNvPr>
          <p:cNvSpPr/>
          <p:nvPr/>
        </p:nvSpPr>
        <p:spPr>
          <a:xfrm>
            <a:off x="4167447" y="2306548"/>
            <a:ext cx="3932743" cy="58589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Rectangle 28">
            <a:extLst>
              <a:ext uri="{FF2B5EF4-FFF2-40B4-BE49-F238E27FC236}">
                <a16:creationId xmlns:a16="http://schemas.microsoft.com/office/drawing/2014/main" id="{ED5325AA-257F-1440-A8B4-FF9B804505B5}"/>
              </a:ext>
            </a:extLst>
          </p:cNvPr>
          <p:cNvSpPr/>
          <p:nvPr/>
        </p:nvSpPr>
        <p:spPr>
          <a:xfrm>
            <a:off x="8100183" y="2306548"/>
            <a:ext cx="4091816" cy="58589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0" name="Title 5">
            <a:extLst>
              <a:ext uri="{FF2B5EF4-FFF2-40B4-BE49-F238E27FC236}">
                <a16:creationId xmlns:a16="http://schemas.microsoft.com/office/drawing/2014/main" id="{095B4ECA-A8C9-F94F-8744-EE202016F97F}"/>
              </a:ext>
            </a:extLst>
          </p:cNvPr>
          <p:cNvSpPr txBox="1">
            <a:spLocks/>
          </p:cNvSpPr>
          <p:nvPr/>
        </p:nvSpPr>
        <p:spPr>
          <a:xfrm>
            <a:off x="646176" y="347456"/>
            <a:ext cx="10521696" cy="871744"/>
          </a:xfrm>
          <a:prstGeom prst="rect">
            <a:avLst/>
          </a:prstGeom>
        </p:spPr>
        <p:txBody>
          <a:bodyPr lIns="0" tIns="0" rIns="0" bIns="0" anchor="b"/>
          <a:lstStyle>
            <a:lvl1pPr algn="l" defTabSz="685800" rtl="0" eaLnBrk="1" latinLnBrk="0" hangingPunct="1">
              <a:lnSpc>
                <a:spcPct val="90000"/>
              </a:lnSpc>
              <a:spcBef>
                <a:spcPct val="0"/>
              </a:spcBef>
              <a:buNone/>
              <a:defRPr sz="2200" kern="1200">
                <a:solidFill>
                  <a:schemeClr val="tx2"/>
                </a:solidFill>
                <a:latin typeface="Lato" panose="020F0502020204030203" pitchFamily="34" charset="0"/>
                <a:ea typeface="Lato" panose="020F0502020204030203" pitchFamily="34" charset="0"/>
                <a:cs typeface="Lato" panose="020F0502020204030203" pitchFamily="34" charset="0"/>
              </a:defRPr>
            </a:lvl1pPr>
          </a:lstStyle>
          <a:p>
            <a:r>
              <a:rPr lang="en-US" sz="2933">
                <a:solidFill>
                  <a:schemeClr val="bg1"/>
                </a:solidFill>
              </a:rPr>
              <a:t>Lorem Ipsum</a:t>
            </a:r>
          </a:p>
        </p:txBody>
      </p:sp>
      <p:sp>
        <p:nvSpPr>
          <p:cNvPr id="31" name="Text Placeholder 5">
            <a:extLst>
              <a:ext uri="{FF2B5EF4-FFF2-40B4-BE49-F238E27FC236}">
                <a16:creationId xmlns:a16="http://schemas.microsoft.com/office/drawing/2014/main" id="{CE07D721-5164-CF4D-A8E6-5B0BC9E2AB42}"/>
              </a:ext>
            </a:extLst>
          </p:cNvPr>
          <p:cNvSpPr txBox="1">
            <a:spLocks/>
          </p:cNvSpPr>
          <p:nvPr/>
        </p:nvSpPr>
        <p:spPr>
          <a:xfrm>
            <a:off x="646176" y="1328853"/>
            <a:ext cx="10521696" cy="532833"/>
          </a:xfrm>
          <a:prstGeom prst="rect">
            <a:avLst/>
          </a:prstGeom>
        </p:spPr>
        <p:txBody>
          <a:bodyPr lIns="0"/>
          <a:lstStyle>
            <a:lvl1pPr marL="0" indent="0" algn="l" defTabSz="685800" rtl="0" eaLnBrk="1" latinLnBrk="0" hangingPunct="1">
              <a:lnSpc>
                <a:spcPct val="90000"/>
              </a:lnSpc>
              <a:spcBef>
                <a:spcPts val="750"/>
              </a:spcBef>
              <a:buFont typeface="Arial" panose="020B0604020202020204" pitchFamily="34" charset="0"/>
              <a:buNone/>
              <a:defRPr sz="1200" kern="1200" cap="all" baseline="0">
                <a:solidFill>
                  <a:schemeClr val="tx1"/>
                </a:solidFill>
                <a:latin typeface="Lato" panose="020F0502020204030203" pitchFamily="34" charset="0"/>
                <a:ea typeface="Lato" panose="020F0502020204030203" pitchFamily="34" charset="0"/>
                <a:cs typeface="Lato" panose="020F0502020204030203" pitchFamily="34" charset="0"/>
              </a:defRPr>
            </a:lvl1pPr>
            <a:lvl2pPr marL="228600" indent="-111125" algn="l" defTabSz="685800" rtl="0" eaLnBrk="1" latinLnBrk="0" hangingPunct="1">
              <a:lnSpc>
                <a:spcPct val="90000"/>
              </a:lnSpc>
              <a:spcBef>
                <a:spcPts val="375"/>
              </a:spcBef>
              <a:buFont typeface="Arial" panose="020B0604020202020204" pitchFamily="34" charset="0"/>
              <a:buChar char="•"/>
              <a:tabLst/>
              <a:defRPr sz="1100" b="0" i="0" kern="1200">
                <a:solidFill>
                  <a:schemeClr val="accent6"/>
                </a:solidFill>
                <a:latin typeface="Arial" panose="020B0604020202020204" pitchFamily="34" charset="0"/>
                <a:ea typeface="+mn-ea"/>
                <a:cs typeface="Arial" panose="020B0604020202020204" pitchFamily="34" charset="0"/>
              </a:defRPr>
            </a:lvl2pPr>
            <a:lvl3pPr marL="290513" indent="-55563" algn="l" defTabSz="685800" rtl="0" eaLnBrk="1" latinLnBrk="0" hangingPunct="1">
              <a:lnSpc>
                <a:spcPct val="90000"/>
              </a:lnSpc>
              <a:spcBef>
                <a:spcPts val="375"/>
              </a:spcBef>
              <a:buFont typeface="Arial" panose="020B0604020202020204" pitchFamily="34" charset="0"/>
              <a:buChar char="•"/>
              <a:tabLst/>
              <a:defRPr sz="1050" b="0" i="0" kern="1200">
                <a:solidFill>
                  <a:schemeClr val="accent6"/>
                </a:solidFill>
                <a:latin typeface="Arial" panose="020B0604020202020204" pitchFamily="34" charset="0"/>
                <a:ea typeface="+mn-ea"/>
                <a:cs typeface="Arial" panose="020B0604020202020204" pitchFamily="34" charset="0"/>
              </a:defRPr>
            </a:lvl3pPr>
            <a:lvl4pPr marL="401638" indent="-55563" algn="l" defTabSz="685800" rtl="0" eaLnBrk="1" latinLnBrk="0" hangingPunct="1">
              <a:lnSpc>
                <a:spcPct val="90000"/>
              </a:lnSpc>
              <a:spcBef>
                <a:spcPts val="375"/>
              </a:spcBef>
              <a:buFont typeface="Arial" panose="020B0604020202020204" pitchFamily="34" charset="0"/>
              <a:buChar char="•"/>
              <a:tabLst/>
              <a:defRPr sz="1000" b="0" i="0" kern="1200">
                <a:solidFill>
                  <a:schemeClr val="accent6"/>
                </a:solidFill>
                <a:latin typeface="Arial" panose="020B0604020202020204" pitchFamily="34" charset="0"/>
                <a:ea typeface="+mn-ea"/>
                <a:cs typeface="Arial" panose="020B0604020202020204" pitchFamily="34" charset="0"/>
              </a:defRPr>
            </a:lvl4pPr>
            <a:lvl5pPr marL="519113" indent="-55563" algn="l" defTabSz="685800" rtl="0" eaLnBrk="1" latinLnBrk="0" hangingPunct="1">
              <a:lnSpc>
                <a:spcPct val="90000"/>
              </a:lnSpc>
              <a:spcBef>
                <a:spcPts val="375"/>
              </a:spcBef>
              <a:buFont typeface="Arial" panose="020B0604020202020204" pitchFamily="34" charset="0"/>
              <a:buChar char="•"/>
              <a:tabLst/>
              <a:defRPr sz="1000" b="0" i="0" kern="1200">
                <a:solidFill>
                  <a:schemeClr val="accent6"/>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1600">
                <a:solidFill>
                  <a:schemeClr val="bg1"/>
                </a:solidFill>
                <a:latin typeface="Lato Light" panose="020F0502020204030203" pitchFamily="34" charset="0"/>
                <a:ea typeface="Lato Light" panose="020F0502020204030203" pitchFamily="34" charset="0"/>
                <a:cs typeface="Lato Light" panose="020F0502020204030203" pitchFamily="34" charset="0"/>
              </a:rPr>
              <a:t>Lorem Ipsum</a:t>
            </a:r>
          </a:p>
        </p:txBody>
      </p:sp>
      <p:sp>
        <p:nvSpPr>
          <p:cNvPr id="32" name="Rectangle 31">
            <a:extLst>
              <a:ext uri="{FF2B5EF4-FFF2-40B4-BE49-F238E27FC236}">
                <a16:creationId xmlns:a16="http://schemas.microsoft.com/office/drawing/2014/main" id="{DB2A5C3A-BF27-F843-8A54-3FD8AB1EC9DE}"/>
              </a:ext>
            </a:extLst>
          </p:cNvPr>
          <p:cNvSpPr/>
          <p:nvPr/>
        </p:nvSpPr>
        <p:spPr>
          <a:xfrm>
            <a:off x="583375" y="2310602"/>
            <a:ext cx="3442524" cy="58183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r>
              <a:rPr lang="en-US" sz="1600">
                <a:latin typeface="Lato" panose="020F0502020204030203" pitchFamily="34" charset="0"/>
                <a:ea typeface="Lato" panose="020F0502020204030203" pitchFamily="34" charset="0"/>
                <a:cs typeface="Lato" panose="020F0502020204030203" pitchFamily="34" charset="0"/>
              </a:rPr>
              <a:t>Lorem Ipsum</a:t>
            </a:r>
          </a:p>
        </p:txBody>
      </p:sp>
      <p:sp>
        <p:nvSpPr>
          <p:cNvPr id="33" name="Rectangle 32">
            <a:extLst>
              <a:ext uri="{FF2B5EF4-FFF2-40B4-BE49-F238E27FC236}">
                <a16:creationId xmlns:a16="http://schemas.microsoft.com/office/drawing/2014/main" id="{11302673-B630-704D-B721-15D3D87E8DBF}"/>
              </a:ext>
            </a:extLst>
          </p:cNvPr>
          <p:cNvSpPr/>
          <p:nvPr/>
        </p:nvSpPr>
        <p:spPr>
          <a:xfrm>
            <a:off x="4443190" y="2310601"/>
            <a:ext cx="3736620" cy="58183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r>
              <a:rPr lang="en-US" sz="1600">
                <a:latin typeface="Lato" panose="020F0502020204030203" pitchFamily="34" charset="0"/>
                <a:ea typeface="Lato" panose="020F0502020204030203" pitchFamily="34" charset="0"/>
                <a:cs typeface="Lato" panose="020F0502020204030203" pitchFamily="34" charset="0"/>
              </a:rPr>
              <a:t>Lorem Ipsum</a:t>
            </a:r>
          </a:p>
        </p:txBody>
      </p:sp>
      <p:sp>
        <p:nvSpPr>
          <p:cNvPr id="34" name="Rectangle 33">
            <a:extLst>
              <a:ext uri="{FF2B5EF4-FFF2-40B4-BE49-F238E27FC236}">
                <a16:creationId xmlns:a16="http://schemas.microsoft.com/office/drawing/2014/main" id="{3A2C3C1E-EB1F-8E4F-8B45-6B7D68DBCF8D}"/>
              </a:ext>
            </a:extLst>
          </p:cNvPr>
          <p:cNvSpPr/>
          <p:nvPr/>
        </p:nvSpPr>
        <p:spPr>
          <a:xfrm>
            <a:off x="8389470" y="2308994"/>
            <a:ext cx="3479761" cy="58183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r>
              <a:rPr lang="en-US" sz="1600">
                <a:latin typeface="Lato" panose="020F0502020204030203" pitchFamily="34" charset="0"/>
                <a:ea typeface="Lato" panose="020F0502020204030203" pitchFamily="34" charset="0"/>
                <a:cs typeface="Lato" panose="020F0502020204030203" pitchFamily="34" charset="0"/>
              </a:rPr>
              <a:t>Lorem Ipsum</a:t>
            </a:r>
          </a:p>
        </p:txBody>
      </p:sp>
      <p:cxnSp>
        <p:nvCxnSpPr>
          <p:cNvPr id="35" name="Straight Connector 34">
            <a:extLst>
              <a:ext uri="{FF2B5EF4-FFF2-40B4-BE49-F238E27FC236}">
                <a16:creationId xmlns:a16="http://schemas.microsoft.com/office/drawing/2014/main" id="{02F0EDFB-8DD6-9541-91D3-F21FD67EDCB9}"/>
              </a:ext>
            </a:extLst>
          </p:cNvPr>
          <p:cNvCxnSpPr>
            <a:cxnSpLocks/>
          </p:cNvCxnSpPr>
          <p:nvPr/>
        </p:nvCxnSpPr>
        <p:spPr>
          <a:xfrm>
            <a:off x="4153911" y="2310600"/>
            <a:ext cx="0" cy="597408"/>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650B98AC-13A7-384A-AB03-A8E74DBE4B42}"/>
              </a:ext>
            </a:extLst>
          </p:cNvPr>
          <p:cNvCxnSpPr>
            <a:cxnSpLocks/>
          </p:cNvCxnSpPr>
          <p:nvPr/>
        </p:nvCxnSpPr>
        <p:spPr>
          <a:xfrm>
            <a:off x="8100189" y="2310600"/>
            <a:ext cx="0" cy="597408"/>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7C3C55C-5331-C741-9AA8-020BC509A9C1}"/>
              </a:ext>
            </a:extLst>
          </p:cNvPr>
          <p:cNvSpPr txBox="1"/>
          <p:nvPr/>
        </p:nvSpPr>
        <p:spPr>
          <a:xfrm>
            <a:off x="583377" y="3059879"/>
            <a:ext cx="3333884" cy="1308050"/>
          </a:xfrm>
          <a:prstGeom prst="rect">
            <a:avLst/>
          </a:prstGeom>
          <a:noFill/>
        </p:spPr>
        <p:txBody>
          <a:bodyPr wrap="square" lIns="0" tIns="0" rIns="0" bIns="0" rtlCol="0">
            <a:spAutoFit/>
          </a:bodyPr>
          <a:lstStyle/>
          <a:p>
            <a:r>
              <a:rPr lang="en-US" sz="1400">
                <a:latin typeface="Lato" panose="020F0502020204030203" pitchFamily="34" charset="0"/>
                <a:ea typeface="Lato" panose="020F0502020204030203" pitchFamily="34" charset="0"/>
                <a:cs typeface="Lato" panose="020F0502020204030203" pitchFamily="34" charset="0"/>
              </a:rPr>
              <a:t>Lorem ipsum dolor sit </a:t>
            </a:r>
            <a:r>
              <a:rPr lang="en-US" sz="1400" err="1">
                <a:latin typeface="Lato" panose="020F0502020204030203" pitchFamily="34" charset="0"/>
                <a:ea typeface="Lato" panose="020F0502020204030203" pitchFamily="34" charset="0"/>
                <a:cs typeface="Lato" panose="020F0502020204030203" pitchFamily="34" charset="0"/>
              </a:rPr>
              <a:t>amet</a:t>
            </a:r>
            <a:r>
              <a:rPr lang="en-US" sz="1400">
                <a:latin typeface="Lato" panose="020F0502020204030203" pitchFamily="34" charset="0"/>
                <a:ea typeface="Lato" panose="020F0502020204030203" pitchFamily="34" charset="0"/>
                <a:cs typeface="Lato" panose="020F0502020204030203" pitchFamily="34" charset="0"/>
              </a:rPr>
              <a:t>, </a:t>
            </a:r>
            <a:r>
              <a:rPr lang="en-US" sz="1400" err="1">
                <a:latin typeface="Lato" panose="020F0502020204030203" pitchFamily="34" charset="0"/>
                <a:ea typeface="Lato" panose="020F0502020204030203" pitchFamily="34" charset="0"/>
                <a:cs typeface="Lato" panose="020F0502020204030203" pitchFamily="34" charset="0"/>
              </a:rPr>
              <a:t>consectetur</a:t>
            </a:r>
            <a:r>
              <a:rPr lang="en-US" sz="1400">
                <a:latin typeface="Lato" panose="020F0502020204030203" pitchFamily="34" charset="0"/>
                <a:ea typeface="Lato" panose="020F0502020204030203" pitchFamily="34" charset="0"/>
                <a:cs typeface="Lato" panose="020F0502020204030203" pitchFamily="34" charset="0"/>
              </a:rPr>
              <a:t> </a:t>
            </a:r>
            <a:r>
              <a:rPr lang="en-US" sz="1400" err="1">
                <a:latin typeface="Lato" panose="020F0502020204030203" pitchFamily="34" charset="0"/>
                <a:ea typeface="Lato" panose="020F0502020204030203" pitchFamily="34" charset="0"/>
                <a:cs typeface="Lato" panose="020F0502020204030203" pitchFamily="34" charset="0"/>
              </a:rPr>
              <a:t>adipiscing</a:t>
            </a:r>
            <a:r>
              <a:rPr lang="en-US" sz="1400">
                <a:latin typeface="Lato" panose="020F0502020204030203" pitchFamily="34" charset="0"/>
                <a:ea typeface="Lato" panose="020F0502020204030203" pitchFamily="34" charset="0"/>
                <a:cs typeface="Lato" panose="020F0502020204030203" pitchFamily="34" charset="0"/>
              </a:rPr>
              <a:t> </a:t>
            </a:r>
            <a:r>
              <a:rPr lang="en-US" sz="1400" err="1">
                <a:latin typeface="Lato" panose="020F0502020204030203" pitchFamily="34" charset="0"/>
                <a:ea typeface="Lato" panose="020F0502020204030203" pitchFamily="34" charset="0"/>
                <a:cs typeface="Lato" panose="020F0502020204030203" pitchFamily="34" charset="0"/>
              </a:rPr>
              <a:t>elit</a:t>
            </a:r>
            <a:r>
              <a:rPr lang="en-US" sz="1400">
                <a:latin typeface="Lato" panose="020F0502020204030203" pitchFamily="34" charset="0"/>
                <a:ea typeface="Lato" panose="020F0502020204030203" pitchFamily="34" charset="0"/>
                <a:cs typeface="Lato" panose="020F0502020204030203" pitchFamily="34" charset="0"/>
              </a:rPr>
              <a:t>. </a:t>
            </a:r>
          </a:p>
          <a:p>
            <a:endParaRPr lang="en-US" sz="1200">
              <a:solidFill>
                <a:schemeClr val="accent6"/>
              </a:solidFill>
              <a:latin typeface="Lato Light" panose="020F0502020204030203" pitchFamily="34" charset="0"/>
              <a:ea typeface="Lato Light" panose="020F0502020204030203" pitchFamily="34" charset="0"/>
              <a:cs typeface="Lato Light" panose="020F0502020204030203" pitchFamily="34" charset="0"/>
            </a:endParaRPr>
          </a:p>
          <a:p>
            <a:pPr marL="120648" indent="-120648">
              <a:spcAft>
                <a:spcPts val="267"/>
              </a:spcAft>
              <a:buFont typeface="Arial" panose="020B0604020202020204" pitchFamily="34" charset="0"/>
              <a:buChar char="•"/>
            </a:pPr>
            <a:r>
              <a:rPr lang="en-US" sz="1200">
                <a:solidFill>
                  <a:schemeClr val="accent6"/>
                </a:solidFill>
                <a:latin typeface="Lato Light" panose="020F0502020204030203" pitchFamily="34" charset="0"/>
                <a:ea typeface="Lato Light" panose="020F0502020204030203" pitchFamily="34" charset="0"/>
                <a:cs typeface="Lato Light" panose="020F0502020204030203" pitchFamily="34" charset="0"/>
              </a:rPr>
              <a:t>Lorem ipsum dolor sit </a:t>
            </a:r>
            <a:r>
              <a:rPr lang="en-US" sz="1200" err="1">
                <a:solidFill>
                  <a:schemeClr val="accent6"/>
                </a:solidFill>
                <a:latin typeface="Lato Light" panose="020F0502020204030203" pitchFamily="34" charset="0"/>
                <a:ea typeface="Lato Light" panose="020F0502020204030203" pitchFamily="34" charset="0"/>
                <a:cs typeface="Lato Light" panose="020F0502020204030203" pitchFamily="34" charset="0"/>
              </a:rPr>
              <a:t>amet</a:t>
            </a:r>
            <a:endParaRPr lang="en-US" sz="1200">
              <a:solidFill>
                <a:schemeClr val="accent6"/>
              </a:solidFill>
              <a:latin typeface="Lato Light" panose="020F0502020204030203" pitchFamily="34" charset="0"/>
              <a:ea typeface="Lato Light" panose="020F0502020204030203" pitchFamily="34" charset="0"/>
              <a:cs typeface="Lato Light" panose="020F0502020204030203" pitchFamily="34" charset="0"/>
            </a:endParaRPr>
          </a:p>
          <a:p>
            <a:pPr marL="309026" lvl="2" indent="-120648">
              <a:spcAft>
                <a:spcPts val="267"/>
              </a:spcAft>
              <a:buFont typeface="Arial" panose="020B0604020202020204" pitchFamily="34" charset="0"/>
              <a:buChar char="•"/>
            </a:pPr>
            <a:r>
              <a:rPr lang="en-US" sz="1200">
                <a:solidFill>
                  <a:schemeClr val="accent6"/>
                </a:solidFill>
                <a:latin typeface="Lato Light" panose="020F0502020204030203" pitchFamily="34" charset="0"/>
                <a:ea typeface="Lato Light" panose="020F0502020204030203" pitchFamily="34" charset="0"/>
                <a:cs typeface="Lato Light" panose="020F0502020204030203" pitchFamily="34" charset="0"/>
              </a:rPr>
              <a:t>Lorem ipsum dolor sit </a:t>
            </a:r>
            <a:r>
              <a:rPr lang="en-US" sz="1200" err="1">
                <a:solidFill>
                  <a:schemeClr val="accent6"/>
                </a:solidFill>
                <a:latin typeface="Lato Light" panose="020F0502020204030203" pitchFamily="34" charset="0"/>
                <a:ea typeface="Lato Light" panose="020F0502020204030203" pitchFamily="34" charset="0"/>
                <a:cs typeface="Lato Light" panose="020F0502020204030203" pitchFamily="34" charset="0"/>
              </a:rPr>
              <a:t>amet</a:t>
            </a:r>
            <a:endParaRPr lang="en-US" sz="1200">
              <a:solidFill>
                <a:schemeClr val="accent6"/>
              </a:solidFill>
              <a:latin typeface="Lato Light" panose="020F0502020204030203" pitchFamily="34" charset="0"/>
              <a:ea typeface="Lato Light" panose="020F0502020204030203" pitchFamily="34" charset="0"/>
              <a:cs typeface="Lato Light" panose="020F0502020204030203" pitchFamily="34" charset="0"/>
            </a:endParaRPr>
          </a:p>
          <a:p>
            <a:endParaRPr lang="en-US" sz="1600">
              <a:solidFill>
                <a:schemeClr val="accent1"/>
              </a:solidFill>
              <a:latin typeface="Lato" panose="020F0502020204030203" pitchFamily="34" charset="0"/>
              <a:ea typeface="Lato" panose="020F0502020204030203" pitchFamily="34" charset="0"/>
              <a:cs typeface="Lato" panose="020F0502020204030203" pitchFamily="34" charset="0"/>
            </a:endParaRPr>
          </a:p>
        </p:txBody>
      </p:sp>
      <p:sp>
        <p:nvSpPr>
          <p:cNvPr id="38" name="TextBox 37">
            <a:extLst>
              <a:ext uri="{FF2B5EF4-FFF2-40B4-BE49-F238E27FC236}">
                <a16:creationId xmlns:a16="http://schemas.microsoft.com/office/drawing/2014/main" id="{B4EB1E5B-B7D9-5749-9DC5-D9AAF193AF36}"/>
              </a:ext>
            </a:extLst>
          </p:cNvPr>
          <p:cNvSpPr txBox="1"/>
          <p:nvPr/>
        </p:nvSpPr>
        <p:spPr>
          <a:xfrm>
            <a:off x="4443193" y="3059880"/>
            <a:ext cx="3361756" cy="1054135"/>
          </a:xfrm>
          <a:prstGeom prst="rect">
            <a:avLst/>
          </a:prstGeom>
          <a:noFill/>
        </p:spPr>
        <p:txBody>
          <a:bodyPr wrap="square" lIns="0" tIns="0" rIns="0" bIns="0" rtlCol="0">
            <a:spAutoFit/>
          </a:bodyPr>
          <a:lstStyle/>
          <a:p>
            <a:r>
              <a:rPr lang="en-US" sz="1400">
                <a:solidFill>
                  <a:schemeClr val="tx2"/>
                </a:solidFill>
                <a:latin typeface="Lato" panose="020F0502020204030203" pitchFamily="34" charset="0"/>
                <a:ea typeface="Lato" panose="020F0502020204030203" pitchFamily="34" charset="0"/>
                <a:cs typeface="Lato" panose="020F0502020204030203" pitchFamily="34" charset="0"/>
              </a:rPr>
              <a:t>Lorem ipsum dolor sit </a:t>
            </a:r>
            <a:r>
              <a:rPr lang="en-US" sz="1400" err="1">
                <a:solidFill>
                  <a:schemeClr val="tx2"/>
                </a:solidFill>
                <a:latin typeface="Lato" panose="020F0502020204030203" pitchFamily="34" charset="0"/>
                <a:ea typeface="Lato" panose="020F0502020204030203" pitchFamily="34" charset="0"/>
                <a:cs typeface="Lato" panose="020F0502020204030203" pitchFamily="34" charset="0"/>
              </a:rPr>
              <a:t>amet</a:t>
            </a:r>
            <a:r>
              <a:rPr lang="en-US" sz="1400">
                <a:solidFill>
                  <a:schemeClr val="tx2"/>
                </a:solidFill>
                <a:latin typeface="Lato" panose="020F0502020204030203" pitchFamily="34" charset="0"/>
                <a:ea typeface="Lato" panose="020F0502020204030203" pitchFamily="34" charset="0"/>
                <a:cs typeface="Lato" panose="020F0502020204030203" pitchFamily="34" charset="0"/>
              </a:rPr>
              <a:t>, </a:t>
            </a:r>
            <a:r>
              <a:rPr lang="en-US" sz="1400" err="1">
                <a:solidFill>
                  <a:schemeClr val="tx2"/>
                </a:solidFill>
                <a:latin typeface="Lato" panose="020F0502020204030203" pitchFamily="34" charset="0"/>
                <a:ea typeface="Lato" panose="020F0502020204030203" pitchFamily="34" charset="0"/>
                <a:cs typeface="Lato" panose="020F0502020204030203" pitchFamily="34" charset="0"/>
              </a:rPr>
              <a:t>consectetur</a:t>
            </a:r>
            <a:r>
              <a:rPr lang="en-US" sz="1400">
                <a:solidFill>
                  <a:schemeClr val="tx2"/>
                </a:solidFill>
                <a:latin typeface="Lato" panose="020F0502020204030203" pitchFamily="34" charset="0"/>
                <a:ea typeface="Lato" panose="020F0502020204030203" pitchFamily="34" charset="0"/>
                <a:cs typeface="Lato" panose="020F0502020204030203" pitchFamily="34" charset="0"/>
              </a:rPr>
              <a:t> </a:t>
            </a:r>
            <a:r>
              <a:rPr lang="en-US" sz="1400" err="1">
                <a:solidFill>
                  <a:schemeClr val="tx2"/>
                </a:solidFill>
                <a:latin typeface="Lato" panose="020F0502020204030203" pitchFamily="34" charset="0"/>
                <a:ea typeface="Lato" panose="020F0502020204030203" pitchFamily="34" charset="0"/>
                <a:cs typeface="Lato" panose="020F0502020204030203" pitchFamily="34" charset="0"/>
              </a:rPr>
              <a:t>adipiscing</a:t>
            </a:r>
            <a:r>
              <a:rPr lang="en-US" sz="1400">
                <a:solidFill>
                  <a:schemeClr val="tx2"/>
                </a:solidFill>
                <a:latin typeface="Lato" panose="020F0502020204030203" pitchFamily="34" charset="0"/>
                <a:ea typeface="Lato" panose="020F0502020204030203" pitchFamily="34" charset="0"/>
                <a:cs typeface="Lato" panose="020F0502020204030203" pitchFamily="34" charset="0"/>
              </a:rPr>
              <a:t> </a:t>
            </a:r>
            <a:r>
              <a:rPr lang="en-US" sz="1400" err="1">
                <a:solidFill>
                  <a:schemeClr val="tx2"/>
                </a:solidFill>
                <a:latin typeface="Lato" panose="020F0502020204030203" pitchFamily="34" charset="0"/>
                <a:ea typeface="Lato" panose="020F0502020204030203" pitchFamily="34" charset="0"/>
                <a:cs typeface="Lato" panose="020F0502020204030203" pitchFamily="34" charset="0"/>
              </a:rPr>
              <a:t>elit</a:t>
            </a:r>
            <a:r>
              <a:rPr lang="en-US" sz="1400">
                <a:solidFill>
                  <a:schemeClr val="tx2"/>
                </a:solidFill>
                <a:latin typeface="Lato" panose="020F0502020204030203" pitchFamily="34" charset="0"/>
                <a:ea typeface="Lato" panose="020F0502020204030203" pitchFamily="34" charset="0"/>
                <a:cs typeface="Lato" panose="020F0502020204030203" pitchFamily="34" charset="0"/>
              </a:rPr>
              <a:t>. </a:t>
            </a:r>
          </a:p>
          <a:p>
            <a:r>
              <a:rPr lang="en-US" sz="1400">
                <a:solidFill>
                  <a:schemeClr val="accent3"/>
                </a:solidFill>
                <a:latin typeface="Lato Light" panose="020F0502020204030203" pitchFamily="34" charset="0"/>
                <a:ea typeface="Lato Light" panose="020F0502020204030203" pitchFamily="34" charset="0"/>
                <a:cs typeface="Lato Light" panose="020F0502020204030203" pitchFamily="34" charset="0"/>
              </a:rPr>
              <a:t> </a:t>
            </a:r>
            <a:endParaRPr lang="en-US" sz="1200">
              <a:solidFill>
                <a:schemeClr val="accent3"/>
              </a:solidFill>
              <a:latin typeface="Lato Light" panose="020F0502020204030203" pitchFamily="34" charset="0"/>
              <a:ea typeface="Lato Light" panose="020F0502020204030203" pitchFamily="34" charset="0"/>
              <a:cs typeface="Lato Light" panose="020F0502020204030203" pitchFamily="34" charset="0"/>
            </a:endParaRPr>
          </a:p>
          <a:p>
            <a:pPr marL="120648" indent="-120648">
              <a:spcAft>
                <a:spcPts val="267"/>
              </a:spcAft>
              <a:buFont typeface="Arial" panose="020B0604020202020204" pitchFamily="34" charset="0"/>
              <a:buChar char="•"/>
            </a:pPr>
            <a:r>
              <a:rPr lang="en-US" sz="1200">
                <a:solidFill>
                  <a:schemeClr val="accent6"/>
                </a:solidFill>
                <a:latin typeface="Lato Light" panose="020F0502020204030203" pitchFamily="34" charset="0"/>
                <a:ea typeface="Lato Light" panose="020F0502020204030203" pitchFamily="34" charset="0"/>
                <a:cs typeface="Lato Light" panose="020F0502020204030203" pitchFamily="34" charset="0"/>
              </a:rPr>
              <a:t>Lorem ipsum dolor sit </a:t>
            </a:r>
            <a:r>
              <a:rPr lang="en-US" sz="1200" err="1">
                <a:solidFill>
                  <a:schemeClr val="accent6"/>
                </a:solidFill>
                <a:latin typeface="Lato Light" panose="020F0502020204030203" pitchFamily="34" charset="0"/>
                <a:ea typeface="Lato Light" panose="020F0502020204030203" pitchFamily="34" charset="0"/>
                <a:cs typeface="Lato Light" panose="020F0502020204030203" pitchFamily="34" charset="0"/>
              </a:rPr>
              <a:t>amet</a:t>
            </a:r>
            <a:endParaRPr lang="en-US" sz="1200">
              <a:solidFill>
                <a:schemeClr val="accent6"/>
              </a:solidFill>
              <a:latin typeface="Lato Light" panose="020F0502020204030203" pitchFamily="34" charset="0"/>
              <a:ea typeface="Lato Light" panose="020F0502020204030203" pitchFamily="34" charset="0"/>
              <a:cs typeface="Lato Light" panose="020F0502020204030203" pitchFamily="34" charset="0"/>
            </a:endParaRPr>
          </a:p>
          <a:p>
            <a:pPr marL="309026" lvl="2" indent="-120648">
              <a:spcAft>
                <a:spcPts val="267"/>
              </a:spcAft>
              <a:buFont typeface="Arial" panose="020B0604020202020204" pitchFamily="34" charset="0"/>
              <a:buChar char="•"/>
            </a:pPr>
            <a:r>
              <a:rPr lang="en-US" sz="1200">
                <a:solidFill>
                  <a:schemeClr val="accent6"/>
                </a:solidFill>
                <a:latin typeface="Lato Light" panose="020F0502020204030203" pitchFamily="34" charset="0"/>
                <a:ea typeface="Lato Light" panose="020F0502020204030203" pitchFamily="34" charset="0"/>
                <a:cs typeface="Lato Light" panose="020F0502020204030203" pitchFamily="34" charset="0"/>
              </a:rPr>
              <a:t>Lorem ipsum dolor sit </a:t>
            </a:r>
            <a:r>
              <a:rPr lang="en-US" sz="1200" err="1">
                <a:solidFill>
                  <a:schemeClr val="accent6"/>
                </a:solidFill>
                <a:latin typeface="Lato Light" panose="020F0502020204030203" pitchFamily="34" charset="0"/>
                <a:ea typeface="Lato Light" panose="020F0502020204030203" pitchFamily="34" charset="0"/>
                <a:cs typeface="Lato Light" panose="020F0502020204030203" pitchFamily="34" charset="0"/>
              </a:rPr>
              <a:t>amet</a:t>
            </a:r>
            <a:endParaRPr lang="en-US" sz="1200">
              <a:solidFill>
                <a:schemeClr val="accent6"/>
              </a:solidFill>
              <a:latin typeface="Lato Light" panose="020F0502020204030203" pitchFamily="34" charset="0"/>
              <a:ea typeface="Lato Light" panose="020F0502020204030203" pitchFamily="34" charset="0"/>
              <a:cs typeface="Lato Light" panose="020F0502020204030203" pitchFamily="34" charset="0"/>
            </a:endParaRPr>
          </a:p>
        </p:txBody>
      </p:sp>
      <p:sp>
        <p:nvSpPr>
          <p:cNvPr id="39" name="TextBox 38">
            <a:extLst>
              <a:ext uri="{FF2B5EF4-FFF2-40B4-BE49-F238E27FC236}">
                <a16:creationId xmlns:a16="http://schemas.microsoft.com/office/drawing/2014/main" id="{8D90FA79-261C-4A42-B74D-58D974B7BDF7}"/>
              </a:ext>
            </a:extLst>
          </p:cNvPr>
          <p:cNvSpPr txBox="1"/>
          <p:nvPr/>
        </p:nvSpPr>
        <p:spPr>
          <a:xfrm>
            <a:off x="8389471" y="3059879"/>
            <a:ext cx="3312268" cy="1523494"/>
          </a:xfrm>
          <a:prstGeom prst="rect">
            <a:avLst/>
          </a:prstGeom>
          <a:noFill/>
        </p:spPr>
        <p:txBody>
          <a:bodyPr wrap="square" lIns="0" tIns="0" rIns="0" bIns="0" rtlCol="0">
            <a:spAutoFit/>
          </a:bodyPr>
          <a:lstStyle/>
          <a:p>
            <a:r>
              <a:rPr lang="en-US" sz="1400">
                <a:solidFill>
                  <a:schemeClr val="bg2"/>
                </a:solidFill>
                <a:latin typeface="Lato" panose="020F0502020204030203" pitchFamily="34" charset="0"/>
                <a:ea typeface="Lato" panose="020F0502020204030203" pitchFamily="34" charset="0"/>
                <a:cs typeface="Lato" panose="020F0502020204030203" pitchFamily="34" charset="0"/>
              </a:rPr>
              <a:t>Lorem ipsum dolor sit </a:t>
            </a:r>
            <a:r>
              <a:rPr lang="en-US" sz="1400" err="1">
                <a:solidFill>
                  <a:schemeClr val="bg2"/>
                </a:solidFill>
                <a:latin typeface="Lato" panose="020F0502020204030203" pitchFamily="34" charset="0"/>
                <a:ea typeface="Lato" panose="020F0502020204030203" pitchFamily="34" charset="0"/>
                <a:cs typeface="Lato" panose="020F0502020204030203" pitchFamily="34" charset="0"/>
              </a:rPr>
              <a:t>amet</a:t>
            </a:r>
            <a:r>
              <a:rPr lang="en-US" sz="1400">
                <a:solidFill>
                  <a:schemeClr val="bg2"/>
                </a:solidFill>
                <a:latin typeface="Lato" panose="020F0502020204030203" pitchFamily="34" charset="0"/>
                <a:ea typeface="Lato" panose="020F0502020204030203" pitchFamily="34" charset="0"/>
                <a:cs typeface="Lato" panose="020F0502020204030203" pitchFamily="34" charset="0"/>
              </a:rPr>
              <a:t>, </a:t>
            </a:r>
            <a:r>
              <a:rPr lang="en-US" sz="1400" err="1">
                <a:solidFill>
                  <a:schemeClr val="bg2"/>
                </a:solidFill>
                <a:latin typeface="Lato" panose="020F0502020204030203" pitchFamily="34" charset="0"/>
                <a:ea typeface="Lato" panose="020F0502020204030203" pitchFamily="34" charset="0"/>
                <a:cs typeface="Lato" panose="020F0502020204030203" pitchFamily="34" charset="0"/>
              </a:rPr>
              <a:t>consectetur</a:t>
            </a:r>
            <a:r>
              <a:rPr lang="en-US" sz="1400">
                <a:solidFill>
                  <a:schemeClr val="bg2"/>
                </a:solidFill>
                <a:latin typeface="Lato" panose="020F0502020204030203" pitchFamily="34" charset="0"/>
                <a:ea typeface="Lato" panose="020F0502020204030203" pitchFamily="34" charset="0"/>
                <a:cs typeface="Lato" panose="020F0502020204030203" pitchFamily="34" charset="0"/>
              </a:rPr>
              <a:t> </a:t>
            </a:r>
            <a:r>
              <a:rPr lang="en-US" sz="1400" err="1">
                <a:solidFill>
                  <a:schemeClr val="bg2"/>
                </a:solidFill>
                <a:latin typeface="Lato" panose="020F0502020204030203" pitchFamily="34" charset="0"/>
                <a:ea typeface="Lato" panose="020F0502020204030203" pitchFamily="34" charset="0"/>
                <a:cs typeface="Lato" panose="020F0502020204030203" pitchFamily="34" charset="0"/>
              </a:rPr>
              <a:t>adipiscing</a:t>
            </a:r>
            <a:r>
              <a:rPr lang="en-US" sz="1400">
                <a:solidFill>
                  <a:schemeClr val="bg2"/>
                </a:solidFill>
                <a:latin typeface="Lato" panose="020F0502020204030203" pitchFamily="34" charset="0"/>
                <a:ea typeface="Lato" panose="020F0502020204030203" pitchFamily="34" charset="0"/>
                <a:cs typeface="Lato" panose="020F0502020204030203" pitchFamily="34" charset="0"/>
              </a:rPr>
              <a:t> </a:t>
            </a:r>
            <a:r>
              <a:rPr lang="en-US" sz="1400" err="1">
                <a:solidFill>
                  <a:schemeClr val="bg2"/>
                </a:solidFill>
                <a:latin typeface="Lato" panose="020F0502020204030203" pitchFamily="34" charset="0"/>
                <a:ea typeface="Lato" panose="020F0502020204030203" pitchFamily="34" charset="0"/>
                <a:cs typeface="Lato" panose="020F0502020204030203" pitchFamily="34" charset="0"/>
              </a:rPr>
              <a:t>elit</a:t>
            </a:r>
            <a:r>
              <a:rPr lang="en-US" sz="1400">
                <a:solidFill>
                  <a:schemeClr val="bg2"/>
                </a:solidFill>
                <a:latin typeface="Lato" panose="020F0502020204030203" pitchFamily="34" charset="0"/>
                <a:ea typeface="Lato" panose="020F0502020204030203" pitchFamily="34" charset="0"/>
                <a:cs typeface="Lato" panose="020F0502020204030203" pitchFamily="34" charset="0"/>
              </a:rPr>
              <a:t>. </a:t>
            </a:r>
          </a:p>
          <a:p>
            <a:endParaRPr lang="en-US" sz="1400">
              <a:solidFill>
                <a:schemeClr val="bg2"/>
              </a:solidFill>
              <a:latin typeface="Lato Light" panose="020F0502020204030203" pitchFamily="34" charset="0"/>
              <a:ea typeface="Lato Light" panose="020F0502020204030203" pitchFamily="34" charset="0"/>
              <a:cs typeface="Lato Light" panose="020F0502020204030203" pitchFamily="34" charset="0"/>
            </a:endParaRPr>
          </a:p>
          <a:p>
            <a:pPr marL="120648" indent="-120648">
              <a:spcAft>
                <a:spcPts val="267"/>
              </a:spcAft>
              <a:buFont typeface="Arial" panose="020B0604020202020204" pitchFamily="34" charset="0"/>
              <a:buChar char="•"/>
            </a:pPr>
            <a:r>
              <a:rPr lang="en-US" sz="1200">
                <a:solidFill>
                  <a:schemeClr val="accent6"/>
                </a:solidFill>
                <a:latin typeface="Lato Light" panose="020F0502020204030203" pitchFamily="34" charset="0"/>
                <a:ea typeface="Lato Light" panose="020F0502020204030203" pitchFamily="34" charset="0"/>
                <a:cs typeface="Lato Light" panose="020F0502020204030203" pitchFamily="34" charset="0"/>
              </a:rPr>
              <a:t>Lorem ipsum dolor sit </a:t>
            </a:r>
            <a:r>
              <a:rPr lang="en-US" sz="1200" err="1">
                <a:solidFill>
                  <a:schemeClr val="accent6"/>
                </a:solidFill>
                <a:latin typeface="Lato Light" panose="020F0502020204030203" pitchFamily="34" charset="0"/>
                <a:ea typeface="Lato Light" panose="020F0502020204030203" pitchFamily="34" charset="0"/>
                <a:cs typeface="Lato Light" panose="020F0502020204030203" pitchFamily="34" charset="0"/>
              </a:rPr>
              <a:t>amet</a:t>
            </a:r>
            <a:endParaRPr lang="en-US" sz="1200">
              <a:solidFill>
                <a:schemeClr val="accent6"/>
              </a:solidFill>
              <a:latin typeface="Lato Light" panose="020F0502020204030203" pitchFamily="34" charset="0"/>
              <a:ea typeface="Lato Light" panose="020F0502020204030203" pitchFamily="34" charset="0"/>
              <a:cs typeface="Lato Light" panose="020F0502020204030203" pitchFamily="34" charset="0"/>
            </a:endParaRPr>
          </a:p>
          <a:p>
            <a:pPr marL="309026" lvl="2" indent="-120648">
              <a:spcAft>
                <a:spcPts val="267"/>
              </a:spcAft>
              <a:buFont typeface="Arial" panose="020B0604020202020204" pitchFamily="34" charset="0"/>
              <a:buChar char="•"/>
            </a:pPr>
            <a:r>
              <a:rPr lang="en-US" sz="1200">
                <a:solidFill>
                  <a:schemeClr val="accent6"/>
                </a:solidFill>
                <a:latin typeface="Lato Light" panose="020F0502020204030203" pitchFamily="34" charset="0"/>
                <a:ea typeface="Lato Light" panose="020F0502020204030203" pitchFamily="34" charset="0"/>
                <a:cs typeface="Lato Light" panose="020F0502020204030203" pitchFamily="34" charset="0"/>
              </a:rPr>
              <a:t>Lorem ipsum dolor sit </a:t>
            </a:r>
            <a:r>
              <a:rPr lang="en-US" sz="1200" err="1">
                <a:solidFill>
                  <a:schemeClr val="accent6"/>
                </a:solidFill>
                <a:latin typeface="Lato Light" panose="020F0502020204030203" pitchFamily="34" charset="0"/>
                <a:ea typeface="Lato Light" panose="020F0502020204030203" pitchFamily="34" charset="0"/>
                <a:cs typeface="Lato Light" panose="020F0502020204030203" pitchFamily="34" charset="0"/>
              </a:rPr>
              <a:t>amet</a:t>
            </a:r>
            <a:br>
              <a:rPr lang="en-US" sz="1200">
                <a:solidFill>
                  <a:schemeClr val="accent6"/>
                </a:solidFill>
                <a:latin typeface="Lato Light" panose="020F0502020204030203" pitchFamily="34" charset="0"/>
                <a:ea typeface="Lato Light" panose="020F0502020204030203" pitchFamily="34" charset="0"/>
                <a:cs typeface="Lato Light" panose="020F0502020204030203" pitchFamily="34" charset="0"/>
              </a:rPr>
            </a:br>
            <a:endParaRPr lang="en-US" sz="1200">
              <a:solidFill>
                <a:schemeClr val="accent6"/>
              </a:solidFill>
              <a:latin typeface="Lato Light" panose="020F0502020204030203" pitchFamily="34" charset="0"/>
              <a:ea typeface="Lato Light" panose="020F0502020204030203" pitchFamily="34" charset="0"/>
              <a:cs typeface="Lato Light" panose="020F0502020204030203" pitchFamily="34" charset="0"/>
            </a:endParaRPr>
          </a:p>
          <a:p>
            <a:endParaRPr lang="en-US" sz="1600">
              <a:solidFill>
                <a:schemeClr val="accent1"/>
              </a:solidFill>
              <a:latin typeface="Lato" panose="020F0502020204030203" pitchFamily="34" charset="0"/>
              <a:ea typeface="Lato" panose="020F0502020204030203" pitchFamily="34" charset="0"/>
              <a:cs typeface="Lato" panose="020F0502020204030203" pitchFamily="34" charset="0"/>
            </a:endParaRPr>
          </a:p>
        </p:txBody>
      </p:sp>
      <p:cxnSp>
        <p:nvCxnSpPr>
          <p:cNvPr id="40" name="Straight Connector 39">
            <a:extLst>
              <a:ext uri="{FF2B5EF4-FFF2-40B4-BE49-F238E27FC236}">
                <a16:creationId xmlns:a16="http://schemas.microsoft.com/office/drawing/2014/main" id="{2C67DED6-074C-C543-8D68-1E41AC26FC4F}"/>
              </a:ext>
            </a:extLst>
          </p:cNvPr>
          <p:cNvCxnSpPr>
            <a:cxnSpLocks/>
          </p:cNvCxnSpPr>
          <p:nvPr/>
        </p:nvCxnSpPr>
        <p:spPr>
          <a:xfrm>
            <a:off x="4153911" y="3059879"/>
            <a:ext cx="0" cy="244049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3AB93EB-23E5-B34F-9403-1A6AEE7C01F0}"/>
              </a:ext>
            </a:extLst>
          </p:cNvPr>
          <p:cNvCxnSpPr>
            <a:cxnSpLocks/>
          </p:cNvCxnSpPr>
          <p:nvPr/>
        </p:nvCxnSpPr>
        <p:spPr>
          <a:xfrm>
            <a:off x="8100189" y="3059879"/>
            <a:ext cx="0" cy="32039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9549B83-F5F5-4849-AAE2-4FA4377AFE1C}"/>
              </a:ext>
            </a:extLst>
          </p:cNvPr>
          <p:cNvCxnSpPr>
            <a:cxnSpLocks/>
          </p:cNvCxnSpPr>
          <p:nvPr/>
        </p:nvCxnSpPr>
        <p:spPr>
          <a:xfrm>
            <a:off x="583375" y="5686217"/>
            <a:ext cx="733091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4B73AE52-5BED-BB41-98F5-F80C90C807B0}"/>
              </a:ext>
            </a:extLst>
          </p:cNvPr>
          <p:cNvSpPr/>
          <p:nvPr/>
        </p:nvSpPr>
        <p:spPr>
          <a:xfrm>
            <a:off x="646177" y="5788232"/>
            <a:ext cx="3218447" cy="297454"/>
          </a:xfrm>
          <a:prstGeom prst="rect">
            <a:avLst/>
          </a:prstGeom>
        </p:spPr>
        <p:txBody>
          <a:bodyPr wrap="square">
            <a:spAutoFit/>
          </a:bodyPr>
          <a:lstStyle/>
          <a:p>
            <a:pPr algn="ctr"/>
            <a:r>
              <a:rPr lang="en-US" sz="1333">
                <a:latin typeface="Lato Medium" panose="020F0502020204030203" pitchFamily="34" charset="0"/>
                <a:ea typeface="Lato Medium" panose="020F0502020204030203" pitchFamily="34" charset="0"/>
                <a:cs typeface="Lato Medium" panose="020F0502020204030203" pitchFamily="34" charset="0"/>
              </a:rPr>
              <a:t>Lorem Ipsum</a:t>
            </a:r>
          </a:p>
        </p:txBody>
      </p:sp>
      <p:sp>
        <p:nvSpPr>
          <p:cNvPr id="44" name="Rectangle 43">
            <a:extLst>
              <a:ext uri="{FF2B5EF4-FFF2-40B4-BE49-F238E27FC236}">
                <a16:creationId xmlns:a16="http://schemas.microsoft.com/office/drawing/2014/main" id="{9030F20B-1BBB-7642-B167-0032B5AFD5A1}"/>
              </a:ext>
            </a:extLst>
          </p:cNvPr>
          <p:cNvSpPr/>
          <p:nvPr/>
        </p:nvSpPr>
        <p:spPr>
          <a:xfrm>
            <a:off x="4339814" y="5788232"/>
            <a:ext cx="3384629" cy="297454"/>
          </a:xfrm>
          <a:prstGeom prst="rect">
            <a:avLst/>
          </a:prstGeom>
        </p:spPr>
        <p:txBody>
          <a:bodyPr wrap="square">
            <a:spAutoFit/>
          </a:bodyPr>
          <a:lstStyle/>
          <a:p>
            <a:pPr algn="ctr"/>
            <a:r>
              <a:rPr lang="en-US" sz="1333">
                <a:latin typeface="Lato Medium" panose="020F0502020204030203" pitchFamily="34" charset="0"/>
                <a:ea typeface="Lato Medium" panose="020F0502020204030203" pitchFamily="34" charset="0"/>
                <a:cs typeface="Lato Medium" panose="020F0502020204030203" pitchFamily="34" charset="0"/>
              </a:rPr>
              <a:t>Lorem Ipsum</a:t>
            </a:r>
          </a:p>
        </p:txBody>
      </p:sp>
      <p:cxnSp>
        <p:nvCxnSpPr>
          <p:cNvPr id="45" name="Straight Connector 44">
            <a:extLst>
              <a:ext uri="{FF2B5EF4-FFF2-40B4-BE49-F238E27FC236}">
                <a16:creationId xmlns:a16="http://schemas.microsoft.com/office/drawing/2014/main" id="{867D5275-E933-8446-952A-AD0B0AE47B4A}"/>
              </a:ext>
            </a:extLst>
          </p:cNvPr>
          <p:cNvCxnSpPr>
            <a:cxnSpLocks/>
          </p:cNvCxnSpPr>
          <p:nvPr/>
        </p:nvCxnSpPr>
        <p:spPr>
          <a:xfrm>
            <a:off x="4153911" y="5836407"/>
            <a:ext cx="0" cy="4274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9664599"/>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9_Blank">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50D3E59F-C36D-E242-B8ED-247E6D3F32A0}"/>
              </a:ext>
            </a:extLst>
          </p:cNvPr>
          <p:cNvSpPr>
            <a:spLocks noGrp="1"/>
          </p:cNvSpPr>
          <p:nvPr>
            <p:ph type="sldNum" sz="quarter" idx="12"/>
          </p:nvPr>
        </p:nvSpPr>
        <p:spPr>
          <a:xfrm>
            <a:off x="1" y="6418136"/>
            <a:ext cx="374375" cy="365125"/>
          </a:xfrm>
          <a:prstGeom prst="rect">
            <a:avLst/>
          </a:prstGeom>
        </p:spPr>
        <p:txBody>
          <a:bodyPr/>
          <a:lstStyle>
            <a:lvl1pPr>
              <a:defRPr sz="800" b="0" i="0">
                <a:solidFill>
                  <a:schemeClr val="accent6">
                    <a:lumMod val="40000"/>
                    <a:lumOff val="60000"/>
                  </a:schemeClr>
                </a:solidFill>
                <a:latin typeface="Lato Light" panose="020F0502020204030203" pitchFamily="34" charset="0"/>
                <a:ea typeface="Lato Light" panose="020F0502020204030203" pitchFamily="34" charset="0"/>
                <a:cs typeface="Lato Light" panose="020F0502020204030203" pitchFamily="34" charset="0"/>
              </a:defRPr>
            </a:lvl1pPr>
          </a:lstStyle>
          <a:p>
            <a:fld id="{6BED0942-9735-43C8-AB99-1366ADCBF3AF}" type="slidenum">
              <a:rPr lang="en-US" smtClean="0"/>
              <a:pPr/>
              <a:t>‹#›</a:t>
            </a:fld>
            <a:endParaRPr lang="en-US"/>
          </a:p>
        </p:txBody>
      </p:sp>
      <p:sp>
        <p:nvSpPr>
          <p:cNvPr id="3" name="Picture Placeholder 2">
            <a:extLst>
              <a:ext uri="{FF2B5EF4-FFF2-40B4-BE49-F238E27FC236}">
                <a16:creationId xmlns:a16="http://schemas.microsoft.com/office/drawing/2014/main" id="{AFB8E428-5AAF-D748-B55B-30BE0292915E}"/>
              </a:ext>
            </a:extLst>
          </p:cNvPr>
          <p:cNvSpPr>
            <a:spLocks noGrp="1"/>
          </p:cNvSpPr>
          <p:nvPr>
            <p:ph type="pic" sz="quarter" idx="14"/>
          </p:nvPr>
        </p:nvSpPr>
        <p:spPr>
          <a:xfrm>
            <a:off x="833053" y="0"/>
            <a:ext cx="2265748" cy="6012336"/>
          </a:xfrm>
        </p:spPr>
        <p:txBody>
          <a:bodyPr/>
          <a:lstStyle/>
          <a:p>
            <a:r>
              <a:rPr lang="en-US"/>
              <a:t>Click icon to add picture</a:t>
            </a:r>
          </a:p>
        </p:txBody>
      </p:sp>
      <p:sp>
        <p:nvSpPr>
          <p:cNvPr id="6" name="Title 1">
            <a:extLst>
              <a:ext uri="{FF2B5EF4-FFF2-40B4-BE49-F238E27FC236}">
                <a16:creationId xmlns:a16="http://schemas.microsoft.com/office/drawing/2014/main" id="{8D63F486-FD7C-244D-AD45-74644B1AE2B5}"/>
              </a:ext>
            </a:extLst>
          </p:cNvPr>
          <p:cNvSpPr>
            <a:spLocks noGrp="1"/>
          </p:cNvSpPr>
          <p:nvPr>
            <p:ph type="title" hasCustomPrompt="1"/>
          </p:nvPr>
        </p:nvSpPr>
        <p:spPr>
          <a:xfrm>
            <a:off x="3486685" y="347456"/>
            <a:ext cx="7867115" cy="871744"/>
          </a:xfrm>
        </p:spPr>
        <p:txBody>
          <a:bodyPr/>
          <a:lstStyle>
            <a:lvl1pPr>
              <a:defRPr>
                <a:solidFill>
                  <a:schemeClr val="bg2"/>
                </a:solidFill>
              </a:defRPr>
            </a:lvl1pPr>
          </a:lstStyle>
          <a:p>
            <a:r>
              <a:rPr lang="en-US"/>
              <a:t>Lorem Ipsum</a:t>
            </a:r>
          </a:p>
        </p:txBody>
      </p:sp>
      <p:sp>
        <p:nvSpPr>
          <p:cNvPr id="7" name="Content Placeholder 2">
            <a:extLst>
              <a:ext uri="{FF2B5EF4-FFF2-40B4-BE49-F238E27FC236}">
                <a16:creationId xmlns:a16="http://schemas.microsoft.com/office/drawing/2014/main" id="{001359A7-5E8C-5545-A22F-4DEEC8B9A34E}"/>
              </a:ext>
            </a:extLst>
          </p:cNvPr>
          <p:cNvSpPr>
            <a:spLocks noGrp="1"/>
          </p:cNvSpPr>
          <p:nvPr>
            <p:ph sz="half" idx="1" hasCustomPrompt="1"/>
          </p:nvPr>
        </p:nvSpPr>
        <p:spPr>
          <a:xfrm>
            <a:off x="3486685" y="1825625"/>
            <a:ext cx="7867113" cy="4351339"/>
          </a:xfrm>
        </p:spPr>
        <p:txBody>
          <a:bodyPr/>
          <a:lstStyle>
            <a:lvl2pPr>
              <a:defRPr b="0" i="0">
                <a:latin typeface="Lato Light" panose="020F0502020204030203" pitchFamily="34" charset="0"/>
                <a:ea typeface="Lato Light" panose="020F0502020204030203" pitchFamily="34" charset="0"/>
                <a:cs typeface="Lato Light" panose="020F0502020204030203" pitchFamily="34" charset="0"/>
              </a:defRPr>
            </a:lvl2pPr>
            <a:lvl3pPr>
              <a:defRPr b="0" i="0">
                <a:latin typeface="Lato Light" panose="020F0502020204030203" pitchFamily="34" charset="0"/>
                <a:ea typeface="Lato Light" panose="020F0502020204030203" pitchFamily="34" charset="0"/>
                <a:cs typeface="Lato Light" panose="020F0502020204030203" pitchFamily="34" charset="0"/>
              </a:defRPr>
            </a:lvl3pPr>
            <a:lvl4pPr>
              <a:defRPr b="0" i="0">
                <a:latin typeface="Lato Light" panose="020F0502020204030203" pitchFamily="34" charset="0"/>
                <a:ea typeface="Lato Light" panose="020F0502020204030203" pitchFamily="34" charset="0"/>
                <a:cs typeface="Lato Light" panose="020F0502020204030203" pitchFamily="34" charset="0"/>
              </a:defRPr>
            </a:lvl4pPr>
            <a:lvl5pPr>
              <a:defRPr b="0" i="0">
                <a:latin typeface="Lato Light" panose="020F0502020204030203" pitchFamily="34" charset="0"/>
                <a:ea typeface="Lato Light" panose="020F0502020204030203" pitchFamily="34" charset="0"/>
                <a:cs typeface="Lato Light" panose="020F0502020204030203" pitchFamily="34" charset="0"/>
              </a:defRPr>
            </a:lvl5pPr>
          </a:lstStyle>
          <a:p>
            <a:pPr lvl="0"/>
            <a:r>
              <a:rPr lang="en-US"/>
              <a:t>Lorem Ipsum</a:t>
            </a:r>
          </a:p>
          <a:p>
            <a:pPr lvl="1"/>
            <a:r>
              <a:rPr lang="en-US"/>
              <a:t>Lorem ipsum</a:t>
            </a:r>
          </a:p>
          <a:p>
            <a:pPr lvl="2"/>
            <a:r>
              <a:rPr lang="en-US"/>
              <a:t>Lorem ipsum</a:t>
            </a:r>
          </a:p>
          <a:p>
            <a:pPr lvl="3"/>
            <a:r>
              <a:rPr lang="en-US"/>
              <a:t>Lorem ipsum</a:t>
            </a:r>
          </a:p>
          <a:p>
            <a:pPr lvl="4"/>
            <a:r>
              <a:rPr lang="en-US"/>
              <a:t>Lorem ipsum</a:t>
            </a:r>
          </a:p>
        </p:txBody>
      </p:sp>
      <p:sp>
        <p:nvSpPr>
          <p:cNvPr id="8" name="Text Placeholder 11">
            <a:extLst>
              <a:ext uri="{FF2B5EF4-FFF2-40B4-BE49-F238E27FC236}">
                <a16:creationId xmlns:a16="http://schemas.microsoft.com/office/drawing/2014/main" id="{DA0FF75A-B2D1-1946-AF7D-BE9675EF3683}"/>
              </a:ext>
            </a:extLst>
          </p:cNvPr>
          <p:cNvSpPr>
            <a:spLocks noGrp="1"/>
          </p:cNvSpPr>
          <p:nvPr>
            <p:ph type="body" sz="quarter" idx="13" hasCustomPrompt="1"/>
          </p:nvPr>
        </p:nvSpPr>
        <p:spPr>
          <a:xfrm>
            <a:off x="3486685" y="1291167"/>
            <a:ext cx="7867115" cy="154517"/>
          </a:xfrm>
        </p:spPr>
        <p:txBody>
          <a:bodyPr>
            <a:noAutofit/>
          </a:bodyPr>
          <a:lstStyle>
            <a:lvl1pPr>
              <a:spcBef>
                <a:spcPts val="0"/>
              </a:spcBef>
              <a:defRPr sz="1333" b="0" i="0" cap="none" spc="67" baseline="0">
                <a:solidFill>
                  <a:schemeClr val="accent6"/>
                </a:solidFill>
                <a:latin typeface="Lato" panose="020F0502020204030203" pitchFamily="34" charset="0"/>
                <a:ea typeface="Lato" panose="020F0502020204030203" pitchFamily="34" charset="0"/>
                <a:cs typeface="Lato" panose="020F0502020204030203" pitchFamily="34" charset="0"/>
              </a:defRPr>
            </a:lvl1pPr>
            <a:lvl2pPr marL="156629" indent="0">
              <a:buNone/>
              <a:defRPr/>
            </a:lvl2pPr>
          </a:lstStyle>
          <a:p>
            <a:pPr lvl="0"/>
            <a:r>
              <a:rPr lang="en-US"/>
              <a:t>Lorem Ipsum</a:t>
            </a:r>
          </a:p>
        </p:txBody>
      </p:sp>
    </p:spTree>
    <p:extLst>
      <p:ext uri="{BB962C8B-B14F-4D97-AF65-F5344CB8AC3E}">
        <p14:creationId xmlns:p14="http://schemas.microsoft.com/office/powerpoint/2010/main" val="488031513"/>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itle" preserve="1">
  <p:cSld name="2_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35966B9-3B15-794F-A1F0-E33544EC3DFC}"/>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r="-90"/>
          <a:stretch/>
        </p:blipFill>
        <p:spPr>
          <a:xfrm>
            <a:off x="1" y="635000"/>
            <a:ext cx="12202980" cy="5588000"/>
          </a:xfrm>
          <a:prstGeom prst="rect">
            <a:avLst/>
          </a:prstGeom>
        </p:spPr>
      </p:pic>
      <p:sp>
        <p:nvSpPr>
          <p:cNvPr id="13" name="Rectangle 12">
            <a:extLst>
              <a:ext uri="{FF2B5EF4-FFF2-40B4-BE49-F238E27FC236}">
                <a16:creationId xmlns:a16="http://schemas.microsoft.com/office/drawing/2014/main" id="{3451C6DD-9A2F-CA46-94AB-F353B6C1164C}"/>
              </a:ext>
            </a:extLst>
          </p:cNvPr>
          <p:cNvSpPr/>
          <p:nvPr/>
        </p:nvSpPr>
        <p:spPr>
          <a:xfrm>
            <a:off x="0" y="635000"/>
            <a:ext cx="10667996" cy="5588000"/>
          </a:xfrm>
          <a:prstGeom prst="rect">
            <a:avLst/>
          </a:prstGeom>
          <a:gradFill>
            <a:gsLst>
              <a:gs pos="38000">
                <a:schemeClr val="tx2">
                  <a:alpha val="78000"/>
                </a:schemeClr>
              </a:gs>
              <a:gs pos="100000">
                <a:schemeClr val="tx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 name="Title 1"/>
          <p:cNvSpPr>
            <a:spLocks noGrp="1"/>
          </p:cNvSpPr>
          <p:nvPr>
            <p:ph type="ctrTitle" hasCustomPrompt="1"/>
          </p:nvPr>
        </p:nvSpPr>
        <p:spPr>
          <a:xfrm>
            <a:off x="1524000" y="1089411"/>
            <a:ext cx="9144000" cy="2387600"/>
          </a:xfrm>
        </p:spPr>
        <p:txBody>
          <a:bodyPr anchor="b">
            <a:normAutofit/>
          </a:bodyPr>
          <a:lstStyle>
            <a:lvl1pPr algn="l">
              <a:defRPr sz="3733">
                <a:solidFill>
                  <a:schemeClr val="bg1"/>
                </a:solidFill>
              </a:defRPr>
            </a:lvl1pPr>
          </a:lstStyle>
          <a:p>
            <a:r>
              <a:rPr lang="en-US"/>
              <a:t>Lorem Ipsum	</a:t>
            </a:r>
          </a:p>
        </p:txBody>
      </p:sp>
      <p:sp>
        <p:nvSpPr>
          <p:cNvPr id="3" name="Subtitle 2"/>
          <p:cNvSpPr>
            <a:spLocks noGrp="1"/>
          </p:cNvSpPr>
          <p:nvPr>
            <p:ph type="subTitle" idx="1" hasCustomPrompt="1"/>
          </p:nvPr>
        </p:nvSpPr>
        <p:spPr>
          <a:xfrm>
            <a:off x="1524000" y="3569085"/>
            <a:ext cx="9144000" cy="1655763"/>
          </a:xfrm>
        </p:spPr>
        <p:txBody>
          <a:bodyPr>
            <a:normAutofit/>
          </a:bodyPr>
          <a:lstStyle>
            <a:lvl1pPr marL="0" indent="0" algn="l">
              <a:buNone/>
              <a:defRPr sz="1867">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Lorem Ipsum</a:t>
            </a:r>
          </a:p>
        </p:txBody>
      </p:sp>
      <p:grpSp>
        <p:nvGrpSpPr>
          <p:cNvPr id="19" name="Group 18">
            <a:extLst>
              <a:ext uri="{FF2B5EF4-FFF2-40B4-BE49-F238E27FC236}">
                <a16:creationId xmlns:a16="http://schemas.microsoft.com/office/drawing/2014/main" id="{0BC5519B-81EF-7140-A6D5-8046833F13DB}"/>
              </a:ext>
            </a:extLst>
          </p:cNvPr>
          <p:cNvGrpSpPr/>
          <p:nvPr/>
        </p:nvGrpSpPr>
        <p:grpSpPr>
          <a:xfrm>
            <a:off x="1056640" y="3088640"/>
            <a:ext cx="265085" cy="3769360"/>
            <a:chOff x="792480" y="2316480"/>
            <a:chExt cx="198814" cy="2827020"/>
          </a:xfrm>
        </p:grpSpPr>
        <p:cxnSp>
          <p:nvCxnSpPr>
            <p:cNvPr id="14" name="Straight Connector 13">
              <a:extLst>
                <a:ext uri="{FF2B5EF4-FFF2-40B4-BE49-F238E27FC236}">
                  <a16:creationId xmlns:a16="http://schemas.microsoft.com/office/drawing/2014/main" id="{7BD62C64-B5B7-F142-8735-F254ADE60D40}"/>
                </a:ext>
              </a:extLst>
            </p:cNvPr>
            <p:cNvCxnSpPr>
              <a:cxnSpLocks/>
            </p:cNvCxnSpPr>
            <p:nvPr userDrawn="1"/>
          </p:nvCxnSpPr>
          <p:spPr>
            <a:xfrm flipV="1">
              <a:off x="891887" y="2517552"/>
              <a:ext cx="0" cy="2625948"/>
            </a:xfrm>
            <a:prstGeom prst="line">
              <a:avLst/>
            </a:prstGeom>
            <a:ln w="9525">
              <a:solidFill>
                <a:schemeClr val="bg1"/>
              </a:solidFill>
            </a:ln>
          </p:spPr>
          <p:style>
            <a:lnRef idx="1">
              <a:schemeClr val="accent6"/>
            </a:lnRef>
            <a:fillRef idx="0">
              <a:schemeClr val="accent6"/>
            </a:fillRef>
            <a:effectRef idx="0">
              <a:schemeClr val="accent6"/>
            </a:effectRef>
            <a:fontRef idx="minor">
              <a:schemeClr val="tx1"/>
            </a:fontRef>
          </p:style>
        </p:cxnSp>
        <p:sp>
          <p:nvSpPr>
            <p:cNvPr id="15" name="Oval 14">
              <a:extLst>
                <a:ext uri="{FF2B5EF4-FFF2-40B4-BE49-F238E27FC236}">
                  <a16:creationId xmlns:a16="http://schemas.microsoft.com/office/drawing/2014/main" id="{B4D7227F-89FD-9A48-9441-534834FBB1AE}"/>
                </a:ext>
              </a:extLst>
            </p:cNvPr>
            <p:cNvSpPr/>
            <p:nvPr userDrawn="1"/>
          </p:nvSpPr>
          <p:spPr>
            <a:xfrm rot="10800000">
              <a:off x="792480" y="2316480"/>
              <a:ext cx="198814" cy="201072"/>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pic>
        <p:nvPicPr>
          <p:cNvPr id="10" name="Picture 9">
            <a:extLst>
              <a:ext uri="{FF2B5EF4-FFF2-40B4-BE49-F238E27FC236}">
                <a16:creationId xmlns:a16="http://schemas.microsoft.com/office/drawing/2014/main" id="{FA7EB968-0F16-F642-B469-F37CE4FFB52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49559" y="232630"/>
            <a:ext cx="1414163" cy="235693"/>
          </a:xfrm>
          <a:prstGeom prst="rect">
            <a:avLst/>
          </a:prstGeom>
        </p:spPr>
      </p:pic>
      <p:sp>
        <p:nvSpPr>
          <p:cNvPr id="11" name="Rectangle 10">
            <a:extLst>
              <a:ext uri="{FF2B5EF4-FFF2-40B4-BE49-F238E27FC236}">
                <a16:creationId xmlns:a16="http://schemas.microsoft.com/office/drawing/2014/main" id="{A413A5DF-61AB-304E-B2CF-AA521DDF765F}"/>
              </a:ext>
            </a:extLst>
          </p:cNvPr>
          <p:cNvSpPr/>
          <p:nvPr userDrawn="1"/>
        </p:nvSpPr>
        <p:spPr>
          <a:xfrm rot="10800000">
            <a:off x="10453100" y="635000"/>
            <a:ext cx="579633" cy="5588002"/>
          </a:xfrm>
          <a:prstGeom prst="rect">
            <a:avLst/>
          </a:prstGeom>
          <a:solidFill>
            <a:schemeClr val="tx1">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2" name="Rectangle 11">
            <a:extLst>
              <a:ext uri="{FF2B5EF4-FFF2-40B4-BE49-F238E27FC236}">
                <a16:creationId xmlns:a16="http://schemas.microsoft.com/office/drawing/2014/main" id="{79DA41C5-758E-5541-A25D-EBF238ADD054}"/>
              </a:ext>
            </a:extLst>
          </p:cNvPr>
          <p:cNvSpPr/>
          <p:nvPr userDrawn="1"/>
        </p:nvSpPr>
        <p:spPr>
          <a:xfrm rot="10800000">
            <a:off x="11032733" y="634999"/>
            <a:ext cx="579633" cy="5588000"/>
          </a:xfrm>
          <a:prstGeom prst="rect">
            <a:avLst/>
          </a:prstGeom>
          <a:solidFill>
            <a:schemeClr val="tx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6" name="Rectangle 15">
            <a:extLst>
              <a:ext uri="{FF2B5EF4-FFF2-40B4-BE49-F238E27FC236}">
                <a16:creationId xmlns:a16="http://schemas.microsoft.com/office/drawing/2014/main" id="{107114BA-6268-4345-874B-78A296D85D3E}"/>
              </a:ext>
            </a:extLst>
          </p:cNvPr>
          <p:cNvSpPr/>
          <p:nvPr userDrawn="1"/>
        </p:nvSpPr>
        <p:spPr>
          <a:xfrm rot="10800000">
            <a:off x="11612366" y="635000"/>
            <a:ext cx="579633" cy="5588002"/>
          </a:xfrm>
          <a:prstGeom prst="rect">
            <a:avLst/>
          </a:pr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2552919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500"/>
                                  </p:stCondLst>
                                  <p:childTnLst>
                                    <p:set>
                                      <p:cBhvr>
                                        <p:cTn id="6" dur="1" fill="hold">
                                          <p:stCondLst>
                                            <p:cond delay="0"/>
                                          </p:stCondLst>
                                        </p:cTn>
                                        <p:tgtEl>
                                          <p:spTgt spid="19"/>
                                        </p:tgtEl>
                                        <p:attrNameLst>
                                          <p:attrName>style.visibility</p:attrName>
                                        </p:attrNameLst>
                                      </p:cBhvr>
                                      <p:to>
                                        <p:strVal val="visible"/>
                                      </p:to>
                                    </p:set>
                                    <p:animEffect transition="in" filter="wipe(down)">
                                      <p:cBhvr>
                                        <p:cTn id="7" dur="1000"/>
                                        <p:tgtEl>
                                          <p:spTgt spid="19"/>
                                        </p:tgtEl>
                                      </p:cBhvr>
                                    </p:animEffect>
                                  </p:childTnLst>
                                </p:cTn>
                              </p:par>
                            </p:childTnLst>
                          </p:cTn>
                        </p:par>
                        <p:par>
                          <p:cTn id="8" fill="hold">
                            <p:stCondLst>
                              <p:cond delay="1500"/>
                            </p:stCondLst>
                            <p:childTnLst>
                              <p:par>
                                <p:cTn id="9" presetID="2" presetClass="entr" presetSubtype="2"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1+#ppt_w/2"/>
                                          </p:val>
                                        </p:tav>
                                        <p:tav tm="100000">
                                          <p:val>
                                            <p:strVal val="#ppt_x"/>
                                          </p:val>
                                        </p:tav>
                                      </p:tavLst>
                                    </p:anim>
                                    <p:anim calcmode="lin" valueType="num">
                                      <p:cBhvr additive="base">
                                        <p:cTn id="12" dur="500" fill="hold"/>
                                        <p:tgtEl>
                                          <p:spTgt spid="11"/>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25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1+#ppt_w/2"/>
                                          </p:val>
                                        </p:tav>
                                        <p:tav tm="100000">
                                          <p:val>
                                            <p:strVal val="#ppt_x"/>
                                          </p:val>
                                        </p:tav>
                                      </p:tavLst>
                                    </p:anim>
                                    <p:anim calcmode="lin" valueType="num">
                                      <p:cBhvr additive="base">
                                        <p:cTn id="16" dur="500" fill="hold"/>
                                        <p:tgtEl>
                                          <p:spTgt spid="12"/>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25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1+#ppt_w/2"/>
                                          </p:val>
                                        </p:tav>
                                        <p:tav tm="100000">
                                          <p:val>
                                            <p:strVal val="#ppt_x"/>
                                          </p:val>
                                        </p:tav>
                                      </p:tavLst>
                                    </p:anim>
                                    <p:anim calcmode="lin" valueType="num">
                                      <p:cBhvr additive="base">
                                        <p:cTn id="20" dur="5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6" grpId="0" animBg="1"/>
    </p:bldLst>
  </p:timing>
  <p:hf hdr="0" ftr="0" dt="0"/>
  <p:extLst>
    <p:ext uri="{DCECCB84-F9BA-43D5-87BE-67443E8EF086}">
      <p15:sldGuideLst xmlns:p15="http://schemas.microsoft.com/office/powerpoint/2012/main">
        <p15:guide id="1" orient="horz" pos="300">
          <p15:clr>
            <a:srgbClr val="FBAE40"/>
          </p15:clr>
        </p15:guide>
        <p15:guide id="2" orient="horz" pos="29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itle" preserve="1">
  <p:cSld name="11_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35966B9-3B15-794F-A1F0-E33544EC3DFC}"/>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b="-2"/>
          <a:stretch/>
        </p:blipFill>
        <p:spPr>
          <a:xfrm flipH="1">
            <a:off x="1" y="635000"/>
            <a:ext cx="12202980" cy="5588000"/>
          </a:xfrm>
          <a:prstGeom prst="rect">
            <a:avLst/>
          </a:prstGeom>
        </p:spPr>
      </p:pic>
      <p:sp>
        <p:nvSpPr>
          <p:cNvPr id="16" name="Rectangle 15">
            <a:extLst>
              <a:ext uri="{FF2B5EF4-FFF2-40B4-BE49-F238E27FC236}">
                <a16:creationId xmlns:a16="http://schemas.microsoft.com/office/drawing/2014/main" id="{49A3C8CD-1C60-174D-BDA9-4C4DBEDB5059}"/>
              </a:ext>
            </a:extLst>
          </p:cNvPr>
          <p:cNvSpPr/>
          <p:nvPr/>
        </p:nvSpPr>
        <p:spPr>
          <a:xfrm>
            <a:off x="0" y="635000"/>
            <a:ext cx="12191999" cy="5588000"/>
          </a:xfrm>
          <a:prstGeom prst="rect">
            <a:avLst/>
          </a:prstGeom>
          <a:solidFill>
            <a:schemeClr val="tx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3" name="Rectangle 12">
            <a:extLst>
              <a:ext uri="{FF2B5EF4-FFF2-40B4-BE49-F238E27FC236}">
                <a16:creationId xmlns:a16="http://schemas.microsoft.com/office/drawing/2014/main" id="{3451C6DD-9A2F-CA46-94AB-F353B6C1164C}"/>
              </a:ext>
            </a:extLst>
          </p:cNvPr>
          <p:cNvSpPr/>
          <p:nvPr/>
        </p:nvSpPr>
        <p:spPr>
          <a:xfrm>
            <a:off x="0" y="635000"/>
            <a:ext cx="7619999" cy="5588000"/>
          </a:xfrm>
          <a:prstGeom prst="rect">
            <a:avLst/>
          </a:prstGeom>
          <a:gradFill>
            <a:gsLst>
              <a:gs pos="45000">
                <a:schemeClr val="tx2">
                  <a:alpha val="94000"/>
                </a:schemeClr>
              </a:gs>
              <a:gs pos="100000">
                <a:schemeClr val="tx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 name="Title 1"/>
          <p:cNvSpPr>
            <a:spLocks noGrp="1"/>
          </p:cNvSpPr>
          <p:nvPr>
            <p:ph type="ctrTitle" hasCustomPrompt="1"/>
          </p:nvPr>
        </p:nvSpPr>
        <p:spPr>
          <a:xfrm>
            <a:off x="1524000" y="1089411"/>
            <a:ext cx="9144000" cy="2387600"/>
          </a:xfrm>
        </p:spPr>
        <p:txBody>
          <a:bodyPr anchor="b">
            <a:normAutofit/>
          </a:bodyPr>
          <a:lstStyle>
            <a:lvl1pPr algn="l">
              <a:defRPr sz="3733">
                <a:solidFill>
                  <a:schemeClr val="bg1"/>
                </a:solidFill>
              </a:defRPr>
            </a:lvl1pPr>
          </a:lstStyle>
          <a:p>
            <a:r>
              <a:rPr lang="en-US"/>
              <a:t>Lorem Ipsum	</a:t>
            </a:r>
          </a:p>
        </p:txBody>
      </p:sp>
      <p:sp>
        <p:nvSpPr>
          <p:cNvPr id="3" name="Subtitle 2"/>
          <p:cNvSpPr>
            <a:spLocks noGrp="1"/>
          </p:cNvSpPr>
          <p:nvPr>
            <p:ph type="subTitle" idx="1" hasCustomPrompt="1"/>
          </p:nvPr>
        </p:nvSpPr>
        <p:spPr>
          <a:xfrm>
            <a:off x="1524000" y="3569085"/>
            <a:ext cx="9144000" cy="1655763"/>
          </a:xfrm>
        </p:spPr>
        <p:txBody>
          <a:bodyPr>
            <a:normAutofit/>
          </a:bodyPr>
          <a:lstStyle>
            <a:lvl1pPr marL="0" indent="0" algn="l">
              <a:buNone/>
              <a:defRPr sz="1867">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Lorem Ipsum</a:t>
            </a:r>
          </a:p>
        </p:txBody>
      </p:sp>
      <p:grpSp>
        <p:nvGrpSpPr>
          <p:cNvPr id="19" name="Group 18">
            <a:extLst>
              <a:ext uri="{FF2B5EF4-FFF2-40B4-BE49-F238E27FC236}">
                <a16:creationId xmlns:a16="http://schemas.microsoft.com/office/drawing/2014/main" id="{0BC5519B-81EF-7140-A6D5-8046833F13DB}"/>
              </a:ext>
            </a:extLst>
          </p:cNvPr>
          <p:cNvGrpSpPr/>
          <p:nvPr/>
        </p:nvGrpSpPr>
        <p:grpSpPr>
          <a:xfrm>
            <a:off x="1056640" y="3088640"/>
            <a:ext cx="265085" cy="3769360"/>
            <a:chOff x="792480" y="2316480"/>
            <a:chExt cx="198814" cy="2827020"/>
          </a:xfrm>
        </p:grpSpPr>
        <p:cxnSp>
          <p:nvCxnSpPr>
            <p:cNvPr id="14" name="Straight Connector 13">
              <a:extLst>
                <a:ext uri="{FF2B5EF4-FFF2-40B4-BE49-F238E27FC236}">
                  <a16:creationId xmlns:a16="http://schemas.microsoft.com/office/drawing/2014/main" id="{7BD62C64-B5B7-F142-8735-F254ADE60D40}"/>
                </a:ext>
              </a:extLst>
            </p:cNvPr>
            <p:cNvCxnSpPr>
              <a:cxnSpLocks/>
            </p:cNvCxnSpPr>
            <p:nvPr userDrawn="1"/>
          </p:nvCxnSpPr>
          <p:spPr>
            <a:xfrm flipV="1">
              <a:off x="891887" y="2517552"/>
              <a:ext cx="0" cy="2625948"/>
            </a:xfrm>
            <a:prstGeom prst="line">
              <a:avLst/>
            </a:prstGeom>
            <a:ln w="9525">
              <a:solidFill>
                <a:schemeClr val="bg1"/>
              </a:solidFill>
            </a:ln>
          </p:spPr>
          <p:style>
            <a:lnRef idx="1">
              <a:schemeClr val="accent6"/>
            </a:lnRef>
            <a:fillRef idx="0">
              <a:schemeClr val="accent6"/>
            </a:fillRef>
            <a:effectRef idx="0">
              <a:schemeClr val="accent6"/>
            </a:effectRef>
            <a:fontRef idx="minor">
              <a:schemeClr val="tx1"/>
            </a:fontRef>
          </p:style>
        </p:cxnSp>
        <p:sp>
          <p:nvSpPr>
            <p:cNvPr id="15" name="Oval 14">
              <a:extLst>
                <a:ext uri="{FF2B5EF4-FFF2-40B4-BE49-F238E27FC236}">
                  <a16:creationId xmlns:a16="http://schemas.microsoft.com/office/drawing/2014/main" id="{B4D7227F-89FD-9A48-9441-534834FBB1AE}"/>
                </a:ext>
              </a:extLst>
            </p:cNvPr>
            <p:cNvSpPr/>
            <p:nvPr userDrawn="1"/>
          </p:nvSpPr>
          <p:spPr>
            <a:xfrm rot="10800000">
              <a:off x="792480" y="2316480"/>
              <a:ext cx="198814" cy="201072"/>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pic>
        <p:nvPicPr>
          <p:cNvPr id="10" name="Picture 9">
            <a:extLst>
              <a:ext uri="{FF2B5EF4-FFF2-40B4-BE49-F238E27FC236}">
                <a16:creationId xmlns:a16="http://schemas.microsoft.com/office/drawing/2014/main" id="{FA7EB968-0F16-F642-B469-F37CE4FFB52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49559" y="232630"/>
            <a:ext cx="1414163" cy="235693"/>
          </a:xfrm>
          <a:prstGeom prst="rect">
            <a:avLst/>
          </a:prstGeom>
        </p:spPr>
      </p:pic>
    </p:spTree>
    <p:extLst>
      <p:ext uri="{BB962C8B-B14F-4D97-AF65-F5344CB8AC3E}">
        <p14:creationId xmlns:p14="http://schemas.microsoft.com/office/powerpoint/2010/main" val="3345342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500"/>
                                  </p:stCondLst>
                                  <p:childTnLst>
                                    <p:set>
                                      <p:cBhvr>
                                        <p:cTn id="6" dur="1" fill="hold">
                                          <p:stCondLst>
                                            <p:cond delay="0"/>
                                          </p:stCondLst>
                                        </p:cTn>
                                        <p:tgtEl>
                                          <p:spTgt spid="19"/>
                                        </p:tgtEl>
                                        <p:attrNameLst>
                                          <p:attrName>style.visibility</p:attrName>
                                        </p:attrNameLst>
                                      </p:cBhvr>
                                      <p:to>
                                        <p:strVal val="visible"/>
                                      </p:to>
                                    </p:set>
                                    <p:animEffect transition="in" filter="wipe(down)">
                                      <p:cBhvr>
                                        <p:cTn id="7"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hdr="0" ftr="0" dt="0"/>
  <p:extLst>
    <p:ext uri="{DCECCB84-F9BA-43D5-87BE-67443E8EF086}">
      <p15:sldGuideLst xmlns:p15="http://schemas.microsoft.com/office/powerpoint/2012/main">
        <p15:guide id="1" orient="horz" pos="300">
          <p15:clr>
            <a:srgbClr val="FBAE40"/>
          </p15:clr>
        </p15:guide>
        <p15:guide id="2" orient="horz" pos="29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5_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A854DAA-3FD7-174A-8FCF-68684EBD6CC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635000"/>
            <a:ext cx="12273643" cy="5588000"/>
          </a:xfrm>
          <a:prstGeom prst="rect">
            <a:avLst/>
          </a:prstGeom>
        </p:spPr>
      </p:pic>
      <p:sp>
        <p:nvSpPr>
          <p:cNvPr id="16" name="Rectangle 15">
            <a:extLst>
              <a:ext uri="{FF2B5EF4-FFF2-40B4-BE49-F238E27FC236}">
                <a16:creationId xmlns:a16="http://schemas.microsoft.com/office/drawing/2014/main" id="{345B56C1-DD8A-2B4A-8DB2-E8493FDFBE23}"/>
              </a:ext>
            </a:extLst>
          </p:cNvPr>
          <p:cNvSpPr/>
          <p:nvPr/>
        </p:nvSpPr>
        <p:spPr>
          <a:xfrm>
            <a:off x="1" y="635000"/>
            <a:ext cx="9684388" cy="5588000"/>
          </a:xfrm>
          <a:prstGeom prst="rect">
            <a:avLst/>
          </a:prstGeom>
          <a:gradFill>
            <a:gsLst>
              <a:gs pos="13000">
                <a:schemeClr val="tx2">
                  <a:alpha val="89000"/>
                </a:schemeClr>
              </a:gs>
              <a:gs pos="100000">
                <a:schemeClr val="tx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7" name="Rectangle 16">
            <a:extLst>
              <a:ext uri="{FF2B5EF4-FFF2-40B4-BE49-F238E27FC236}">
                <a16:creationId xmlns:a16="http://schemas.microsoft.com/office/drawing/2014/main" id="{B6CF1316-3DC7-0C4F-934D-6122DF0DC399}"/>
              </a:ext>
            </a:extLst>
          </p:cNvPr>
          <p:cNvSpPr/>
          <p:nvPr/>
        </p:nvSpPr>
        <p:spPr>
          <a:xfrm>
            <a:off x="11352104" y="635000"/>
            <a:ext cx="839896" cy="5588000"/>
          </a:xfrm>
          <a:prstGeom prst="rect">
            <a:avLst/>
          </a:prstGeom>
          <a:solidFill>
            <a:schemeClr val="tx2">
              <a:lumMod val="75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8" name="Rectangle 17">
            <a:extLst>
              <a:ext uri="{FF2B5EF4-FFF2-40B4-BE49-F238E27FC236}">
                <a16:creationId xmlns:a16="http://schemas.microsoft.com/office/drawing/2014/main" id="{A8004F6C-EFC1-9E42-8589-4BE65BCE23CD}"/>
              </a:ext>
            </a:extLst>
          </p:cNvPr>
          <p:cNvSpPr/>
          <p:nvPr/>
        </p:nvSpPr>
        <p:spPr>
          <a:xfrm>
            <a:off x="9684391" y="635000"/>
            <a:ext cx="839896" cy="5588000"/>
          </a:xfrm>
          <a:prstGeom prst="rect">
            <a:avLst/>
          </a:prstGeom>
          <a:solidFill>
            <a:schemeClr val="tx2">
              <a:lumMod val="60000"/>
              <a:lumOff val="40000"/>
              <a:alpha val="1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 name="Title 1"/>
          <p:cNvSpPr>
            <a:spLocks noGrp="1"/>
          </p:cNvSpPr>
          <p:nvPr>
            <p:ph type="ctrTitle" hasCustomPrompt="1"/>
          </p:nvPr>
        </p:nvSpPr>
        <p:spPr>
          <a:xfrm>
            <a:off x="1524000" y="1089411"/>
            <a:ext cx="9144000" cy="2387600"/>
          </a:xfrm>
        </p:spPr>
        <p:txBody>
          <a:bodyPr anchor="b">
            <a:normAutofit/>
          </a:bodyPr>
          <a:lstStyle>
            <a:lvl1pPr algn="l">
              <a:defRPr sz="3733">
                <a:solidFill>
                  <a:schemeClr val="bg1"/>
                </a:solidFill>
              </a:defRPr>
            </a:lvl1pPr>
          </a:lstStyle>
          <a:p>
            <a:r>
              <a:rPr lang="en-US"/>
              <a:t>Lorem Ipsum	</a:t>
            </a:r>
          </a:p>
        </p:txBody>
      </p:sp>
      <p:sp>
        <p:nvSpPr>
          <p:cNvPr id="3" name="Subtitle 2"/>
          <p:cNvSpPr>
            <a:spLocks noGrp="1"/>
          </p:cNvSpPr>
          <p:nvPr>
            <p:ph type="subTitle" idx="1" hasCustomPrompt="1"/>
          </p:nvPr>
        </p:nvSpPr>
        <p:spPr>
          <a:xfrm>
            <a:off x="1524000" y="3569085"/>
            <a:ext cx="9144000" cy="1655763"/>
          </a:xfrm>
        </p:spPr>
        <p:txBody>
          <a:bodyPr>
            <a:normAutofit/>
          </a:bodyPr>
          <a:lstStyle>
            <a:lvl1pPr marL="0" indent="0" algn="l">
              <a:buNone/>
              <a:defRPr sz="1867">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Lorem Ipsum</a:t>
            </a:r>
          </a:p>
        </p:txBody>
      </p:sp>
      <p:pic>
        <p:nvPicPr>
          <p:cNvPr id="10" name="Picture 9">
            <a:extLst>
              <a:ext uri="{FF2B5EF4-FFF2-40B4-BE49-F238E27FC236}">
                <a16:creationId xmlns:a16="http://schemas.microsoft.com/office/drawing/2014/main" id="{FA7EB968-0F16-F642-B469-F37CE4FFB52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49559" y="232630"/>
            <a:ext cx="1414163" cy="235693"/>
          </a:xfrm>
          <a:prstGeom prst="rect">
            <a:avLst/>
          </a:prstGeom>
        </p:spPr>
      </p:pic>
      <p:grpSp>
        <p:nvGrpSpPr>
          <p:cNvPr id="26" name="Group 25">
            <a:extLst>
              <a:ext uri="{FF2B5EF4-FFF2-40B4-BE49-F238E27FC236}">
                <a16:creationId xmlns:a16="http://schemas.microsoft.com/office/drawing/2014/main" id="{CAFD1ACB-837E-0742-9365-494EF936E5DD}"/>
              </a:ext>
            </a:extLst>
          </p:cNvPr>
          <p:cNvGrpSpPr/>
          <p:nvPr/>
        </p:nvGrpSpPr>
        <p:grpSpPr>
          <a:xfrm>
            <a:off x="1056640" y="3088640"/>
            <a:ext cx="265085" cy="3769360"/>
            <a:chOff x="792480" y="2316480"/>
            <a:chExt cx="198814" cy="2827020"/>
          </a:xfrm>
        </p:grpSpPr>
        <p:cxnSp>
          <p:nvCxnSpPr>
            <p:cNvPr id="27" name="Straight Connector 26">
              <a:extLst>
                <a:ext uri="{FF2B5EF4-FFF2-40B4-BE49-F238E27FC236}">
                  <a16:creationId xmlns:a16="http://schemas.microsoft.com/office/drawing/2014/main" id="{B606BED8-B5B2-6C48-97B6-8CB2F2A398F2}"/>
                </a:ext>
              </a:extLst>
            </p:cNvPr>
            <p:cNvCxnSpPr>
              <a:cxnSpLocks/>
            </p:cNvCxnSpPr>
            <p:nvPr userDrawn="1"/>
          </p:nvCxnSpPr>
          <p:spPr>
            <a:xfrm flipV="1">
              <a:off x="891887" y="2517552"/>
              <a:ext cx="0" cy="2625948"/>
            </a:xfrm>
            <a:prstGeom prst="line">
              <a:avLst/>
            </a:prstGeom>
            <a:ln w="9525">
              <a:solidFill>
                <a:schemeClr val="bg1"/>
              </a:solidFill>
            </a:ln>
          </p:spPr>
          <p:style>
            <a:lnRef idx="1">
              <a:schemeClr val="accent6"/>
            </a:lnRef>
            <a:fillRef idx="0">
              <a:schemeClr val="accent6"/>
            </a:fillRef>
            <a:effectRef idx="0">
              <a:schemeClr val="accent6"/>
            </a:effectRef>
            <a:fontRef idx="minor">
              <a:schemeClr val="tx1"/>
            </a:fontRef>
          </p:style>
        </p:cxnSp>
        <p:sp>
          <p:nvSpPr>
            <p:cNvPr id="28" name="Oval 27">
              <a:extLst>
                <a:ext uri="{FF2B5EF4-FFF2-40B4-BE49-F238E27FC236}">
                  <a16:creationId xmlns:a16="http://schemas.microsoft.com/office/drawing/2014/main" id="{AA0EB49D-3EB0-8E43-8372-2676631D098D}"/>
                </a:ext>
              </a:extLst>
            </p:cNvPr>
            <p:cNvSpPr/>
            <p:nvPr userDrawn="1"/>
          </p:nvSpPr>
          <p:spPr>
            <a:xfrm rot="10800000">
              <a:off x="792480" y="2316480"/>
              <a:ext cx="198814" cy="201072"/>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Tree>
    <p:extLst>
      <p:ext uri="{BB962C8B-B14F-4D97-AF65-F5344CB8AC3E}">
        <p14:creationId xmlns:p14="http://schemas.microsoft.com/office/powerpoint/2010/main" val="33166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1+#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25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1+#ppt_w/2"/>
                                          </p:val>
                                        </p:tav>
                                        <p:tav tm="100000">
                                          <p:val>
                                            <p:strVal val="#ppt_x"/>
                                          </p:val>
                                        </p:tav>
                                      </p:tavLst>
                                    </p:anim>
                                    <p:anim calcmode="lin" valueType="num">
                                      <p:cBhvr additive="base">
                                        <p:cTn id="12" dur="500" fill="hold"/>
                                        <p:tgtEl>
                                          <p:spTgt spid="17"/>
                                        </p:tgtEl>
                                        <p:attrNameLst>
                                          <p:attrName>ppt_y</p:attrName>
                                        </p:attrNameLst>
                                      </p:cBhvr>
                                      <p:tavLst>
                                        <p:tav tm="0">
                                          <p:val>
                                            <p:strVal val="#ppt_y"/>
                                          </p:val>
                                        </p:tav>
                                        <p:tav tm="100000">
                                          <p:val>
                                            <p:strVal val="#ppt_y"/>
                                          </p:val>
                                        </p:tav>
                                      </p:tavLst>
                                    </p:anim>
                                  </p:childTnLst>
                                </p:cTn>
                              </p:par>
                            </p:childTnLst>
                          </p:cTn>
                        </p:par>
                        <p:par>
                          <p:cTn id="13" fill="hold">
                            <p:stCondLst>
                              <p:cond delay="750"/>
                            </p:stCondLst>
                            <p:childTnLst>
                              <p:par>
                                <p:cTn id="14" presetID="22" presetClass="entr" presetSubtype="4" fill="hold" nodeType="afterEffect">
                                  <p:stCondLst>
                                    <p:cond delay="500"/>
                                  </p:stCondLst>
                                  <p:childTnLst>
                                    <p:set>
                                      <p:cBhvr>
                                        <p:cTn id="15" dur="1" fill="hold">
                                          <p:stCondLst>
                                            <p:cond delay="0"/>
                                          </p:stCondLst>
                                        </p:cTn>
                                        <p:tgtEl>
                                          <p:spTgt spid="26"/>
                                        </p:tgtEl>
                                        <p:attrNameLst>
                                          <p:attrName>style.visibility</p:attrName>
                                        </p:attrNameLst>
                                      </p:cBhvr>
                                      <p:to>
                                        <p:strVal val="visible"/>
                                      </p:to>
                                    </p:set>
                                    <p:animEffect transition="in" filter="wipe(down)">
                                      <p:cBhvr>
                                        <p:cTn id="16" dur="1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Lst>
  </p:timing>
  <p:hf hdr="0" ftr="0" dt="0"/>
  <p:extLst>
    <p:ext uri="{DCECCB84-F9BA-43D5-87BE-67443E8EF086}">
      <p15:sldGuideLst xmlns:p15="http://schemas.microsoft.com/office/powerpoint/2012/main">
        <p15:guide id="1" orient="horz" pos="300">
          <p15:clr>
            <a:srgbClr val="FBAE40"/>
          </p15:clr>
        </p15:guide>
        <p15:guide id="2" orient="horz" pos="29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9_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A854DAA-3FD7-174A-8FCF-68684EBD6CCF}"/>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 y="635001"/>
            <a:ext cx="12191993" cy="5588000"/>
          </a:xfrm>
          <a:prstGeom prst="rect">
            <a:avLst/>
          </a:prstGeom>
        </p:spPr>
      </p:pic>
      <p:sp>
        <p:nvSpPr>
          <p:cNvPr id="16" name="Rectangle 15">
            <a:extLst>
              <a:ext uri="{FF2B5EF4-FFF2-40B4-BE49-F238E27FC236}">
                <a16:creationId xmlns:a16="http://schemas.microsoft.com/office/drawing/2014/main" id="{345B56C1-DD8A-2B4A-8DB2-E8493FDFBE23}"/>
              </a:ext>
            </a:extLst>
          </p:cNvPr>
          <p:cNvSpPr/>
          <p:nvPr/>
        </p:nvSpPr>
        <p:spPr>
          <a:xfrm>
            <a:off x="1" y="635000"/>
            <a:ext cx="9684388" cy="5588000"/>
          </a:xfrm>
          <a:prstGeom prst="rect">
            <a:avLst/>
          </a:prstGeom>
          <a:gradFill>
            <a:gsLst>
              <a:gs pos="13000">
                <a:schemeClr val="tx2">
                  <a:alpha val="89000"/>
                </a:schemeClr>
              </a:gs>
              <a:gs pos="100000">
                <a:schemeClr val="tx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7" name="Rectangle 16">
            <a:extLst>
              <a:ext uri="{FF2B5EF4-FFF2-40B4-BE49-F238E27FC236}">
                <a16:creationId xmlns:a16="http://schemas.microsoft.com/office/drawing/2014/main" id="{B6CF1316-3DC7-0C4F-934D-6122DF0DC399}"/>
              </a:ext>
            </a:extLst>
          </p:cNvPr>
          <p:cNvSpPr/>
          <p:nvPr/>
        </p:nvSpPr>
        <p:spPr>
          <a:xfrm>
            <a:off x="11352104" y="635000"/>
            <a:ext cx="839896" cy="5588000"/>
          </a:xfrm>
          <a:prstGeom prst="rect">
            <a:avLst/>
          </a:prstGeom>
          <a:solidFill>
            <a:schemeClr val="tx2">
              <a:lumMod val="75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8" name="Rectangle 17">
            <a:extLst>
              <a:ext uri="{FF2B5EF4-FFF2-40B4-BE49-F238E27FC236}">
                <a16:creationId xmlns:a16="http://schemas.microsoft.com/office/drawing/2014/main" id="{A8004F6C-EFC1-9E42-8589-4BE65BCE23CD}"/>
              </a:ext>
            </a:extLst>
          </p:cNvPr>
          <p:cNvSpPr/>
          <p:nvPr/>
        </p:nvSpPr>
        <p:spPr>
          <a:xfrm>
            <a:off x="9684391" y="635000"/>
            <a:ext cx="839896" cy="5588000"/>
          </a:xfrm>
          <a:prstGeom prst="rect">
            <a:avLst/>
          </a:prstGeom>
          <a:solidFill>
            <a:schemeClr val="tx2">
              <a:lumMod val="60000"/>
              <a:lumOff val="40000"/>
              <a:alpha val="1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 name="Title 1"/>
          <p:cNvSpPr>
            <a:spLocks noGrp="1"/>
          </p:cNvSpPr>
          <p:nvPr>
            <p:ph type="ctrTitle" hasCustomPrompt="1"/>
          </p:nvPr>
        </p:nvSpPr>
        <p:spPr>
          <a:xfrm>
            <a:off x="1524000" y="1089411"/>
            <a:ext cx="9144000" cy="2387600"/>
          </a:xfrm>
        </p:spPr>
        <p:txBody>
          <a:bodyPr anchor="b">
            <a:normAutofit/>
          </a:bodyPr>
          <a:lstStyle>
            <a:lvl1pPr algn="l">
              <a:defRPr sz="3733">
                <a:solidFill>
                  <a:schemeClr val="bg1"/>
                </a:solidFill>
              </a:defRPr>
            </a:lvl1pPr>
          </a:lstStyle>
          <a:p>
            <a:r>
              <a:rPr lang="en-US"/>
              <a:t>Lorem Ipsum	</a:t>
            </a:r>
          </a:p>
        </p:txBody>
      </p:sp>
      <p:sp>
        <p:nvSpPr>
          <p:cNvPr id="3" name="Subtitle 2"/>
          <p:cNvSpPr>
            <a:spLocks noGrp="1"/>
          </p:cNvSpPr>
          <p:nvPr>
            <p:ph type="subTitle" idx="1" hasCustomPrompt="1"/>
          </p:nvPr>
        </p:nvSpPr>
        <p:spPr>
          <a:xfrm>
            <a:off x="1524000" y="3569085"/>
            <a:ext cx="9144000" cy="1655763"/>
          </a:xfrm>
        </p:spPr>
        <p:txBody>
          <a:bodyPr>
            <a:normAutofit/>
          </a:bodyPr>
          <a:lstStyle>
            <a:lvl1pPr marL="0" indent="0" algn="l">
              <a:buNone/>
              <a:defRPr sz="1867">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Lorem Ipsum</a:t>
            </a:r>
          </a:p>
        </p:txBody>
      </p:sp>
      <p:pic>
        <p:nvPicPr>
          <p:cNvPr id="10" name="Picture 9">
            <a:extLst>
              <a:ext uri="{FF2B5EF4-FFF2-40B4-BE49-F238E27FC236}">
                <a16:creationId xmlns:a16="http://schemas.microsoft.com/office/drawing/2014/main" id="{FA7EB968-0F16-F642-B469-F37CE4FFB52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49559" y="232630"/>
            <a:ext cx="1414163" cy="235693"/>
          </a:xfrm>
          <a:prstGeom prst="rect">
            <a:avLst/>
          </a:prstGeom>
        </p:spPr>
      </p:pic>
      <p:grpSp>
        <p:nvGrpSpPr>
          <p:cNvPr id="26" name="Group 25">
            <a:extLst>
              <a:ext uri="{FF2B5EF4-FFF2-40B4-BE49-F238E27FC236}">
                <a16:creationId xmlns:a16="http://schemas.microsoft.com/office/drawing/2014/main" id="{CAFD1ACB-837E-0742-9365-494EF936E5DD}"/>
              </a:ext>
            </a:extLst>
          </p:cNvPr>
          <p:cNvGrpSpPr/>
          <p:nvPr/>
        </p:nvGrpSpPr>
        <p:grpSpPr>
          <a:xfrm>
            <a:off x="1056640" y="3088640"/>
            <a:ext cx="265085" cy="3769360"/>
            <a:chOff x="792480" y="2316480"/>
            <a:chExt cx="198814" cy="2827020"/>
          </a:xfrm>
        </p:grpSpPr>
        <p:cxnSp>
          <p:nvCxnSpPr>
            <p:cNvPr id="27" name="Straight Connector 26">
              <a:extLst>
                <a:ext uri="{FF2B5EF4-FFF2-40B4-BE49-F238E27FC236}">
                  <a16:creationId xmlns:a16="http://schemas.microsoft.com/office/drawing/2014/main" id="{B606BED8-B5B2-6C48-97B6-8CB2F2A398F2}"/>
                </a:ext>
              </a:extLst>
            </p:cNvPr>
            <p:cNvCxnSpPr>
              <a:cxnSpLocks/>
            </p:cNvCxnSpPr>
            <p:nvPr userDrawn="1"/>
          </p:nvCxnSpPr>
          <p:spPr>
            <a:xfrm flipV="1">
              <a:off x="891887" y="2517552"/>
              <a:ext cx="0" cy="2625948"/>
            </a:xfrm>
            <a:prstGeom prst="line">
              <a:avLst/>
            </a:prstGeom>
            <a:ln w="9525">
              <a:solidFill>
                <a:schemeClr val="bg1"/>
              </a:solidFill>
            </a:ln>
          </p:spPr>
          <p:style>
            <a:lnRef idx="1">
              <a:schemeClr val="accent6"/>
            </a:lnRef>
            <a:fillRef idx="0">
              <a:schemeClr val="accent6"/>
            </a:fillRef>
            <a:effectRef idx="0">
              <a:schemeClr val="accent6"/>
            </a:effectRef>
            <a:fontRef idx="minor">
              <a:schemeClr val="tx1"/>
            </a:fontRef>
          </p:style>
        </p:cxnSp>
        <p:sp>
          <p:nvSpPr>
            <p:cNvPr id="28" name="Oval 27">
              <a:extLst>
                <a:ext uri="{FF2B5EF4-FFF2-40B4-BE49-F238E27FC236}">
                  <a16:creationId xmlns:a16="http://schemas.microsoft.com/office/drawing/2014/main" id="{AA0EB49D-3EB0-8E43-8372-2676631D098D}"/>
                </a:ext>
              </a:extLst>
            </p:cNvPr>
            <p:cNvSpPr/>
            <p:nvPr userDrawn="1"/>
          </p:nvSpPr>
          <p:spPr>
            <a:xfrm rot="10800000">
              <a:off x="792480" y="2316480"/>
              <a:ext cx="198814" cy="201072"/>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Tree>
    <p:extLst>
      <p:ext uri="{BB962C8B-B14F-4D97-AF65-F5344CB8AC3E}">
        <p14:creationId xmlns:p14="http://schemas.microsoft.com/office/powerpoint/2010/main" val="1963166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1+#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25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1+#ppt_w/2"/>
                                          </p:val>
                                        </p:tav>
                                        <p:tav tm="100000">
                                          <p:val>
                                            <p:strVal val="#ppt_x"/>
                                          </p:val>
                                        </p:tav>
                                      </p:tavLst>
                                    </p:anim>
                                    <p:anim calcmode="lin" valueType="num">
                                      <p:cBhvr additive="base">
                                        <p:cTn id="12" dur="500" fill="hold"/>
                                        <p:tgtEl>
                                          <p:spTgt spid="17"/>
                                        </p:tgtEl>
                                        <p:attrNameLst>
                                          <p:attrName>ppt_y</p:attrName>
                                        </p:attrNameLst>
                                      </p:cBhvr>
                                      <p:tavLst>
                                        <p:tav tm="0">
                                          <p:val>
                                            <p:strVal val="#ppt_y"/>
                                          </p:val>
                                        </p:tav>
                                        <p:tav tm="100000">
                                          <p:val>
                                            <p:strVal val="#ppt_y"/>
                                          </p:val>
                                        </p:tav>
                                      </p:tavLst>
                                    </p:anim>
                                  </p:childTnLst>
                                </p:cTn>
                              </p:par>
                            </p:childTnLst>
                          </p:cTn>
                        </p:par>
                        <p:par>
                          <p:cTn id="13" fill="hold">
                            <p:stCondLst>
                              <p:cond delay="750"/>
                            </p:stCondLst>
                            <p:childTnLst>
                              <p:par>
                                <p:cTn id="14" presetID="22" presetClass="entr" presetSubtype="4" fill="hold" nodeType="afterEffect">
                                  <p:stCondLst>
                                    <p:cond delay="500"/>
                                  </p:stCondLst>
                                  <p:childTnLst>
                                    <p:set>
                                      <p:cBhvr>
                                        <p:cTn id="15" dur="1" fill="hold">
                                          <p:stCondLst>
                                            <p:cond delay="0"/>
                                          </p:stCondLst>
                                        </p:cTn>
                                        <p:tgtEl>
                                          <p:spTgt spid="26"/>
                                        </p:tgtEl>
                                        <p:attrNameLst>
                                          <p:attrName>style.visibility</p:attrName>
                                        </p:attrNameLst>
                                      </p:cBhvr>
                                      <p:to>
                                        <p:strVal val="visible"/>
                                      </p:to>
                                    </p:set>
                                    <p:animEffect transition="in" filter="wipe(down)">
                                      <p:cBhvr>
                                        <p:cTn id="16" dur="1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Lst>
  </p:timing>
  <p:hf hdr="0" ftr="0" dt="0"/>
  <p:extLst>
    <p:ext uri="{DCECCB84-F9BA-43D5-87BE-67443E8EF086}">
      <p15:sldGuideLst xmlns:p15="http://schemas.microsoft.com/office/powerpoint/2012/main">
        <p15:guide id="1" orient="horz" pos="300">
          <p15:clr>
            <a:srgbClr val="FBAE40"/>
          </p15:clr>
        </p15:guide>
        <p15:guide id="2" orient="horz" pos="29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reserve="1">
  <p:cSld name="10_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A854DAA-3FD7-174A-8FCF-68684EBD6CCF}"/>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2" y="635001"/>
            <a:ext cx="12192003" cy="5588000"/>
          </a:xfrm>
          <a:prstGeom prst="rect">
            <a:avLst/>
          </a:prstGeom>
        </p:spPr>
      </p:pic>
      <p:sp>
        <p:nvSpPr>
          <p:cNvPr id="16" name="Rectangle 15">
            <a:extLst>
              <a:ext uri="{FF2B5EF4-FFF2-40B4-BE49-F238E27FC236}">
                <a16:creationId xmlns:a16="http://schemas.microsoft.com/office/drawing/2014/main" id="{345B56C1-DD8A-2B4A-8DB2-E8493FDFBE23}"/>
              </a:ext>
            </a:extLst>
          </p:cNvPr>
          <p:cNvSpPr/>
          <p:nvPr/>
        </p:nvSpPr>
        <p:spPr>
          <a:xfrm>
            <a:off x="1" y="634999"/>
            <a:ext cx="9684388" cy="5588000"/>
          </a:xfrm>
          <a:prstGeom prst="rect">
            <a:avLst/>
          </a:prstGeom>
          <a:gradFill>
            <a:gsLst>
              <a:gs pos="13000">
                <a:schemeClr val="tx2">
                  <a:alpha val="89000"/>
                </a:schemeClr>
              </a:gs>
              <a:gs pos="100000">
                <a:schemeClr val="tx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7" name="Rectangle 16">
            <a:extLst>
              <a:ext uri="{FF2B5EF4-FFF2-40B4-BE49-F238E27FC236}">
                <a16:creationId xmlns:a16="http://schemas.microsoft.com/office/drawing/2014/main" id="{B6CF1316-3DC7-0C4F-934D-6122DF0DC399}"/>
              </a:ext>
            </a:extLst>
          </p:cNvPr>
          <p:cNvSpPr/>
          <p:nvPr/>
        </p:nvSpPr>
        <p:spPr>
          <a:xfrm>
            <a:off x="11352104" y="635000"/>
            <a:ext cx="839896" cy="5588000"/>
          </a:xfrm>
          <a:prstGeom prst="rect">
            <a:avLst/>
          </a:prstGeom>
          <a:solidFill>
            <a:schemeClr val="tx2">
              <a:lumMod val="75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8" name="Rectangle 17">
            <a:extLst>
              <a:ext uri="{FF2B5EF4-FFF2-40B4-BE49-F238E27FC236}">
                <a16:creationId xmlns:a16="http://schemas.microsoft.com/office/drawing/2014/main" id="{A8004F6C-EFC1-9E42-8589-4BE65BCE23CD}"/>
              </a:ext>
            </a:extLst>
          </p:cNvPr>
          <p:cNvSpPr/>
          <p:nvPr/>
        </p:nvSpPr>
        <p:spPr>
          <a:xfrm>
            <a:off x="9684391" y="635000"/>
            <a:ext cx="839896" cy="5588000"/>
          </a:xfrm>
          <a:prstGeom prst="rect">
            <a:avLst/>
          </a:prstGeom>
          <a:solidFill>
            <a:schemeClr val="tx2">
              <a:lumMod val="60000"/>
              <a:lumOff val="40000"/>
              <a:alpha val="1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 name="Title 1"/>
          <p:cNvSpPr>
            <a:spLocks noGrp="1"/>
          </p:cNvSpPr>
          <p:nvPr>
            <p:ph type="ctrTitle" hasCustomPrompt="1"/>
          </p:nvPr>
        </p:nvSpPr>
        <p:spPr>
          <a:xfrm>
            <a:off x="1524000" y="1089411"/>
            <a:ext cx="9144000" cy="2387600"/>
          </a:xfrm>
        </p:spPr>
        <p:txBody>
          <a:bodyPr anchor="b">
            <a:normAutofit/>
          </a:bodyPr>
          <a:lstStyle>
            <a:lvl1pPr algn="l">
              <a:defRPr sz="3733">
                <a:solidFill>
                  <a:schemeClr val="bg1"/>
                </a:solidFill>
              </a:defRPr>
            </a:lvl1pPr>
          </a:lstStyle>
          <a:p>
            <a:r>
              <a:rPr lang="en-US"/>
              <a:t>Lorem Ipsum	</a:t>
            </a:r>
          </a:p>
        </p:txBody>
      </p:sp>
      <p:sp>
        <p:nvSpPr>
          <p:cNvPr id="3" name="Subtitle 2"/>
          <p:cNvSpPr>
            <a:spLocks noGrp="1"/>
          </p:cNvSpPr>
          <p:nvPr>
            <p:ph type="subTitle" idx="1" hasCustomPrompt="1"/>
          </p:nvPr>
        </p:nvSpPr>
        <p:spPr>
          <a:xfrm>
            <a:off x="1524000" y="3569085"/>
            <a:ext cx="9144000" cy="1655763"/>
          </a:xfrm>
        </p:spPr>
        <p:txBody>
          <a:bodyPr>
            <a:normAutofit/>
          </a:bodyPr>
          <a:lstStyle>
            <a:lvl1pPr marL="0" indent="0" algn="l">
              <a:buNone/>
              <a:defRPr sz="1867">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Lorem Ipsum</a:t>
            </a:r>
          </a:p>
        </p:txBody>
      </p:sp>
      <p:pic>
        <p:nvPicPr>
          <p:cNvPr id="10" name="Picture 9">
            <a:extLst>
              <a:ext uri="{FF2B5EF4-FFF2-40B4-BE49-F238E27FC236}">
                <a16:creationId xmlns:a16="http://schemas.microsoft.com/office/drawing/2014/main" id="{FA7EB968-0F16-F642-B469-F37CE4FFB52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49559" y="232630"/>
            <a:ext cx="1414163" cy="235693"/>
          </a:xfrm>
          <a:prstGeom prst="rect">
            <a:avLst/>
          </a:prstGeom>
        </p:spPr>
      </p:pic>
      <p:grpSp>
        <p:nvGrpSpPr>
          <p:cNvPr id="26" name="Group 25">
            <a:extLst>
              <a:ext uri="{FF2B5EF4-FFF2-40B4-BE49-F238E27FC236}">
                <a16:creationId xmlns:a16="http://schemas.microsoft.com/office/drawing/2014/main" id="{CAFD1ACB-837E-0742-9365-494EF936E5DD}"/>
              </a:ext>
            </a:extLst>
          </p:cNvPr>
          <p:cNvGrpSpPr/>
          <p:nvPr/>
        </p:nvGrpSpPr>
        <p:grpSpPr>
          <a:xfrm>
            <a:off x="1056640" y="3088640"/>
            <a:ext cx="265085" cy="3769360"/>
            <a:chOff x="792480" y="2316480"/>
            <a:chExt cx="198814" cy="2827020"/>
          </a:xfrm>
        </p:grpSpPr>
        <p:cxnSp>
          <p:nvCxnSpPr>
            <p:cNvPr id="27" name="Straight Connector 26">
              <a:extLst>
                <a:ext uri="{FF2B5EF4-FFF2-40B4-BE49-F238E27FC236}">
                  <a16:creationId xmlns:a16="http://schemas.microsoft.com/office/drawing/2014/main" id="{B606BED8-B5B2-6C48-97B6-8CB2F2A398F2}"/>
                </a:ext>
              </a:extLst>
            </p:cNvPr>
            <p:cNvCxnSpPr>
              <a:cxnSpLocks/>
            </p:cNvCxnSpPr>
            <p:nvPr userDrawn="1"/>
          </p:nvCxnSpPr>
          <p:spPr>
            <a:xfrm flipV="1">
              <a:off x="891887" y="2517552"/>
              <a:ext cx="0" cy="2625948"/>
            </a:xfrm>
            <a:prstGeom prst="line">
              <a:avLst/>
            </a:prstGeom>
            <a:ln w="9525">
              <a:solidFill>
                <a:schemeClr val="bg1"/>
              </a:solidFill>
            </a:ln>
          </p:spPr>
          <p:style>
            <a:lnRef idx="1">
              <a:schemeClr val="accent6"/>
            </a:lnRef>
            <a:fillRef idx="0">
              <a:schemeClr val="accent6"/>
            </a:fillRef>
            <a:effectRef idx="0">
              <a:schemeClr val="accent6"/>
            </a:effectRef>
            <a:fontRef idx="minor">
              <a:schemeClr val="tx1"/>
            </a:fontRef>
          </p:style>
        </p:cxnSp>
        <p:sp>
          <p:nvSpPr>
            <p:cNvPr id="28" name="Oval 27">
              <a:extLst>
                <a:ext uri="{FF2B5EF4-FFF2-40B4-BE49-F238E27FC236}">
                  <a16:creationId xmlns:a16="http://schemas.microsoft.com/office/drawing/2014/main" id="{AA0EB49D-3EB0-8E43-8372-2676631D098D}"/>
                </a:ext>
              </a:extLst>
            </p:cNvPr>
            <p:cNvSpPr/>
            <p:nvPr userDrawn="1"/>
          </p:nvSpPr>
          <p:spPr>
            <a:xfrm rot="10800000">
              <a:off x="792480" y="2316480"/>
              <a:ext cx="198814" cy="201072"/>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Tree>
    <p:extLst>
      <p:ext uri="{BB962C8B-B14F-4D97-AF65-F5344CB8AC3E}">
        <p14:creationId xmlns:p14="http://schemas.microsoft.com/office/powerpoint/2010/main" val="4033221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1+#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25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1+#ppt_w/2"/>
                                          </p:val>
                                        </p:tav>
                                        <p:tav tm="100000">
                                          <p:val>
                                            <p:strVal val="#ppt_x"/>
                                          </p:val>
                                        </p:tav>
                                      </p:tavLst>
                                    </p:anim>
                                    <p:anim calcmode="lin" valueType="num">
                                      <p:cBhvr additive="base">
                                        <p:cTn id="12" dur="500" fill="hold"/>
                                        <p:tgtEl>
                                          <p:spTgt spid="17"/>
                                        </p:tgtEl>
                                        <p:attrNameLst>
                                          <p:attrName>ppt_y</p:attrName>
                                        </p:attrNameLst>
                                      </p:cBhvr>
                                      <p:tavLst>
                                        <p:tav tm="0">
                                          <p:val>
                                            <p:strVal val="#ppt_y"/>
                                          </p:val>
                                        </p:tav>
                                        <p:tav tm="100000">
                                          <p:val>
                                            <p:strVal val="#ppt_y"/>
                                          </p:val>
                                        </p:tav>
                                      </p:tavLst>
                                    </p:anim>
                                  </p:childTnLst>
                                </p:cTn>
                              </p:par>
                            </p:childTnLst>
                          </p:cTn>
                        </p:par>
                        <p:par>
                          <p:cTn id="13" fill="hold">
                            <p:stCondLst>
                              <p:cond delay="750"/>
                            </p:stCondLst>
                            <p:childTnLst>
                              <p:par>
                                <p:cTn id="14" presetID="22" presetClass="entr" presetSubtype="4" fill="hold" nodeType="afterEffect">
                                  <p:stCondLst>
                                    <p:cond delay="500"/>
                                  </p:stCondLst>
                                  <p:childTnLst>
                                    <p:set>
                                      <p:cBhvr>
                                        <p:cTn id="15" dur="1" fill="hold">
                                          <p:stCondLst>
                                            <p:cond delay="0"/>
                                          </p:stCondLst>
                                        </p:cTn>
                                        <p:tgtEl>
                                          <p:spTgt spid="26"/>
                                        </p:tgtEl>
                                        <p:attrNameLst>
                                          <p:attrName>style.visibility</p:attrName>
                                        </p:attrNameLst>
                                      </p:cBhvr>
                                      <p:to>
                                        <p:strVal val="visible"/>
                                      </p:to>
                                    </p:set>
                                    <p:animEffect transition="in" filter="wipe(down)">
                                      <p:cBhvr>
                                        <p:cTn id="16" dur="1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Lst>
  </p:timing>
  <p:hf hdr="0" ftr="0" dt="0"/>
  <p:extLst>
    <p:ext uri="{DCECCB84-F9BA-43D5-87BE-67443E8EF086}">
      <p15:sldGuideLst xmlns:p15="http://schemas.microsoft.com/office/powerpoint/2012/main">
        <p15:guide id="1" orient="horz" pos="300">
          <p15:clr>
            <a:srgbClr val="FBAE40"/>
          </p15:clr>
        </p15:guide>
        <p15:guide id="2" orient="horz" pos="29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3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2F30664-A0BE-D143-AE17-80CC68A42110}"/>
              </a:ext>
            </a:extLst>
          </p:cNvPr>
          <p:cNvSpPr/>
          <p:nvPr/>
        </p:nvSpPr>
        <p:spPr>
          <a:xfrm>
            <a:off x="502024" y="1"/>
            <a:ext cx="327709" cy="15880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5" name="Picture 4">
            <a:extLst>
              <a:ext uri="{FF2B5EF4-FFF2-40B4-BE49-F238E27FC236}">
                <a16:creationId xmlns:a16="http://schemas.microsoft.com/office/drawing/2014/main" id="{B899AA7E-28AD-E94A-AD44-7DC04706A6EB}"/>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 y="635000"/>
            <a:ext cx="12192001" cy="5588000"/>
          </a:xfrm>
          <a:prstGeom prst="rect">
            <a:avLst/>
          </a:prstGeom>
        </p:spPr>
      </p:pic>
      <p:sp>
        <p:nvSpPr>
          <p:cNvPr id="2" name="Title 1"/>
          <p:cNvSpPr>
            <a:spLocks noGrp="1"/>
          </p:cNvSpPr>
          <p:nvPr>
            <p:ph type="ctrTitle" hasCustomPrompt="1"/>
          </p:nvPr>
        </p:nvSpPr>
        <p:spPr>
          <a:xfrm>
            <a:off x="1524000" y="1089411"/>
            <a:ext cx="9144000" cy="2387600"/>
          </a:xfrm>
        </p:spPr>
        <p:txBody>
          <a:bodyPr anchor="b">
            <a:normAutofit/>
          </a:bodyPr>
          <a:lstStyle>
            <a:lvl1pPr algn="l">
              <a:defRPr sz="3733">
                <a:solidFill>
                  <a:schemeClr val="bg1"/>
                </a:solidFill>
              </a:defRPr>
            </a:lvl1pPr>
          </a:lstStyle>
          <a:p>
            <a:r>
              <a:rPr lang="en-US"/>
              <a:t>Lorem Ipsum</a:t>
            </a:r>
          </a:p>
        </p:txBody>
      </p:sp>
      <p:sp>
        <p:nvSpPr>
          <p:cNvPr id="3" name="Subtitle 2"/>
          <p:cNvSpPr>
            <a:spLocks noGrp="1"/>
          </p:cNvSpPr>
          <p:nvPr>
            <p:ph type="subTitle" idx="1" hasCustomPrompt="1"/>
          </p:nvPr>
        </p:nvSpPr>
        <p:spPr>
          <a:xfrm>
            <a:off x="1524000" y="3569085"/>
            <a:ext cx="9144000" cy="1655763"/>
          </a:xfrm>
        </p:spPr>
        <p:txBody>
          <a:bodyPr>
            <a:normAutofit/>
          </a:bodyPr>
          <a:lstStyle>
            <a:lvl1pPr marL="0" indent="0" algn="l">
              <a:buNone/>
              <a:defRPr sz="1867">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Lorem Ipsum</a:t>
            </a:r>
          </a:p>
        </p:txBody>
      </p:sp>
      <p:grpSp>
        <p:nvGrpSpPr>
          <p:cNvPr id="19" name="Group 18">
            <a:extLst>
              <a:ext uri="{FF2B5EF4-FFF2-40B4-BE49-F238E27FC236}">
                <a16:creationId xmlns:a16="http://schemas.microsoft.com/office/drawing/2014/main" id="{0BC5519B-81EF-7140-A6D5-8046833F13DB}"/>
              </a:ext>
            </a:extLst>
          </p:cNvPr>
          <p:cNvGrpSpPr/>
          <p:nvPr/>
        </p:nvGrpSpPr>
        <p:grpSpPr>
          <a:xfrm>
            <a:off x="1056640" y="3088640"/>
            <a:ext cx="265085" cy="3769360"/>
            <a:chOff x="792480" y="2316480"/>
            <a:chExt cx="198814" cy="2827020"/>
          </a:xfrm>
        </p:grpSpPr>
        <p:cxnSp>
          <p:nvCxnSpPr>
            <p:cNvPr id="14" name="Straight Connector 13">
              <a:extLst>
                <a:ext uri="{FF2B5EF4-FFF2-40B4-BE49-F238E27FC236}">
                  <a16:creationId xmlns:a16="http://schemas.microsoft.com/office/drawing/2014/main" id="{7BD62C64-B5B7-F142-8735-F254ADE60D40}"/>
                </a:ext>
              </a:extLst>
            </p:cNvPr>
            <p:cNvCxnSpPr>
              <a:cxnSpLocks/>
            </p:cNvCxnSpPr>
            <p:nvPr userDrawn="1"/>
          </p:nvCxnSpPr>
          <p:spPr>
            <a:xfrm flipV="1">
              <a:off x="891887" y="2517552"/>
              <a:ext cx="0" cy="2625948"/>
            </a:xfrm>
            <a:prstGeom prst="line">
              <a:avLst/>
            </a:prstGeom>
            <a:ln w="9525">
              <a:solidFill>
                <a:schemeClr val="bg1"/>
              </a:solidFill>
            </a:ln>
          </p:spPr>
          <p:style>
            <a:lnRef idx="1">
              <a:schemeClr val="accent6"/>
            </a:lnRef>
            <a:fillRef idx="0">
              <a:schemeClr val="accent6"/>
            </a:fillRef>
            <a:effectRef idx="0">
              <a:schemeClr val="accent6"/>
            </a:effectRef>
            <a:fontRef idx="minor">
              <a:schemeClr val="tx1"/>
            </a:fontRef>
          </p:style>
        </p:cxnSp>
        <p:sp>
          <p:nvSpPr>
            <p:cNvPr id="15" name="Oval 14">
              <a:extLst>
                <a:ext uri="{FF2B5EF4-FFF2-40B4-BE49-F238E27FC236}">
                  <a16:creationId xmlns:a16="http://schemas.microsoft.com/office/drawing/2014/main" id="{B4D7227F-89FD-9A48-9441-534834FBB1AE}"/>
                </a:ext>
              </a:extLst>
            </p:cNvPr>
            <p:cNvSpPr/>
            <p:nvPr userDrawn="1"/>
          </p:nvSpPr>
          <p:spPr>
            <a:xfrm rot="10800000">
              <a:off x="792480" y="2316480"/>
              <a:ext cx="198814" cy="201072"/>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pic>
        <p:nvPicPr>
          <p:cNvPr id="9" name="Picture 8">
            <a:extLst>
              <a:ext uri="{FF2B5EF4-FFF2-40B4-BE49-F238E27FC236}">
                <a16:creationId xmlns:a16="http://schemas.microsoft.com/office/drawing/2014/main" id="{D362CC20-0EAF-6E4D-BD89-79B499CD438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68317" y="270895"/>
            <a:ext cx="1414163" cy="235693"/>
          </a:xfrm>
          <a:prstGeom prst="rect">
            <a:avLst/>
          </a:prstGeom>
        </p:spPr>
      </p:pic>
      <p:sp>
        <p:nvSpPr>
          <p:cNvPr id="11" name="Rectangle 10">
            <a:extLst>
              <a:ext uri="{FF2B5EF4-FFF2-40B4-BE49-F238E27FC236}">
                <a16:creationId xmlns:a16="http://schemas.microsoft.com/office/drawing/2014/main" id="{5D03ACF2-264B-DB4B-977D-29642157039F}"/>
              </a:ext>
            </a:extLst>
          </p:cNvPr>
          <p:cNvSpPr/>
          <p:nvPr/>
        </p:nvSpPr>
        <p:spPr>
          <a:xfrm>
            <a:off x="10235133" y="6351412"/>
            <a:ext cx="1864649" cy="4310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2050302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500"/>
                                  </p:stCondLst>
                                  <p:childTnLst>
                                    <p:set>
                                      <p:cBhvr>
                                        <p:cTn id="6" dur="1" fill="hold">
                                          <p:stCondLst>
                                            <p:cond delay="0"/>
                                          </p:stCondLst>
                                        </p:cTn>
                                        <p:tgtEl>
                                          <p:spTgt spid="19"/>
                                        </p:tgtEl>
                                        <p:attrNameLst>
                                          <p:attrName>style.visibility</p:attrName>
                                        </p:attrNameLst>
                                      </p:cBhvr>
                                      <p:to>
                                        <p:strVal val="visible"/>
                                      </p:to>
                                    </p:set>
                                    <p:animEffect transition="in" filter="wipe(down)">
                                      <p:cBhvr>
                                        <p:cTn id="7"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hdr="0" ftr="0" dt="0"/>
  <p:extLst>
    <p:ext uri="{DCECCB84-F9BA-43D5-87BE-67443E8EF086}">
      <p15:sldGuideLst xmlns:p15="http://schemas.microsoft.com/office/powerpoint/2012/main">
        <p15:guide id="1" orient="horz" pos="300">
          <p15:clr>
            <a:srgbClr val="FBAE40"/>
          </p15:clr>
        </p15:guide>
        <p15:guide id="2" orient="horz" pos="29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itle" preserve="1">
  <p:cSld name="4_Title Slid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F5342B0-E01C-144B-B2B9-7F6975A2A13B}"/>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 y="635000"/>
            <a:ext cx="12192001" cy="5588001"/>
          </a:xfrm>
          <a:prstGeom prst="rect">
            <a:avLst/>
          </a:prstGeom>
        </p:spPr>
      </p:pic>
      <p:sp>
        <p:nvSpPr>
          <p:cNvPr id="2" name="Title 1"/>
          <p:cNvSpPr>
            <a:spLocks noGrp="1"/>
          </p:cNvSpPr>
          <p:nvPr>
            <p:ph type="ctrTitle" hasCustomPrompt="1"/>
          </p:nvPr>
        </p:nvSpPr>
        <p:spPr>
          <a:xfrm>
            <a:off x="1524000" y="1089411"/>
            <a:ext cx="9144000" cy="2387600"/>
          </a:xfrm>
        </p:spPr>
        <p:txBody>
          <a:bodyPr anchor="b">
            <a:normAutofit/>
          </a:bodyPr>
          <a:lstStyle>
            <a:lvl1pPr algn="l">
              <a:defRPr sz="3733">
                <a:solidFill>
                  <a:schemeClr val="bg1"/>
                </a:solidFill>
              </a:defRPr>
            </a:lvl1pPr>
          </a:lstStyle>
          <a:p>
            <a:r>
              <a:rPr lang="en-US"/>
              <a:t>Lorem Ipsum</a:t>
            </a:r>
          </a:p>
        </p:txBody>
      </p:sp>
      <p:sp>
        <p:nvSpPr>
          <p:cNvPr id="3" name="Subtitle 2"/>
          <p:cNvSpPr>
            <a:spLocks noGrp="1"/>
          </p:cNvSpPr>
          <p:nvPr>
            <p:ph type="subTitle" idx="1" hasCustomPrompt="1"/>
          </p:nvPr>
        </p:nvSpPr>
        <p:spPr>
          <a:xfrm>
            <a:off x="1524000" y="3569085"/>
            <a:ext cx="9144000" cy="1655763"/>
          </a:xfrm>
        </p:spPr>
        <p:txBody>
          <a:bodyPr>
            <a:normAutofit/>
          </a:bodyPr>
          <a:lstStyle>
            <a:lvl1pPr marL="0" indent="0" algn="l">
              <a:buNone/>
              <a:defRPr sz="1867">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Lorem Ipsum</a:t>
            </a:r>
          </a:p>
        </p:txBody>
      </p:sp>
      <p:grpSp>
        <p:nvGrpSpPr>
          <p:cNvPr id="19" name="Group 18">
            <a:extLst>
              <a:ext uri="{FF2B5EF4-FFF2-40B4-BE49-F238E27FC236}">
                <a16:creationId xmlns:a16="http://schemas.microsoft.com/office/drawing/2014/main" id="{0BC5519B-81EF-7140-A6D5-8046833F13DB}"/>
              </a:ext>
            </a:extLst>
          </p:cNvPr>
          <p:cNvGrpSpPr/>
          <p:nvPr/>
        </p:nvGrpSpPr>
        <p:grpSpPr>
          <a:xfrm>
            <a:off x="1056640" y="3088640"/>
            <a:ext cx="265085" cy="3769360"/>
            <a:chOff x="792480" y="2316480"/>
            <a:chExt cx="198814" cy="2827020"/>
          </a:xfrm>
        </p:grpSpPr>
        <p:cxnSp>
          <p:nvCxnSpPr>
            <p:cNvPr id="14" name="Straight Connector 13">
              <a:extLst>
                <a:ext uri="{FF2B5EF4-FFF2-40B4-BE49-F238E27FC236}">
                  <a16:creationId xmlns:a16="http://schemas.microsoft.com/office/drawing/2014/main" id="{7BD62C64-B5B7-F142-8735-F254ADE60D40}"/>
                </a:ext>
              </a:extLst>
            </p:cNvPr>
            <p:cNvCxnSpPr>
              <a:cxnSpLocks/>
            </p:cNvCxnSpPr>
            <p:nvPr userDrawn="1"/>
          </p:nvCxnSpPr>
          <p:spPr>
            <a:xfrm flipV="1">
              <a:off x="891887" y="2517552"/>
              <a:ext cx="0" cy="2625948"/>
            </a:xfrm>
            <a:prstGeom prst="line">
              <a:avLst/>
            </a:prstGeom>
            <a:ln w="9525">
              <a:solidFill>
                <a:schemeClr val="bg1"/>
              </a:solidFill>
            </a:ln>
          </p:spPr>
          <p:style>
            <a:lnRef idx="1">
              <a:schemeClr val="accent6"/>
            </a:lnRef>
            <a:fillRef idx="0">
              <a:schemeClr val="accent6"/>
            </a:fillRef>
            <a:effectRef idx="0">
              <a:schemeClr val="accent6"/>
            </a:effectRef>
            <a:fontRef idx="minor">
              <a:schemeClr val="tx1"/>
            </a:fontRef>
          </p:style>
        </p:cxnSp>
        <p:sp>
          <p:nvSpPr>
            <p:cNvPr id="15" name="Oval 14">
              <a:extLst>
                <a:ext uri="{FF2B5EF4-FFF2-40B4-BE49-F238E27FC236}">
                  <a16:creationId xmlns:a16="http://schemas.microsoft.com/office/drawing/2014/main" id="{B4D7227F-89FD-9A48-9441-534834FBB1AE}"/>
                </a:ext>
              </a:extLst>
            </p:cNvPr>
            <p:cNvSpPr/>
            <p:nvPr userDrawn="1"/>
          </p:nvSpPr>
          <p:spPr>
            <a:xfrm rot="10800000">
              <a:off x="792480" y="2316480"/>
              <a:ext cx="198814" cy="201072"/>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pic>
        <p:nvPicPr>
          <p:cNvPr id="10" name="Picture 9">
            <a:extLst>
              <a:ext uri="{FF2B5EF4-FFF2-40B4-BE49-F238E27FC236}">
                <a16:creationId xmlns:a16="http://schemas.microsoft.com/office/drawing/2014/main" id="{9C630ADE-1904-A845-A3C6-054BD1FADF5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47827" y="223640"/>
            <a:ext cx="1414163" cy="235693"/>
          </a:xfrm>
          <a:prstGeom prst="rect">
            <a:avLst/>
          </a:prstGeom>
        </p:spPr>
      </p:pic>
    </p:spTree>
    <p:extLst>
      <p:ext uri="{BB962C8B-B14F-4D97-AF65-F5344CB8AC3E}">
        <p14:creationId xmlns:p14="http://schemas.microsoft.com/office/powerpoint/2010/main" val="2884496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500"/>
                                  </p:stCondLst>
                                  <p:childTnLst>
                                    <p:set>
                                      <p:cBhvr>
                                        <p:cTn id="6" dur="1" fill="hold">
                                          <p:stCondLst>
                                            <p:cond delay="0"/>
                                          </p:stCondLst>
                                        </p:cTn>
                                        <p:tgtEl>
                                          <p:spTgt spid="19"/>
                                        </p:tgtEl>
                                        <p:attrNameLst>
                                          <p:attrName>style.visibility</p:attrName>
                                        </p:attrNameLst>
                                      </p:cBhvr>
                                      <p:to>
                                        <p:strVal val="visible"/>
                                      </p:to>
                                    </p:set>
                                    <p:animEffect transition="in" filter="wipe(down)">
                                      <p:cBhvr>
                                        <p:cTn id="7"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hdr="0" ftr="0" dt="0"/>
  <p:extLst>
    <p:ext uri="{DCECCB84-F9BA-43D5-87BE-67443E8EF086}">
      <p15:sldGuideLst xmlns:p15="http://schemas.microsoft.com/office/powerpoint/2012/main">
        <p15:guide id="1" orient="horz" pos="300">
          <p15:clr>
            <a:srgbClr val="FBAE40"/>
          </p15:clr>
        </p15:guide>
        <p15:guide id="2" orient="horz" pos="29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 preserve="1">
  <p:cSld name="6_Title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8063C85-BE3A-6E47-87D9-66799CE943D5}"/>
              </a:ext>
            </a:extLst>
          </p:cNvPr>
          <p:cNvPicPr>
            <a:picLocks noChangeAspect="1"/>
          </p:cNvPicPr>
          <p:nvPr/>
        </p:nvPicPr>
        <p:blipFill rotWithShape="1">
          <a:blip r:embed="rId2" cstate="email">
            <a:extLst>
              <a:ext uri="{BEBA8EAE-BF5A-486C-A8C5-ECC9F3942E4B}">
                <a14:imgProps xmlns:a14="http://schemas.microsoft.com/office/drawing/2010/main">
                  <a14:imgLayer r:embed="rId3">
                    <a14:imgEffect>
                      <a14:brightnessContrast bright="-41000"/>
                    </a14:imgEffect>
                  </a14:imgLayer>
                </a14:imgProps>
              </a:ext>
              <a:ext uri="{28A0092B-C50C-407E-A947-70E740481C1C}">
                <a14:useLocalDpi xmlns:a14="http://schemas.microsoft.com/office/drawing/2010/main"/>
              </a:ext>
            </a:extLst>
          </a:blip>
          <a:srcRect/>
          <a:stretch/>
        </p:blipFill>
        <p:spPr>
          <a:xfrm>
            <a:off x="0" y="635000"/>
            <a:ext cx="12192000" cy="5541699"/>
          </a:xfrm>
          <a:prstGeom prst="rect">
            <a:avLst/>
          </a:prstGeom>
        </p:spPr>
      </p:pic>
      <p:sp>
        <p:nvSpPr>
          <p:cNvPr id="3" name="Subtitle 2"/>
          <p:cNvSpPr>
            <a:spLocks noGrp="1"/>
          </p:cNvSpPr>
          <p:nvPr>
            <p:ph type="subTitle" idx="1" hasCustomPrompt="1"/>
          </p:nvPr>
        </p:nvSpPr>
        <p:spPr>
          <a:xfrm>
            <a:off x="1524000" y="3569085"/>
            <a:ext cx="9144000" cy="1655763"/>
          </a:xfrm>
        </p:spPr>
        <p:txBody>
          <a:bodyPr>
            <a:normAutofit/>
          </a:bodyPr>
          <a:lstStyle>
            <a:lvl1pPr marL="0" indent="0" algn="l">
              <a:buNone/>
              <a:defRPr sz="1867">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Lorem Ipsum</a:t>
            </a:r>
          </a:p>
        </p:txBody>
      </p:sp>
      <p:pic>
        <p:nvPicPr>
          <p:cNvPr id="10" name="Picture 9">
            <a:extLst>
              <a:ext uri="{FF2B5EF4-FFF2-40B4-BE49-F238E27FC236}">
                <a16:creationId xmlns:a16="http://schemas.microsoft.com/office/drawing/2014/main" id="{9C630ADE-1904-A845-A3C6-054BD1FADF54}"/>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47827" y="223640"/>
            <a:ext cx="1414163" cy="235693"/>
          </a:xfrm>
          <a:prstGeom prst="rect">
            <a:avLst/>
          </a:prstGeom>
        </p:spPr>
      </p:pic>
      <p:grpSp>
        <p:nvGrpSpPr>
          <p:cNvPr id="19" name="Group 18">
            <a:extLst>
              <a:ext uri="{FF2B5EF4-FFF2-40B4-BE49-F238E27FC236}">
                <a16:creationId xmlns:a16="http://schemas.microsoft.com/office/drawing/2014/main" id="{0BC5519B-81EF-7140-A6D5-8046833F13DB}"/>
              </a:ext>
            </a:extLst>
          </p:cNvPr>
          <p:cNvGrpSpPr/>
          <p:nvPr/>
        </p:nvGrpSpPr>
        <p:grpSpPr>
          <a:xfrm>
            <a:off x="1056640" y="3088640"/>
            <a:ext cx="265085" cy="3769360"/>
            <a:chOff x="792480" y="2316480"/>
            <a:chExt cx="198814" cy="2827020"/>
          </a:xfrm>
        </p:grpSpPr>
        <p:cxnSp>
          <p:nvCxnSpPr>
            <p:cNvPr id="14" name="Straight Connector 13">
              <a:extLst>
                <a:ext uri="{FF2B5EF4-FFF2-40B4-BE49-F238E27FC236}">
                  <a16:creationId xmlns:a16="http://schemas.microsoft.com/office/drawing/2014/main" id="{7BD62C64-B5B7-F142-8735-F254ADE60D40}"/>
                </a:ext>
              </a:extLst>
            </p:cNvPr>
            <p:cNvCxnSpPr>
              <a:cxnSpLocks/>
            </p:cNvCxnSpPr>
            <p:nvPr userDrawn="1"/>
          </p:nvCxnSpPr>
          <p:spPr>
            <a:xfrm flipV="1">
              <a:off x="891887" y="2517552"/>
              <a:ext cx="0" cy="2625948"/>
            </a:xfrm>
            <a:prstGeom prst="line">
              <a:avLst/>
            </a:prstGeom>
            <a:ln w="9525">
              <a:solidFill>
                <a:schemeClr val="bg1"/>
              </a:solidFill>
            </a:ln>
          </p:spPr>
          <p:style>
            <a:lnRef idx="1">
              <a:schemeClr val="accent6"/>
            </a:lnRef>
            <a:fillRef idx="0">
              <a:schemeClr val="accent6"/>
            </a:fillRef>
            <a:effectRef idx="0">
              <a:schemeClr val="accent6"/>
            </a:effectRef>
            <a:fontRef idx="minor">
              <a:schemeClr val="tx1"/>
            </a:fontRef>
          </p:style>
        </p:cxnSp>
        <p:sp>
          <p:nvSpPr>
            <p:cNvPr id="15" name="Oval 14">
              <a:extLst>
                <a:ext uri="{FF2B5EF4-FFF2-40B4-BE49-F238E27FC236}">
                  <a16:creationId xmlns:a16="http://schemas.microsoft.com/office/drawing/2014/main" id="{B4D7227F-89FD-9A48-9441-534834FBB1AE}"/>
                </a:ext>
              </a:extLst>
            </p:cNvPr>
            <p:cNvSpPr/>
            <p:nvPr userDrawn="1"/>
          </p:nvSpPr>
          <p:spPr>
            <a:xfrm rot="10800000">
              <a:off x="792480" y="2316480"/>
              <a:ext cx="198814" cy="201072"/>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2" name="Title 1"/>
          <p:cNvSpPr>
            <a:spLocks noGrp="1"/>
          </p:cNvSpPr>
          <p:nvPr>
            <p:ph type="ctrTitle" hasCustomPrompt="1"/>
          </p:nvPr>
        </p:nvSpPr>
        <p:spPr>
          <a:xfrm>
            <a:off x="1524000" y="1089411"/>
            <a:ext cx="9144000" cy="2387600"/>
          </a:xfrm>
        </p:spPr>
        <p:txBody>
          <a:bodyPr anchor="b">
            <a:normAutofit/>
          </a:bodyPr>
          <a:lstStyle>
            <a:lvl1pPr algn="l">
              <a:defRPr sz="3733">
                <a:solidFill>
                  <a:schemeClr val="bg1"/>
                </a:solidFill>
              </a:defRPr>
            </a:lvl1pPr>
          </a:lstStyle>
          <a:p>
            <a:r>
              <a:rPr lang="en-US"/>
              <a:t>Lorem Ipsum</a:t>
            </a:r>
          </a:p>
        </p:txBody>
      </p:sp>
      <p:sp>
        <p:nvSpPr>
          <p:cNvPr id="11" name="Rectangle 10">
            <a:extLst>
              <a:ext uri="{FF2B5EF4-FFF2-40B4-BE49-F238E27FC236}">
                <a16:creationId xmlns:a16="http://schemas.microsoft.com/office/drawing/2014/main" id="{6431F0EF-4A90-8F49-A8BC-4FDB0CDD92CE}"/>
              </a:ext>
            </a:extLst>
          </p:cNvPr>
          <p:cNvSpPr/>
          <p:nvPr userDrawn="1"/>
        </p:nvSpPr>
        <p:spPr>
          <a:xfrm rot="10800000">
            <a:off x="10453101" y="635000"/>
            <a:ext cx="579633" cy="5543858"/>
          </a:xfrm>
          <a:prstGeom prst="rect">
            <a:avLst/>
          </a:prstGeom>
          <a:solidFill>
            <a:schemeClr val="tx1">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2" name="Rectangle 11">
            <a:extLst>
              <a:ext uri="{FF2B5EF4-FFF2-40B4-BE49-F238E27FC236}">
                <a16:creationId xmlns:a16="http://schemas.microsoft.com/office/drawing/2014/main" id="{412DDDCB-30AF-354B-816B-2FEED5894E40}"/>
              </a:ext>
            </a:extLst>
          </p:cNvPr>
          <p:cNvSpPr/>
          <p:nvPr userDrawn="1"/>
        </p:nvSpPr>
        <p:spPr>
          <a:xfrm rot="10800000">
            <a:off x="11032734" y="634999"/>
            <a:ext cx="579633" cy="5543856"/>
          </a:xfrm>
          <a:prstGeom prst="rect">
            <a:avLst/>
          </a:prstGeom>
          <a:solidFill>
            <a:schemeClr val="tx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3" name="Rectangle 12">
            <a:extLst>
              <a:ext uri="{FF2B5EF4-FFF2-40B4-BE49-F238E27FC236}">
                <a16:creationId xmlns:a16="http://schemas.microsoft.com/office/drawing/2014/main" id="{AAF48D50-2C94-1249-B3DE-74F10E9513F8}"/>
              </a:ext>
            </a:extLst>
          </p:cNvPr>
          <p:cNvSpPr/>
          <p:nvPr userDrawn="1"/>
        </p:nvSpPr>
        <p:spPr>
          <a:xfrm rot="10800000">
            <a:off x="11612367" y="635000"/>
            <a:ext cx="579633" cy="5543858"/>
          </a:xfrm>
          <a:prstGeom prst="rect">
            <a:avLst/>
          </a:pr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3139099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500"/>
                                  </p:stCondLst>
                                  <p:childTnLst>
                                    <p:set>
                                      <p:cBhvr>
                                        <p:cTn id="6" dur="1" fill="hold">
                                          <p:stCondLst>
                                            <p:cond delay="0"/>
                                          </p:stCondLst>
                                        </p:cTn>
                                        <p:tgtEl>
                                          <p:spTgt spid="19"/>
                                        </p:tgtEl>
                                        <p:attrNameLst>
                                          <p:attrName>style.visibility</p:attrName>
                                        </p:attrNameLst>
                                      </p:cBhvr>
                                      <p:to>
                                        <p:strVal val="visible"/>
                                      </p:to>
                                    </p:set>
                                    <p:animEffect transition="in" filter="wipe(down)">
                                      <p:cBhvr>
                                        <p:cTn id="7" dur="1000"/>
                                        <p:tgtEl>
                                          <p:spTgt spid="19"/>
                                        </p:tgtEl>
                                      </p:cBhvr>
                                    </p:animEffect>
                                  </p:childTnLst>
                                </p:cTn>
                              </p:par>
                            </p:childTnLst>
                          </p:cTn>
                        </p:par>
                        <p:par>
                          <p:cTn id="8" fill="hold">
                            <p:stCondLst>
                              <p:cond delay="1500"/>
                            </p:stCondLst>
                            <p:childTnLst>
                              <p:par>
                                <p:cTn id="9" presetID="2" presetClass="entr" presetSubtype="2"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1+#ppt_w/2"/>
                                          </p:val>
                                        </p:tav>
                                        <p:tav tm="100000">
                                          <p:val>
                                            <p:strVal val="#ppt_x"/>
                                          </p:val>
                                        </p:tav>
                                      </p:tavLst>
                                    </p:anim>
                                    <p:anim calcmode="lin" valueType="num">
                                      <p:cBhvr additive="base">
                                        <p:cTn id="12" dur="500" fill="hold"/>
                                        <p:tgtEl>
                                          <p:spTgt spid="11"/>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25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1+#ppt_w/2"/>
                                          </p:val>
                                        </p:tav>
                                        <p:tav tm="100000">
                                          <p:val>
                                            <p:strVal val="#ppt_x"/>
                                          </p:val>
                                        </p:tav>
                                      </p:tavLst>
                                    </p:anim>
                                    <p:anim calcmode="lin" valueType="num">
                                      <p:cBhvr additive="base">
                                        <p:cTn id="16" dur="500" fill="hold"/>
                                        <p:tgtEl>
                                          <p:spTgt spid="12"/>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25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1+#ppt_w/2"/>
                                          </p:val>
                                        </p:tav>
                                        <p:tav tm="100000">
                                          <p:val>
                                            <p:strVal val="#ppt_x"/>
                                          </p:val>
                                        </p:tav>
                                      </p:tavLst>
                                    </p:anim>
                                    <p:anim calcmode="lin" valueType="num">
                                      <p:cBhvr additive="base">
                                        <p:cTn id="20"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hf hdr="0" ftr="0" dt="0"/>
  <p:extLst>
    <p:ext uri="{DCECCB84-F9BA-43D5-87BE-67443E8EF086}">
      <p15:sldGuideLst xmlns:p15="http://schemas.microsoft.com/office/powerpoint/2012/main">
        <p15:guide id="1" orient="horz" pos="300">
          <p15:clr>
            <a:srgbClr val="FBAE40"/>
          </p15:clr>
        </p15:guide>
        <p15:guide id="2" orient="horz" pos="29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itle" preserve="1">
  <p:cSld name="7_Title Slide">
    <p:spTree>
      <p:nvGrpSpPr>
        <p:cNvPr id="1" name=""/>
        <p:cNvGrpSpPr/>
        <p:nvPr/>
      </p:nvGrpSpPr>
      <p:grpSpPr>
        <a:xfrm>
          <a:off x="0" y="0"/>
          <a:ext cx="0" cy="0"/>
          <a:chOff x="0" y="0"/>
          <a:chExt cx="0" cy="0"/>
        </a:xfrm>
      </p:grpSpPr>
      <p:pic>
        <p:nvPicPr>
          <p:cNvPr id="7" name="Picture 6" descr="A picture containing indoor, person, table, person&#10;&#10;Description automatically generated">
            <a:extLst>
              <a:ext uri="{FF2B5EF4-FFF2-40B4-BE49-F238E27FC236}">
                <a16:creationId xmlns:a16="http://schemas.microsoft.com/office/drawing/2014/main" id="{1C610892-4631-6145-A8D9-EB8B5967C67B}"/>
              </a:ext>
            </a:extLst>
          </p:cNvPr>
          <p:cNvPicPr>
            <a:picLocks noChangeAspect="1"/>
          </p:cNvPicPr>
          <p:nvPr/>
        </p:nvPicPr>
        <p:blipFill rotWithShape="1">
          <a:blip r:embed="rId2" cstate="email">
            <a:extLst>
              <a:ext uri="{BEBA8EAE-BF5A-486C-A8C5-ECC9F3942E4B}">
                <a14:imgProps xmlns:a14="http://schemas.microsoft.com/office/drawing/2010/main">
                  <a14:imgLayer r:embed="rId3">
                    <a14:imgEffect>
                      <a14:brightnessContrast bright="-44000"/>
                    </a14:imgEffect>
                  </a14:imgLayer>
                </a14:imgProps>
              </a:ext>
              <a:ext uri="{28A0092B-C50C-407E-A947-70E740481C1C}">
                <a14:useLocalDpi xmlns:a14="http://schemas.microsoft.com/office/drawing/2010/main"/>
              </a:ext>
            </a:extLst>
          </a:blip>
          <a:srcRect/>
          <a:stretch/>
        </p:blipFill>
        <p:spPr>
          <a:xfrm>
            <a:off x="0" y="568092"/>
            <a:ext cx="12192000" cy="5608316"/>
          </a:xfrm>
          <a:prstGeom prst="rect">
            <a:avLst/>
          </a:prstGeom>
        </p:spPr>
      </p:pic>
      <p:sp>
        <p:nvSpPr>
          <p:cNvPr id="2" name="Title 1"/>
          <p:cNvSpPr>
            <a:spLocks noGrp="1"/>
          </p:cNvSpPr>
          <p:nvPr>
            <p:ph type="ctrTitle" hasCustomPrompt="1"/>
          </p:nvPr>
        </p:nvSpPr>
        <p:spPr>
          <a:xfrm>
            <a:off x="1524000" y="1089411"/>
            <a:ext cx="9144000" cy="2387600"/>
          </a:xfrm>
        </p:spPr>
        <p:txBody>
          <a:bodyPr anchor="b">
            <a:normAutofit/>
          </a:bodyPr>
          <a:lstStyle>
            <a:lvl1pPr algn="l">
              <a:defRPr sz="3733">
                <a:solidFill>
                  <a:schemeClr val="bg1"/>
                </a:solidFill>
              </a:defRPr>
            </a:lvl1pPr>
          </a:lstStyle>
          <a:p>
            <a:r>
              <a:rPr lang="en-US"/>
              <a:t>Lorem Ipsum</a:t>
            </a:r>
          </a:p>
        </p:txBody>
      </p:sp>
      <p:sp>
        <p:nvSpPr>
          <p:cNvPr id="3" name="Subtitle 2"/>
          <p:cNvSpPr>
            <a:spLocks noGrp="1"/>
          </p:cNvSpPr>
          <p:nvPr>
            <p:ph type="subTitle" idx="1" hasCustomPrompt="1"/>
          </p:nvPr>
        </p:nvSpPr>
        <p:spPr>
          <a:xfrm>
            <a:off x="1524000" y="3569085"/>
            <a:ext cx="9144000" cy="1655763"/>
          </a:xfrm>
        </p:spPr>
        <p:txBody>
          <a:bodyPr>
            <a:normAutofit/>
          </a:bodyPr>
          <a:lstStyle>
            <a:lvl1pPr marL="0" indent="0" algn="l">
              <a:buNone/>
              <a:defRPr sz="1867">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Lorem Ipsum</a:t>
            </a:r>
          </a:p>
        </p:txBody>
      </p:sp>
      <p:grpSp>
        <p:nvGrpSpPr>
          <p:cNvPr id="19" name="Group 18">
            <a:extLst>
              <a:ext uri="{FF2B5EF4-FFF2-40B4-BE49-F238E27FC236}">
                <a16:creationId xmlns:a16="http://schemas.microsoft.com/office/drawing/2014/main" id="{0BC5519B-81EF-7140-A6D5-8046833F13DB}"/>
              </a:ext>
            </a:extLst>
          </p:cNvPr>
          <p:cNvGrpSpPr/>
          <p:nvPr/>
        </p:nvGrpSpPr>
        <p:grpSpPr>
          <a:xfrm>
            <a:off x="1056640" y="3088640"/>
            <a:ext cx="265085" cy="3769360"/>
            <a:chOff x="792480" y="2316480"/>
            <a:chExt cx="198814" cy="2827020"/>
          </a:xfrm>
        </p:grpSpPr>
        <p:cxnSp>
          <p:nvCxnSpPr>
            <p:cNvPr id="14" name="Straight Connector 13">
              <a:extLst>
                <a:ext uri="{FF2B5EF4-FFF2-40B4-BE49-F238E27FC236}">
                  <a16:creationId xmlns:a16="http://schemas.microsoft.com/office/drawing/2014/main" id="{7BD62C64-B5B7-F142-8735-F254ADE60D40}"/>
                </a:ext>
              </a:extLst>
            </p:cNvPr>
            <p:cNvCxnSpPr>
              <a:cxnSpLocks/>
            </p:cNvCxnSpPr>
            <p:nvPr userDrawn="1"/>
          </p:nvCxnSpPr>
          <p:spPr>
            <a:xfrm flipV="1">
              <a:off x="891887" y="2517552"/>
              <a:ext cx="0" cy="2625948"/>
            </a:xfrm>
            <a:prstGeom prst="line">
              <a:avLst/>
            </a:prstGeom>
            <a:ln w="9525">
              <a:solidFill>
                <a:schemeClr val="bg1"/>
              </a:solidFill>
            </a:ln>
          </p:spPr>
          <p:style>
            <a:lnRef idx="1">
              <a:schemeClr val="accent6"/>
            </a:lnRef>
            <a:fillRef idx="0">
              <a:schemeClr val="accent6"/>
            </a:fillRef>
            <a:effectRef idx="0">
              <a:schemeClr val="accent6"/>
            </a:effectRef>
            <a:fontRef idx="minor">
              <a:schemeClr val="tx1"/>
            </a:fontRef>
          </p:style>
        </p:cxnSp>
        <p:sp>
          <p:nvSpPr>
            <p:cNvPr id="15" name="Oval 14">
              <a:extLst>
                <a:ext uri="{FF2B5EF4-FFF2-40B4-BE49-F238E27FC236}">
                  <a16:creationId xmlns:a16="http://schemas.microsoft.com/office/drawing/2014/main" id="{B4D7227F-89FD-9A48-9441-534834FBB1AE}"/>
                </a:ext>
              </a:extLst>
            </p:cNvPr>
            <p:cNvSpPr/>
            <p:nvPr userDrawn="1"/>
          </p:nvSpPr>
          <p:spPr>
            <a:xfrm rot="10800000">
              <a:off x="792480" y="2316480"/>
              <a:ext cx="198814" cy="201072"/>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pic>
        <p:nvPicPr>
          <p:cNvPr id="10" name="Picture 9">
            <a:extLst>
              <a:ext uri="{FF2B5EF4-FFF2-40B4-BE49-F238E27FC236}">
                <a16:creationId xmlns:a16="http://schemas.microsoft.com/office/drawing/2014/main" id="{9C630ADE-1904-A845-A3C6-054BD1FADF54}"/>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47827" y="223640"/>
            <a:ext cx="1414163" cy="235693"/>
          </a:xfrm>
          <a:prstGeom prst="rect">
            <a:avLst/>
          </a:prstGeom>
        </p:spPr>
      </p:pic>
      <p:sp>
        <p:nvSpPr>
          <p:cNvPr id="17" name="Rectangle 16">
            <a:extLst>
              <a:ext uri="{FF2B5EF4-FFF2-40B4-BE49-F238E27FC236}">
                <a16:creationId xmlns:a16="http://schemas.microsoft.com/office/drawing/2014/main" id="{71E62643-F356-024C-9C36-E4CA0ECFC802}"/>
              </a:ext>
            </a:extLst>
          </p:cNvPr>
          <p:cNvSpPr/>
          <p:nvPr/>
        </p:nvSpPr>
        <p:spPr>
          <a:xfrm rot="10800000">
            <a:off x="10954872" y="2"/>
            <a:ext cx="412376" cy="6176407"/>
          </a:xfrm>
          <a:prstGeom prst="rect">
            <a:avLst/>
          </a:prstGeom>
          <a:solidFill>
            <a:srgbClr val="622D50">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8" name="Rectangle 17">
            <a:extLst>
              <a:ext uri="{FF2B5EF4-FFF2-40B4-BE49-F238E27FC236}">
                <a16:creationId xmlns:a16="http://schemas.microsoft.com/office/drawing/2014/main" id="{E8B57490-5508-214B-BD25-E98BF966A9AA}"/>
              </a:ext>
            </a:extLst>
          </p:cNvPr>
          <p:cNvSpPr/>
          <p:nvPr/>
        </p:nvSpPr>
        <p:spPr>
          <a:xfrm rot="10800000">
            <a:off x="11367248" y="0"/>
            <a:ext cx="412376" cy="6176408"/>
          </a:xfrm>
          <a:prstGeom prst="rect">
            <a:avLst/>
          </a:prstGeom>
          <a:solidFill>
            <a:srgbClr val="622D50">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0" name="Rectangle 19">
            <a:extLst>
              <a:ext uri="{FF2B5EF4-FFF2-40B4-BE49-F238E27FC236}">
                <a16:creationId xmlns:a16="http://schemas.microsoft.com/office/drawing/2014/main" id="{FFD39FCC-ABEC-934D-BD5A-8DAFBCBC0EFC}"/>
              </a:ext>
            </a:extLst>
          </p:cNvPr>
          <p:cNvSpPr/>
          <p:nvPr/>
        </p:nvSpPr>
        <p:spPr>
          <a:xfrm rot="10800000">
            <a:off x="11779624" y="2"/>
            <a:ext cx="412376" cy="6176407"/>
          </a:xfrm>
          <a:prstGeom prst="rect">
            <a:avLst/>
          </a:prstGeom>
          <a:solidFill>
            <a:srgbClr val="622D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3527617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500"/>
                                  </p:stCondLst>
                                  <p:childTnLst>
                                    <p:set>
                                      <p:cBhvr>
                                        <p:cTn id="6" dur="1" fill="hold">
                                          <p:stCondLst>
                                            <p:cond delay="0"/>
                                          </p:stCondLst>
                                        </p:cTn>
                                        <p:tgtEl>
                                          <p:spTgt spid="19"/>
                                        </p:tgtEl>
                                        <p:attrNameLst>
                                          <p:attrName>style.visibility</p:attrName>
                                        </p:attrNameLst>
                                      </p:cBhvr>
                                      <p:to>
                                        <p:strVal val="visible"/>
                                      </p:to>
                                    </p:set>
                                    <p:animEffect transition="in" filter="wipe(down)">
                                      <p:cBhvr>
                                        <p:cTn id="7" dur="1000"/>
                                        <p:tgtEl>
                                          <p:spTgt spid="19"/>
                                        </p:tgtEl>
                                      </p:cBhvr>
                                    </p:animEffect>
                                  </p:childTnLst>
                                </p:cTn>
                              </p:par>
                            </p:childTnLst>
                          </p:cTn>
                        </p:par>
                        <p:par>
                          <p:cTn id="8" fill="hold">
                            <p:stCondLst>
                              <p:cond delay="1500"/>
                            </p:stCondLst>
                            <p:childTnLst>
                              <p:par>
                                <p:cTn id="9" presetID="2" presetClass="entr" presetSubtype="2" fill="hold" grpId="0" nodeType="after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1+#ppt_w/2"/>
                                          </p:val>
                                        </p:tav>
                                        <p:tav tm="100000">
                                          <p:val>
                                            <p:strVal val="#ppt_x"/>
                                          </p:val>
                                        </p:tav>
                                      </p:tavLst>
                                    </p:anim>
                                    <p:anim calcmode="lin" valueType="num">
                                      <p:cBhvr additive="base">
                                        <p:cTn id="12" dur="500" fill="hold"/>
                                        <p:tgtEl>
                                          <p:spTgt spid="17"/>
                                        </p:tgtEl>
                                        <p:attrNameLst>
                                          <p:attrName>ppt_y</p:attrName>
                                        </p:attrNameLst>
                                      </p:cBhvr>
                                      <p:tavLst>
                                        <p:tav tm="0">
                                          <p:val>
                                            <p:strVal val="#ppt_y"/>
                                          </p:val>
                                        </p:tav>
                                        <p:tav tm="100000">
                                          <p:val>
                                            <p:strVal val="#ppt_y"/>
                                          </p:val>
                                        </p:tav>
                                      </p:tavLst>
                                    </p:anim>
                                  </p:childTnLst>
                                </p:cTn>
                              </p:par>
                            </p:childTnLst>
                          </p:cTn>
                        </p:par>
                        <p:par>
                          <p:cTn id="13" fill="hold">
                            <p:stCondLst>
                              <p:cond delay="2000"/>
                            </p:stCondLst>
                            <p:childTnLst>
                              <p:par>
                                <p:cTn id="14" presetID="2" presetClass="entr" presetSubtype="2" fill="hold" grpId="0" nodeType="afterEffect">
                                  <p:stCondLst>
                                    <p:cond delay="0"/>
                                  </p:stCondLst>
                                  <p:childTnLst>
                                    <p:set>
                                      <p:cBhvr>
                                        <p:cTn id="15" dur="1" fill="hold">
                                          <p:stCondLst>
                                            <p:cond delay="0"/>
                                          </p:stCondLst>
                                        </p:cTn>
                                        <p:tgtEl>
                                          <p:spTgt spid="18"/>
                                        </p:tgtEl>
                                        <p:attrNameLst>
                                          <p:attrName>style.visibility</p:attrName>
                                        </p:attrNameLst>
                                      </p:cBhvr>
                                      <p:to>
                                        <p:strVal val="visible"/>
                                      </p:to>
                                    </p:set>
                                    <p:anim calcmode="lin" valueType="num">
                                      <p:cBhvr additive="base">
                                        <p:cTn id="16" dur="500" fill="hold"/>
                                        <p:tgtEl>
                                          <p:spTgt spid="18"/>
                                        </p:tgtEl>
                                        <p:attrNameLst>
                                          <p:attrName>ppt_x</p:attrName>
                                        </p:attrNameLst>
                                      </p:cBhvr>
                                      <p:tavLst>
                                        <p:tav tm="0">
                                          <p:val>
                                            <p:strVal val="1+#ppt_w/2"/>
                                          </p:val>
                                        </p:tav>
                                        <p:tav tm="100000">
                                          <p:val>
                                            <p:strVal val="#ppt_x"/>
                                          </p:val>
                                        </p:tav>
                                      </p:tavLst>
                                    </p:anim>
                                    <p:anim calcmode="lin" valueType="num">
                                      <p:cBhvr additive="base">
                                        <p:cTn id="17" dur="500" fill="hold"/>
                                        <p:tgtEl>
                                          <p:spTgt spid="18"/>
                                        </p:tgtEl>
                                        <p:attrNameLst>
                                          <p:attrName>ppt_y</p:attrName>
                                        </p:attrNameLst>
                                      </p:cBhvr>
                                      <p:tavLst>
                                        <p:tav tm="0">
                                          <p:val>
                                            <p:strVal val="#ppt_y"/>
                                          </p:val>
                                        </p:tav>
                                        <p:tav tm="100000">
                                          <p:val>
                                            <p:strVal val="#ppt_y"/>
                                          </p:val>
                                        </p:tav>
                                      </p:tavLst>
                                    </p:anim>
                                  </p:childTnLst>
                                </p:cTn>
                              </p:par>
                            </p:childTnLst>
                          </p:cTn>
                        </p:par>
                        <p:par>
                          <p:cTn id="18" fill="hold">
                            <p:stCondLst>
                              <p:cond delay="2500"/>
                            </p:stCondLst>
                            <p:childTnLst>
                              <p:par>
                                <p:cTn id="19" presetID="2" presetClass="entr" presetSubtype="2" fill="hold" grpId="0" nodeType="afterEffect">
                                  <p:stCondLst>
                                    <p:cond delay="0"/>
                                  </p:stCondLst>
                                  <p:childTnLst>
                                    <p:set>
                                      <p:cBhvr>
                                        <p:cTn id="20" dur="1" fill="hold">
                                          <p:stCondLst>
                                            <p:cond delay="0"/>
                                          </p:stCondLst>
                                        </p:cTn>
                                        <p:tgtEl>
                                          <p:spTgt spid="20"/>
                                        </p:tgtEl>
                                        <p:attrNameLst>
                                          <p:attrName>style.visibility</p:attrName>
                                        </p:attrNameLst>
                                      </p:cBhvr>
                                      <p:to>
                                        <p:strVal val="visible"/>
                                      </p:to>
                                    </p:set>
                                    <p:anim calcmode="lin" valueType="num">
                                      <p:cBhvr additive="base">
                                        <p:cTn id="21" dur="500" fill="hold"/>
                                        <p:tgtEl>
                                          <p:spTgt spid="20"/>
                                        </p:tgtEl>
                                        <p:attrNameLst>
                                          <p:attrName>ppt_x</p:attrName>
                                        </p:attrNameLst>
                                      </p:cBhvr>
                                      <p:tavLst>
                                        <p:tav tm="0">
                                          <p:val>
                                            <p:strVal val="1+#ppt_w/2"/>
                                          </p:val>
                                        </p:tav>
                                        <p:tav tm="100000">
                                          <p:val>
                                            <p:strVal val="#ppt_x"/>
                                          </p:val>
                                        </p:tav>
                                      </p:tavLst>
                                    </p:anim>
                                    <p:anim calcmode="lin" valueType="num">
                                      <p:cBhvr additive="base">
                                        <p:cTn id="22" dur="500" fill="hold"/>
                                        <p:tgtEl>
                                          <p:spTgt spid="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20" grpId="0" animBg="1"/>
    </p:bldLst>
  </p:timing>
  <p:hf hdr="0" ftr="0" dt="0"/>
  <p:extLst>
    <p:ext uri="{DCECCB84-F9BA-43D5-87BE-67443E8EF086}">
      <p15:sldGuideLst xmlns:p15="http://schemas.microsoft.com/office/powerpoint/2012/main">
        <p15:guide id="1" orient="horz" pos="300">
          <p15:clr>
            <a:srgbClr val="FBAE40"/>
          </p15:clr>
        </p15:guide>
        <p15:guide id="2" orient="horz" pos="29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itle" preserve="1">
  <p:cSld name="8_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911B6AC-39CE-6A44-9738-C6F157471A64}"/>
              </a:ext>
            </a:extLst>
          </p:cNvPr>
          <p:cNvSpPr/>
          <p:nvPr userDrawn="1"/>
        </p:nvSpPr>
        <p:spPr>
          <a:xfrm>
            <a:off x="10945173" y="584888"/>
            <a:ext cx="1246828" cy="5784249"/>
          </a:xfrm>
          <a:prstGeom prst="rect">
            <a:avLst/>
          </a:prstGeom>
          <a:solidFill>
            <a:srgbClr val="EFF0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21" name="Picture 20">
            <a:extLst>
              <a:ext uri="{FF2B5EF4-FFF2-40B4-BE49-F238E27FC236}">
                <a16:creationId xmlns:a16="http://schemas.microsoft.com/office/drawing/2014/main" id="{DC047D86-4528-CD4E-99FB-5C78D2CFE9E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584887"/>
            <a:ext cx="11766376" cy="5784248"/>
          </a:xfrm>
          <a:prstGeom prst="rect">
            <a:avLst/>
          </a:prstGeom>
        </p:spPr>
      </p:pic>
      <p:sp>
        <p:nvSpPr>
          <p:cNvPr id="22" name="Rectangle 21">
            <a:extLst>
              <a:ext uri="{FF2B5EF4-FFF2-40B4-BE49-F238E27FC236}">
                <a16:creationId xmlns:a16="http://schemas.microsoft.com/office/drawing/2014/main" id="{0AE902A6-359D-B949-9803-0488F50CADD2}"/>
              </a:ext>
            </a:extLst>
          </p:cNvPr>
          <p:cNvSpPr/>
          <p:nvPr userDrawn="1"/>
        </p:nvSpPr>
        <p:spPr>
          <a:xfrm>
            <a:off x="-13248" y="584885"/>
            <a:ext cx="5821999" cy="5759336"/>
          </a:xfrm>
          <a:prstGeom prst="rect">
            <a:avLst/>
          </a:prstGeom>
          <a:gradFill>
            <a:gsLst>
              <a:gs pos="100000">
                <a:srgbClr val="ECECEE"/>
              </a:gs>
              <a:gs pos="41000">
                <a:srgbClr val="A3B5BA"/>
              </a:gs>
              <a:gs pos="0">
                <a:schemeClr val="tx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 name="Title 1"/>
          <p:cNvSpPr>
            <a:spLocks noGrp="1"/>
          </p:cNvSpPr>
          <p:nvPr>
            <p:ph type="ctrTitle" hasCustomPrompt="1"/>
          </p:nvPr>
        </p:nvSpPr>
        <p:spPr>
          <a:xfrm>
            <a:off x="1524000" y="1089411"/>
            <a:ext cx="9144000" cy="2387600"/>
          </a:xfrm>
        </p:spPr>
        <p:txBody>
          <a:bodyPr anchor="b">
            <a:normAutofit/>
          </a:bodyPr>
          <a:lstStyle>
            <a:lvl1pPr algn="l">
              <a:defRPr sz="3733">
                <a:solidFill>
                  <a:schemeClr val="bg1"/>
                </a:solidFill>
              </a:defRPr>
            </a:lvl1pPr>
          </a:lstStyle>
          <a:p>
            <a:r>
              <a:rPr lang="en-US"/>
              <a:t>Lorem Ipsum</a:t>
            </a:r>
          </a:p>
        </p:txBody>
      </p:sp>
      <p:sp>
        <p:nvSpPr>
          <p:cNvPr id="3" name="Subtitle 2"/>
          <p:cNvSpPr>
            <a:spLocks noGrp="1"/>
          </p:cNvSpPr>
          <p:nvPr>
            <p:ph type="subTitle" idx="1" hasCustomPrompt="1"/>
          </p:nvPr>
        </p:nvSpPr>
        <p:spPr>
          <a:xfrm>
            <a:off x="1524000" y="3569085"/>
            <a:ext cx="9144000" cy="1655763"/>
          </a:xfrm>
        </p:spPr>
        <p:txBody>
          <a:bodyPr>
            <a:normAutofit/>
          </a:bodyPr>
          <a:lstStyle>
            <a:lvl1pPr marL="0" indent="0" algn="l">
              <a:buNone/>
              <a:defRPr sz="1867">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Lorem Ipsum</a:t>
            </a:r>
          </a:p>
        </p:txBody>
      </p:sp>
      <p:grpSp>
        <p:nvGrpSpPr>
          <p:cNvPr id="19" name="Group 18">
            <a:extLst>
              <a:ext uri="{FF2B5EF4-FFF2-40B4-BE49-F238E27FC236}">
                <a16:creationId xmlns:a16="http://schemas.microsoft.com/office/drawing/2014/main" id="{0BC5519B-81EF-7140-A6D5-8046833F13DB}"/>
              </a:ext>
            </a:extLst>
          </p:cNvPr>
          <p:cNvGrpSpPr/>
          <p:nvPr/>
        </p:nvGrpSpPr>
        <p:grpSpPr>
          <a:xfrm>
            <a:off x="1056640" y="3088640"/>
            <a:ext cx="265085" cy="3769360"/>
            <a:chOff x="792480" y="2316480"/>
            <a:chExt cx="198814" cy="2827020"/>
          </a:xfrm>
        </p:grpSpPr>
        <p:cxnSp>
          <p:nvCxnSpPr>
            <p:cNvPr id="14" name="Straight Connector 13">
              <a:extLst>
                <a:ext uri="{FF2B5EF4-FFF2-40B4-BE49-F238E27FC236}">
                  <a16:creationId xmlns:a16="http://schemas.microsoft.com/office/drawing/2014/main" id="{7BD62C64-B5B7-F142-8735-F254ADE60D40}"/>
                </a:ext>
              </a:extLst>
            </p:cNvPr>
            <p:cNvCxnSpPr>
              <a:cxnSpLocks/>
            </p:cNvCxnSpPr>
            <p:nvPr userDrawn="1"/>
          </p:nvCxnSpPr>
          <p:spPr>
            <a:xfrm flipV="1">
              <a:off x="891887" y="2517552"/>
              <a:ext cx="0" cy="2625948"/>
            </a:xfrm>
            <a:prstGeom prst="line">
              <a:avLst/>
            </a:prstGeom>
            <a:ln w="9525">
              <a:solidFill>
                <a:schemeClr val="bg1"/>
              </a:solidFill>
            </a:ln>
          </p:spPr>
          <p:style>
            <a:lnRef idx="1">
              <a:schemeClr val="accent6"/>
            </a:lnRef>
            <a:fillRef idx="0">
              <a:schemeClr val="accent6"/>
            </a:fillRef>
            <a:effectRef idx="0">
              <a:schemeClr val="accent6"/>
            </a:effectRef>
            <a:fontRef idx="minor">
              <a:schemeClr val="tx1"/>
            </a:fontRef>
          </p:style>
        </p:cxnSp>
        <p:sp>
          <p:nvSpPr>
            <p:cNvPr id="15" name="Oval 14">
              <a:extLst>
                <a:ext uri="{FF2B5EF4-FFF2-40B4-BE49-F238E27FC236}">
                  <a16:creationId xmlns:a16="http://schemas.microsoft.com/office/drawing/2014/main" id="{B4D7227F-89FD-9A48-9441-534834FBB1AE}"/>
                </a:ext>
              </a:extLst>
            </p:cNvPr>
            <p:cNvSpPr/>
            <p:nvPr userDrawn="1"/>
          </p:nvSpPr>
          <p:spPr>
            <a:xfrm rot="10800000">
              <a:off x="792480" y="2316480"/>
              <a:ext cx="198814" cy="201072"/>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pic>
        <p:nvPicPr>
          <p:cNvPr id="10" name="Picture 9">
            <a:extLst>
              <a:ext uri="{FF2B5EF4-FFF2-40B4-BE49-F238E27FC236}">
                <a16:creationId xmlns:a16="http://schemas.microsoft.com/office/drawing/2014/main" id="{9C630ADE-1904-A845-A3C6-054BD1FADF5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47827" y="223640"/>
            <a:ext cx="1414163" cy="235693"/>
          </a:xfrm>
          <a:prstGeom prst="rect">
            <a:avLst/>
          </a:prstGeom>
        </p:spPr>
      </p:pic>
      <p:sp>
        <p:nvSpPr>
          <p:cNvPr id="17" name="Rectangle 16">
            <a:extLst>
              <a:ext uri="{FF2B5EF4-FFF2-40B4-BE49-F238E27FC236}">
                <a16:creationId xmlns:a16="http://schemas.microsoft.com/office/drawing/2014/main" id="{71E62643-F356-024C-9C36-E4CA0ECFC802}"/>
              </a:ext>
            </a:extLst>
          </p:cNvPr>
          <p:cNvSpPr/>
          <p:nvPr/>
        </p:nvSpPr>
        <p:spPr>
          <a:xfrm rot="10800000">
            <a:off x="10954872" y="0"/>
            <a:ext cx="412376" cy="6369133"/>
          </a:xfrm>
          <a:prstGeom prst="rect">
            <a:avLst/>
          </a:prstGeom>
          <a:solidFill>
            <a:srgbClr val="622D50">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8" name="Rectangle 17">
            <a:extLst>
              <a:ext uri="{FF2B5EF4-FFF2-40B4-BE49-F238E27FC236}">
                <a16:creationId xmlns:a16="http://schemas.microsoft.com/office/drawing/2014/main" id="{E8B57490-5508-214B-BD25-E98BF966A9AA}"/>
              </a:ext>
            </a:extLst>
          </p:cNvPr>
          <p:cNvSpPr/>
          <p:nvPr/>
        </p:nvSpPr>
        <p:spPr>
          <a:xfrm rot="10800000">
            <a:off x="11367248" y="0"/>
            <a:ext cx="412376" cy="6369133"/>
          </a:xfrm>
          <a:prstGeom prst="rect">
            <a:avLst/>
          </a:prstGeom>
          <a:solidFill>
            <a:srgbClr val="622D50">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0" name="Rectangle 19">
            <a:extLst>
              <a:ext uri="{FF2B5EF4-FFF2-40B4-BE49-F238E27FC236}">
                <a16:creationId xmlns:a16="http://schemas.microsoft.com/office/drawing/2014/main" id="{FFD39FCC-ABEC-934D-BD5A-8DAFBCBC0EFC}"/>
              </a:ext>
            </a:extLst>
          </p:cNvPr>
          <p:cNvSpPr/>
          <p:nvPr/>
        </p:nvSpPr>
        <p:spPr>
          <a:xfrm rot="10800000">
            <a:off x="11779624" y="0"/>
            <a:ext cx="412376" cy="6369131"/>
          </a:xfrm>
          <a:prstGeom prst="rect">
            <a:avLst/>
          </a:prstGeom>
          <a:solidFill>
            <a:srgbClr val="622D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833109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500"/>
                                  </p:stCondLst>
                                  <p:childTnLst>
                                    <p:set>
                                      <p:cBhvr>
                                        <p:cTn id="6" dur="1" fill="hold">
                                          <p:stCondLst>
                                            <p:cond delay="0"/>
                                          </p:stCondLst>
                                        </p:cTn>
                                        <p:tgtEl>
                                          <p:spTgt spid="19"/>
                                        </p:tgtEl>
                                        <p:attrNameLst>
                                          <p:attrName>style.visibility</p:attrName>
                                        </p:attrNameLst>
                                      </p:cBhvr>
                                      <p:to>
                                        <p:strVal val="visible"/>
                                      </p:to>
                                    </p:set>
                                    <p:animEffect transition="in" filter="wipe(down)">
                                      <p:cBhvr>
                                        <p:cTn id="7" dur="1000"/>
                                        <p:tgtEl>
                                          <p:spTgt spid="19"/>
                                        </p:tgtEl>
                                      </p:cBhvr>
                                    </p:animEffect>
                                  </p:childTnLst>
                                </p:cTn>
                              </p:par>
                            </p:childTnLst>
                          </p:cTn>
                        </p:par>
                        <p:par>
                          <p:cTn id="8" fill="hold">
                            <p:stCondLst>
                              <p:cond delay="1500"/>
                            </p:stCondLst>
                            <p:childTnLst>
                              <p:par>
                                <p:cTn id="9" presetID="2" presetClass="entr" presetSubtype="2" fill="hold" grpId="0" nodeType="after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1+#ppt_w/2"/>
                                          </p:val>
                                        </p:tav>
                                        <p:tav tm="100000">
                                          <p:val>
                                            <p:strVal val="#ppt_x"/>
                                          </p:val>
                                        </p:tav>
                                      </p:tavLst>
                                    </p:anim>
                                    <p:anim calcmode="lin" valueType="num">
                                      <p:cBhvr additive="base">
                                        <p:cTn id="12" dur="500" fill="hold"/>
                                        <p:tgtEl>
                                          <p:spTgt spid="17"/>
                                        </p:tgtEl>
                                        <p:attrNameLst>
                                          <p:attrName>ppt_y</p:attrName>
                                        </p:attrNameLst>
                                      </p:cBhvr>
                                      <p:tavLst>
                                        <p:tav tm="0">
                                          <p:val>
                                            <p:strVal val="#ppt_y"/>
                                          </p:val>
                                        </p:tav>
                                        <p:tav tm="100000">
                                          <p:val>
                                            <p:strVal val="#ppt_y"/>
                                          </p:val>
                                        </p:tav>
                                      </p:tavLst>
                                    </p:anim>
                                  </p:childTnLst>
                                </p:cTn>
                              </p:par>
                            </p:childTnLst>
                          </p:cTn>
                        </p:par>
                        <p:par>
                          <p:cTn id="13" fill="hold">
                            <p:stCondLst>
                              <p:cond delay="2000"/>
                            </p:stCondLst>
                            <p:childTnLst>
                              <p:par>
                                <p:cTn id="14" presetID="2" presetClass="entr" presetSubtype="2" fill="hold" grpId="0" nodeType="afterEffect">
                                  <p:stCondLst>
                                    <p:cond delay="0"/>
                                  </p:stCondLst>
                                  <p:childTnLst>
                                    <p:set>
                                      <p:cBhvr>
                                        <p:cTn id="15" dur="1" fill="hold">
                                          <p:stCondLst>
                                            <p:cond delay="0"/>
                                          </p:stCondLst>
                                        </p:cTn>
                                        <p:tgtEl>
                                          <p:spTgt spid="18"/>
                                        </p:tgtEl>
                                        <p:attrNameLst>
                                          <p:attrName>style.visibility</p:attrName>
                                        </p:attrNameLst>
                                      </p:cBhvr>
                                      <p:to>
                                        <p:strVal val="visible"/>
                                      </p:to>
                                    </p:set>
                                    <p:anim calcmode="lin" valueType="num">
                                      <p:cBhvr additive="base">
                                        <p:cTn id="16" dur="500" fill="hold"/>
                                        <p:tgtEl>
                                          <p:spTgt spid="18"/>
                                        </p:tgtEl>
                                        <p:attrNameLst>
                                          <p:attrName>ppt_x</p:attrName>
                                        </p:attrNameLst>
                                      </p:cBhvr>
                                      <p:tavLst>
                                        <p:tav tm="0">
                                          <p:val>
                                            <p:strVal val="1+#ppt_w/2"/>
                                          </p:val>
                                        </p:tav>
                                        <p:tav tm="100000">
                                          <p:val>
                                            <p:strVal val="#ppt_x"/>
                                          </p:val>
                                        </p:tav>
                                      </p:tavLst>
                                    </p:anim>
                                    <p:anim calcmode="lin" valueType="num">
                                      <p:cBhvr additive="base">
                                        <p:cTn id="17" dur="500" fill="hold"/>
                                        <p:tgtEl>
                                          <p:spTgt spid="18"/>
                                        </p:tgtEl>
                                        <p:attrNameLst>
                                          <p:attrName>ppt_y</p:attrName>
                                        </p:attrNameLst>
                                      </p:cBhvr>
                                      <p:tavLst>
                                        <p:tav tm="0">
                                          <p:val>
                                            <p:strVal val="#ppt_y"/>
                                          </p:val>
                                        </p:tav>
                                        <p:tav tm="100000">
                                          <p:val>
                                            <p:strVal val="#ppt_y"/>
                                          </p:val>
                                        </p:tav>
                                      </p:tavLst>
                                    </p:anim>
                                  </p:childTnLst>
                                </p:cTn>
                              </p:par>
                            </p:childTnLst>
                          </p:cTn>
                        </p:par>
                        <p:par>
                          <p:cTn id="18" fill="hold">
                            <p:stCondLst>
                              <p:cond delay="2500"/>
                            </p:stCondLst>
                            <p:childTnLst>
                              <p:par>
                                <p:cTn id="19" presetID="2" presetClass="entr" presetSubtype="2" fill="hold" grpId="0" nodeType="afterEffect">
                                  <p:stCondLst>
                                    <p:cond delay="0"/>
                                  </p:stCondLst>
                                  <p:childTnLst>
                                    <p:set>
                                      <p:cBhvr>
                                        <p:cTn id="20" dur="1" fill="hold">
                                          <p:stCondLst>
                                            <p:cond delay="0"/>
                                          </p:stCondLst>
                                        </p:cTn>
                                        <p:tgtEl>
                                          <p:spTgt spid="20"/>
                                        </p:tgtEl>
                                        <p:attrNameLst>
                                          <p:attrName>style.visibility</p:attrName>
                                        </p:attrNameLst>
                                      </p:cBhvr>
                                      <p:to>
                                        <p:strVal val="visible"/>
                                      </p:to>
                                    </p:set>
                                    <p:anim calcmode="lin" valueType="num">
                                      <p:cBhvr additive="base">
                                        <p:cTn id="21" dur="500" fill="hold"/>
                                        <p:tgtEl>
                                          <p:spTgt spid="20"/>
                                        </p:tgtEl>
                                        <p:attrNameLst>
                                          <p:attrName>ppt_x</p:attrName>
                                        </p:attrNameLst>
                                      </p:cBhvr>
                                      <p:tavLst>
                                        <p:tav tm="0">
                                          <p:val>
                                            <p:strVal val="1+#ppt_w/2"/>
                                          </p:val>
                                        </p:tav>
                                        <p:tav tm="100000">
                                          <p:val>
                                            <p:strVal val="#ppt_x"/>
                                          </p:val>
                                        </p:tav>
                                      </p:tavLst>
                                    </p:anim>
                                    <p:anim calcmode="lin" valueType="num">
                                      <p:cBhvr additive="base">
                                        <p:cTn id="22" dur="500" fill="hold"/>
                                        <p:tgtEl>
                                          <p:spTgt spid="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20" grpId="0" animBg="1"/>
    </p:bldLst>
  </p:timing>
  <p:hf hdr="0" ftr="0" dt="0"/>
  <p:extLst>
    <p:ext uri="{DCECCB84-F9BA-43D5-87BE-67443E8EF086}">
      <p15:sldGuideLst xmlns:p15="http://schemas.microsoft.com/office/powerpoint/2012/main">
        <p15:guide id="1" orient="horz" pos="300">
          <p15:clr>
            <a:srgbClr val="FBAE40"/>
          </p15:clr>
        </p15:guide>
        <p15:guide id="2" orient="horz" pos="29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1_Title, Sub, 1 Conten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150DE24A-01F2-694C-BA3C-5EAF2313849D}"/>
              </a:ext>
            </a:extLst>
          </p:cNvPr>
          <p:cNvSpPr>
            <a:spLocks noGrp="1"/>
          </p:cNvSpPr>
          <p:nvPr>
            <p:ph type="pic" sz="quarter" idx="14"/>
          </p:nvPr>
        </p:nvSpPr>
        <p:spPr>
          <a:xfrm>
            <a:off x="0" y="0"/>
            <a:ext cx="3448051" cy="6858000"/>
          </a:xfrm>
        </p:spPr>
        <p:txBody>
          <a:bodyPr/>
          <a:lstStyle/>
          <a:p>
            <a:r>
              <a:rPr lang="en-US"/>
              <a:t>Click icon to add picture</a:t>
            </a:r>
          </a:p>
        </p:txBody>
      </p:sp>
      <p:sp>
        <p:nvSpPr>
          <p:cNvPr id="15" name="Rectangle 14">
            <a:extLst>
              <a:ext uri="{FF2B5EF4-FFF2-40B4-BE49-F238E27FC236}">
                <a16:creationId xmlns:a16="http://schemas.microsoft.com/office/drawing/2014/main" id="{4F2316C0-463F-2944-BA12-1BAEA5AF232B}"/>
              </a:ext>
            </a:extLst>
          </p:cNvPr>
          <p:cNvSpPr/>
          <p:nvPr/>
        </p:nvSpPr>
        <p:spPr>
          <a:xfrm>
            <a:off x="509516" y="1"/>
            <a:ext cx="181971" cy="15740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2" name="Text Placeholder 11">
            <a:extLst>
              <a:ext uri="{FF2B5EF4-FFF2-40B4-BE49-F238E27FC236}">
                <a16:creationId xmlns:a16="http://schemas.microsoft.com/office/drawing/2014/main" id="{EDBD8EC4-5B13-8E4D-A8AF-150A77D87405}"/>
              </a:ext>
            </a:extLst>
          </p:cNvPr>
          <p:cNvSpPr>
            <a:spLocks noGrp="1"/>
          </p:cNvSpPr>
          <p:nvPr>
            <p:ph type="body" sz="quarter" idx="13" hasCustomPrompt="1"/>
          </p:nvPr>
        </p:nvSpPr>
        <p:spPr>
          <a:xfrm>
            <a:off x="4272792" y="1291167"/>
            <a:ext cx="7081008" cy="154517"/>
          </a:xfrm>
        </p:spPr>
        <p:txBody>
          <a:bodyPr>
            <a:noAutofit/>
          </a:bodyPr>
          <a:lstStyle>
            <a:lvl1pPr>
              <a:lnSpc>
                <a:spcPts val="1467"/>
              </a:lnSpc>
              <a:spcBef>
                <a:spcPts val="0"/>
              </a:spcBef>
              <a:defRPr sz="1333" b="0" i="0" cap="none" spc="67" baseline="0">
                <a:solidFill>
                  <a:schemeClr val="accent6"/>
                </a:solidFill>
                <a:latin typeface="Lato" panose="020F0502020204030203" pitchFamily="34" charset="0"/>
                <a:ea typeface="Lato" panose="020F0502020204030203" pitchFamily="34" charset="0"/>
                <a:cs typeface="Lato" panose="020F0502020204030203" pitchFamily="34" charset="0"/>
              </a:defRPr>
            </a:lvl1pPr>
            <a:lvl2pPr marL="156629" indent="0">
              <a:buNone/>
              <a:defRPr/>
            </a:lvl2pPr>
          </a:lstStyle>
          <a:p>
            <a:pPr lvl="0"/>
            <a:r>
              <a:rPr lang="en-US"/>
              <a:t>Lorem Ipsum</a:t>
            </a:r>
          </a:p>
        </p:txBody>
      </p:sp>
      <p:sp>
        <p:nvSpPr>
          <p:cNvPr id="6" name="Rectangle 5">
            <a:extLst>
              <a:ext uri="{FF2B5EF4-FFF2-40B4-BE49-F238E27FC236}">
                <a16:creationId xmlns:a16="http://schemas.microsoft.com/office/drawing/2014/main" id="{47ECC3ED-5402-BF44-8FAD-90852E746713}"/>
              </a:ext>
            </a:extLst>
          </p:cNvPr>
          <p:cNvSpPr/>
          <p:nvPr/>
        </p:nvSpPr>
        <p:spPr>
          <a:xfrm>
            <a:off x="-4544" y="0"/>
            <a:ext cx="412376" cy="6858000"/>
          </a:xfrm>
          <a:prstGeom prst="rect">
            <a:avLst/>
          </a:prstGeom>
          <a:solidFill>
            <a:schemeClr val="tx2">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Rectangle 6">
            <a:extLst>
              <a:ext uri="{FF2B5EF4-FFF2-40B4-BE49-F238E27FC236}">
                <a16:creationId xmlns:a16="http://schemas.microsoft.com/office/drawing/2014/main" id="{304CD7C5-025E-124F-80C7-0086DB4F067E}"/>
              </a:ext>
            </a:extLst>
          </p:cNvPr>
          <p:cNvSpPr/>
          <p:nvPr/>
        </p:nvSpPr>
        <p:spPr>
          <a:xfrm>
            <a:off x="407832" y="0"/>
            <a:ext cx="412376" cy="6858000"/>
          </a:xfrm>
          <a:prstGeom prst="rect">
            <a:avLst/>
          </a:prstGeom>
          <a:solidFill>
            <a:schemeClr val="tx2">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8" name="Rectangle 7">
            <a:extLst>
              <a:ext uri="{FF2B5EF4-FFF2-40B4-BE49-F238E27FC236}">
                <a16:creationId xmlns:a16="http://schemas.microsoft.com/office/drawing/2014/main" id="{B8490879-0C70-8947-8466-F20A85DD3A77}"/>
              </a:ext>
            </a:extLst>
          </p:cNvPr>
          <p:cNvSpPr/>
          <p:nvPr/>
        </p:nvSpPr>
        <p:spPr>
          <a:xfrm>
            <a:off x="820208" y="1"/>
            <a:ext cx="412376" cy="6858000"/>
          </a:xfrm>
          <a:prstGeom prst="rect">
            <a:avLst/>
          </a:prstGeom>
          <a:solidFill>
            <a:schemeClr val="tx2">
              <a:lumMod val="60000"/>
              <a:lumOff val="40000"/>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nvGrpSpPr>
          <p:cNvPr id="9" name="Group 8">
            <a:extLst>
              <a:ext uri="{FF2B5EF4-FFF2-40B4-BE49-F238E27FC236}">
                <a16:creationId xmlns:a16="http://schemas.microsoft.com/office/drawing/2014/main" id="{DBF029EB-89D2-214A-B9A6-C3F76967D00C}"/>
              </a:ext>
            </a:extLst>
          </p:cNvPr>
          <p:cNvGrpSpPr/>
          <p:nvPr/>
        </p:nvGrpSpPr>
        <p:grpSpPr>
          <a:xfrm>
            <a:off x="4021667" y="-14533"/>
            <a:ext cx="60959" cy="1521600"/>
            <a:chOff x="452509" y="-10900"/>
            <a:chExt cx="45719" cy="1141200"/>
          </a:xfrm>
        </p:grpSpPr>
        <p:cxnSp>
          <p:nvCxnSpPr>
            <p:cNvPr id="10" name="Straight Connector 9">
              <a:extLst>
                <a:ext uri="{FF2B5EF4-FFF2-40B4-BE49-F238E27FC236}">
                  <a16:creationId xmlns:a16="http://schemas.microsoft.com/office/drawing/2014/main" id="{BFB8ABBB-1E79-A742-B52F-79D189260CB2}"/>
                </a:ext>
              </a:extLst>
            </p:cNvPr>
            <p:cNvCxnSpPr>
              <a:cxnSpLocks/>
            </p:cNvCxnSpPr>
            <p:nvPr/>
          </p:nvCxnSpPr>
          <p:spPr>
            <a:xfrm>
              <a:off x="472574" y="-10900"/>
              <a:ext cx="0" cy="1141200"/>
            </a:xfrm>
            <a:prstGeom prst="line">
              <a:avLst/>
            </a:prstGeom>
            <a:ln>
              <a:solidFill>
                <a:srgbClr val="A3B5BA"/>
              </a:solidFill>
            </a:ln>
          </p:spPr>
          <p:style>
            <a:lnRef idx="1">
              <a:schemeClr val="accent6"/>
            </a:lnRef>
            <a:fillRef idx="0">
              <a:schemeClr val="accent6"/>
            </a:fillRef>
            <a:effectRef idx="0">
              <a:schemeClr val="accent6"/>
            </a:effectRef>
            <a:fontRef idx="minor">
              <a:schemeClr val="tx1"/>
            </a:fontRef>
          </p:style>
        </p:cxnSp>
        <p:sp>
          <p:nvSpPr>
            <p:cNvPr id="11" name="Rectangle 10">
              <a:extLst>
                <a:ext uri="{FF2B5EF4-FFF2-40B4-BE49-F238E27FC236}">
                  <a16:creationId xmlns:a16="http://schemas.microsoft.com/office/drawing/2014/main" id="{756573C3-98D7-AB40-A30E-D36C189605AE}"/>
                </a:ext>
              </a:extLst>
            </p:cNvPr>
            <p:cNvSpPr/>
            <p:nvPr/>
          </p:nvSpPr>
          <p:spPr>
            <a:xfrm>
              <a:off x="452509" y="603250"/>
              <a:ext cx="45719" cy="31115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14" name="Title 13">
            <a:extLst>
              <a:ext uri="{FF2B5EF4-FFF2-40B4-BE49-F238E27FC236}">
                <a16:creationId xmlns:a16="http://schemas.microsoft.com/office/drawing/2014/main" id="{1EA924E8-C307-7041-A728-857370761F79}"/>
              </a:ext>
            </a:extLst>
          </p:cNvPr>
          <p:cNvSpPr>
            <a:spLocks noGrp="1"/>
          </p:cNvSpPr>
          <p:nvPr>
            <p:ph type="title" hasCustomPrompt="1"/>
          </p:nvPr>
        </p:nvSpPr>
        <p:spPr>
          <a:xfrm>
            <a:off x="4258101" y="347456"/>
            <a:ext cx="7095699" cy="871744"/>
          </a:xfrm>
        </p:spPr>
        <p:txBody>
          <a:bodyPr/>
          <a:lstStyle/>
          <a:p>
            <a:r>
              <a:rPr lang="en-US"/>
              <a:t>Lorem Ipsum</a:t>
            </a:r>
          </a:p>
        </p:txBody>
      </p:sp>
      <p:sp>
        <p:nvSpPr>
          <p:cNvPr id="16" name="Content Placeholder 2">
            <a:extLst>
              <a:ext uri="{FF2B5EF4-FFF2-40B4-BE49-F238E27FC236}">
                <a16:creationId xmlns:a16="http://schemas.microsoft.com/office/drawing/2014/main" id="{4723E57A-4150-5847-897F-90FB35EC3CEB}"/>
              </a:ext>
            </a:extLst>
          </p:cNvPr>
          <p:cNvSpPr>
            <a:spLocks noGrp="1"/>
          </p:cNvSpPr>
          <p:nvPr>
            <p:ph sz="half" idx="1" hasCustomPrompt="1"/>
          </p:nvPr>
        </p:nvSpPr>
        <p:spPr>
          <a:xfrm>
            <a:off x="4268259" y="1825625"/>
            <a:ext cx="7085539" cy="4351339"/>
          </a:xfrm>
        </p:spPr>
        <p:txBody>
          <a:bodyPr/>
          <a:lstStyle>
            <a:lvl2pPr>
              <a:defRPr b="0" i="0">
                <a:latin typeface="Lato Light" panose="020F0502020204030203" pitchFamily="34" charset="0"/>
                <a:ea typeface="Lato Light" panose="020F0502020204030203" pitchFamily="34" charset="0"/>
                <a:cs typeface="Lato Light" panose="020F0502020204030203" pitchFamily="34" charset="0"/>
              </a:defRPr>
            </a:lvl2pPr>
            <a:lvl3pPr>
              <a:defRPr b="0" i="0">
                <a:latin typeface="Lato Light" panose="020F0502020204030203" pitchFamily="34" charset="0"/>
                <a:ea typeface="Lato Light" panose="020F0502020204030203" pitchFamily="34" charset="0"/>
                <a:cs typeface="Lato Light" panose="020F0502020204030203" pitchFamily="34" charset="0"/>
              </a:defRPr>
            </a:lvl3pPr>
            <a:lvl4pPr>
              <a:defRPr b="0" i="0">
                <a:latin typeface="Lato Light" panose="020F0502020204030203" pitchFamily="34" charset="0"/>
                <a:ea typeface="Lato Light" panose="020F0502020204030203" pitchFamily="34" charset="0"/>
                <a:cs typeface="Lato Light" panose="020F0502020204030203" pitchFamily="34" charset="0"/>
              </a:defRPr>
            </a:lvl4pPr>
            <a:lvl5pPr>
              <a:defRPr b="0" i="0">
                <a:latin typeface="Lato Light" panose="020F0502020204030203" pitchFamily="34" charset="0"/>
                <a:ea typeface="Lato Light" panose="020F0502020204030203" pitchFamily="34" charset="0"/>
                <a:cs typeface="Lato Light" panose="020F0502020204030203" pitchFamily="34" charset="0"/>
              </a:defRPr>
            </a:lvl5pPr>
          </a:lstStyle>
          <a:p>
            <a:pPr lvl="0"/>
            <a:r>
              <a:rPr lang="en-US"/>
              <a:t>Lorem Ipsum</a:t>
            </a:r>
          </a:p>
          <a:p>
            <a:pPr lvl="1"/>
            <a:r>
              <a:rPr lang="en-US"/>
              <a:t>Lorem ipsum</a:t>
            </a:r>
          </a:p>
          <a:p>
            <a:pPr lvl="2"/>
            <a:r>
              <a:rPr lang="en-US"/>
              <a:t>Lorem ipsum</a:t>
            </a:r>
          </a:p>
          <a:p>
            <a:pPr lvl="3"/>
            <a:r>
              <a:rPr lang="en-US"/>
              <a:t>Lorem ipsum</a:t>
            </a:r>
          </a:p>
          <a:p>
            <a:pPr lvl="4"/>
            <a:r>
              <a:rPr lang="en-US"/>
              <a:t>Lorem ipsum</a:t>
            </a:r>
          </a:p>
        </p:txBody>
      </p:sp>
    </p:spTree>
    <p:extLst>
      <p:ext uri="{BB962C8B-B14F-4D97-AF65-F5344CB8AC3E}">
        <p14:creationId xmlns:p14="http://schemas.microsoft.com/office/powerpoint/2010/main" val="446852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0-#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0-#ppt_w/2"/>
                                          </p:val>
                                        </p:tav>
                                        <p:tav tm="100000">
                                          <p:val>
                                            <p:strVal val="#ppt_x"/>
                                          </p:val>
                                        </p:tav>
                                      </p:tavLst>
                                    </p:anim>
                                    <p:anim calcmode="lin" valueType="num">
                                      <p:cBhvr additive="base">
                                        <p:cTn id="1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2_Title, Sub, 1 Content">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EDBD8EC4-5B13-8E4D-A8AF-150A77D87405}"/>
              </a:ext>
            </a:extLst>
          </p:cNvPr>
          <p:cNvSpPr>
            <a:spLocks noGrp="1"/>
          </p:cNvSpPr>
          <p:nvPr>
            <p:ph type="body" sz="quarter" idx="13" hasCustomPrompt="1"/>
          </p:nvPr>
        </p:nvSpPr>
        <p:spPr>
          <a:xfrm>
            <a:off x="829734" y="1295400"/>
            <a:ext cx="7736063" cy="154517"/>
          </a:xfrm>
        </p:spPr>
        <p:txBody>
          <a:bodyPr>
            <a:noAutofit/>
          </a:bodyPr>
          <a:lstStyle>
            <a:lvl1pPr>
              <a:lnSpc>
                <a:spcPts val="1467"/>
              </a:lnSpc>
              <a:spcBef>
                <a:spcPts val="0"/>
              </a:spcBef>
              <a:defRPr sz="1333" b="0" i="0" cap="none" spc="67" baseline="0">
                <a:solidFill>
                  <a:schemeClr val="accent6"/>
                </a:solidFill>
                <a:latin typeface="Lato" panose="020F0502020204030203" pitchFamily="34" charset="0"/>
                <a:ea typeface="Lato" panose="020F0502020204030203" pitchFamily="34" charset="0"/>
                <a:cs typeface="Lato" panose="020F0502020204030203" pitchFamily="34" charset="0"/>
              </a:defRPr>
            </a:lvl1pPr>
            <a:lvl2pPr marL="156629" indent="0">
              <a:buNone/>
              <a:defRPr/>
            </a:lvl2pPr>
          </a:lstStyle>
          <a:p>
            <a:pPr lvl="0"/>
            <a:r>
              <a:rPr lang="en-US"/>
              <a:t>Lorem ipsum</a:t>
            </a:r>
          </a:p>
        </p:txBody>
      </p:sp>
      <p:sp>
        <p:nvSpPr>
          <p:cNvPr id="14" name="Title 13">
            <a:extLst>
              <a:ext uri="{FF2B5EF4-FFF2-40B4-BE49-F238E27FC236}">
                <a16:creationId xmlns:a16="http://schemas.microsoft.com/office/drawing/2014/main" id="{1EA924E8-C307-7041-A728-857370761F79}"/>
              </a:ext>
            </a:extLst>
          </p:cNvPr>
          <p:cNvSpPr>
            <a:spLocks noGrp="1"/>
          </p:cNvSpPr>
          <p:nvPr>
            <p:ph type="title" hasCustomPrompt="1"/>
          </p:nvPr>
        </p:nvSpPr>
        <p:spPr>
          <a:xfrm>
            <a:off x="829734" y="347456"/>
            <a:ext cx="7741061" cy="871744"/>
          </a:xfrm>
        </p:spPr>
        <p:txBody>
          <a:bodyPr/>
          <a:lstStyle/>
          <a:p>
            <a:r>
              <a:rPr lang="en-US"/>
              <a:t>Lorem Ipsum</a:t>
            </a:r>
          </a:p>
        </p:txBody>
      </p:sp>
    </p:spTree>
    <p:extLst>
      <p:ext uri="{BB962C8B-B14F-4D97-AF65-F5344CB8AC3E}">
        <p14:creationId xmlns:p14="http://schemas.microsoft.com/office/powerpoint/2010/main" val="3429119790"/>
      </p:ext>
    </p:extLst>
  </p:cSld>
  <p:clrMapOvr>
    <a:masterClrMapping/>
  </p:clrMapOvr>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70191139"/>
      </p:ext>
    </p:extLst>
  </p:cSld>
  <p:clrMapOvr>
    <a:masterClrMapping/>
  </p:clrMapOvr>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4_Blan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33B66CD-1463-394D-93BD-969BC9BFBDEC}"/>
              </a:ext>
            </a:extLst>
          </p:cNvPr>
          <p:cNvSpPr/>
          <p:nvPr/>
        </p:nvSpPr>
        <p:spPr>
          <a:xfrm>
            <a:off x="509516" y="1"/>
            <a:ext cx="181971" cy="15740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8" name="Picture Placeholder 7">
            <a:extLst>
              <a:ext uri="{FF2B5EF4-FFF2-40B4-BE49-F238E27FC236}">
                <a16:creationId xmlns:a16="http://schemas.microsoft.com/office/drawing/2014/main" id="{70A5DD78-786C-114B-9CF1-1F01028937D9}"/>
              </a:ext>
            </a:extLst>
          </p:cNvPr>
          <p:cNvSpPr>
            <a:spLocks noGrp="1"/>
          </p:cNvSpPr>
          <p:nvPr>
            <p:ph type="pic" sz="quarter" idx="10"/>
          </p:nvPr>
        </p:nvSpPr>
        <p:spPr>
          <a:xfrm>
            <a:off x="0" y="1"/>
            <a:ext cx="12192000" cy="2774951"/>
          </a:xfrm>
        </p:spPr>
        <p:txBody>
          <a:bodyPr/>
          <a:lstStyle/>
          <a:p>
            <a:r>
              <a:rPr lang="en-US"/>
              <a:t>Click icon to add picture</a:t>
            </a:r>
          </a:p>
        </p:txBody>
      </p:sp>
      <p:sp>
        <p:nvSpPr>
          <p:cNvPr id="3" name="Rectangle 2">
            <a:extLst>
              <a:ext uri="{FF2B5EF4-FFF2-40B4-BE49-F238E27FC236}">
                <a16:creationId xmlns:a16="http://schemas.microsoft.com/office/drawing/2014/main" id="{CD6A8BE6-9708-4548-B789-FBC77580D753}"/>
              </a:ext>
            </a:extLst>
          </p:cNvPr>
          <p:cNvSpPr/>
          <p:nvPr/>
        </p:nvSpPr>
        <p:spPr>
          <a:xfrm>
            <a:off x="1" y="1"/>
            <a:ext cx="12191999" cy="2913543"/>
          </a:xfrm>
          <a:prstGeom prst="rect">
            <a:avLst/>
          </a:prstGeom>
          <a:solidFill>
            <a:schemeClr val="tx2">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 name="Rectangle 5">
            <a:extLst>
              <a:ext uri="{FF2B5EF4-FFF2-40B4-BE49-F238E27FC236}">
                <a16:creationId xmlns:a16="http://schemas.microsoft.com/office/drawing/2014/main" id="{50D6C1BB-2981-8947-AF70-B3501042DBD7}"/>
              </a:ext>
            </a:extLst>
          </p:cNvPr>
          <p:cNvSpPr/>
          <p:nvPr/>
        </p:nvSpPr>
        <p:spPr>
          <a:xfrm>
            <a:off x="0" y="2559170"/>
            <a:ext cx="12192000" cy="532833"/>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1" name="Text Placeholder 10">
            <a:extLst>
              <a:ext uri="{FF2B5EF4-FFF2-40B4-BE49-F238E27FC236}">
                <a16:creationId xmlns:a16="http://schemas.microsoft.com/office/drawing/2014/main" id="{2A1B0658-34D2-2F49-A9BF-F87D9A3991E8}"/>
              </a:ext>
            </a:extLst>
          </p:cNvPr>
          <p:cNvSpPr>
            <a:spLocks noGrp="1"/>
          </p:cNvSpPr>
          <p:nvPr>
            <p:ph type="body" sz="quarter" idx="11" hasCustomPrompt="1"/>
          </p:nvPr>
        </p:nvSpPr>
        <p:spPr>
          <a:xfrm>
            <a:off x="829733" y="330201"/>
            <a:ext cx="10549467" cy="910607"/>
          </a:xfrm>
        </p:spPr>
        <p:txBody>
          <a:bodyPr anchor="b">
            <a:normAutofit/>
          </a:bodyPr>
          <a:lstStyle>
            <a:lvl1pPr>
              <a:defRPr sz="2933" b="0" i="0">
                <a:solidFill>
                  <a:schemeClr val="bg1"/>
                </a:solidFill>
                <a:latin typeface="Lato" panose="020F0502020204030203" pitchFamily="34" charset="0"/>
                <a:ea typeface="Lato" panose="020F0502020204030203" pitchFamily="34" charset="0"/>
                <a:cs typeface="Lato" panose="020F0502020204030203" pitchFamily="34" charset="0"/>
              </a:defRPr>
            </a:lvl1pPr>
          </a:lstStyle>
          <a:p>
            <a:pPr lvl="0"/>
            <a:r>
              <a:rPr lang="en-US"/>
              <a:t>Lorem Ipsum</a:t>
            </a:r>
          </a:p>
        </p:txBody>
      </p:sp>
      <p:sp>
        <p:nvSpPr>
          <p:cNvPr id="13" name="Text Placeholder 12">
            <a:extLst>
              <a:ext uri="{FF2B5EF4-FFF2-40B4-BE49-F238E27FC236}">
                <a16:creationId xmlns:a16="http://schemas.microsoft.com/office/drawing/2014/main" id="{A5743373-9923-3540-A6F6-A5D645EF235B}"/>
              </a:ext>
            </a:extLst>
          </p:cNvPr>
          <p:cNvSpPr>
            <a:spLocks noGrp="1"/>
          </p:cNvSpPr>
          <p:nvPr>
            <p:ph type="body" sz="quarter" idx="12" hasCustomPrompt="1"/>
          </p:nvPr>
        </p:nvSpPr>
        <p:spPr>
          <a:xfrm>
            <a:off x="829733" y="1295401"/>
            <a:ext cx="10549467" cy="508000"/>
          </a:xfrm>
        </p:spPr>
        <p:txBody>
          <a:bodyPr/>
          <a:lstStyle>
            <a:lvl1pPr>
              <a:defRPr b="0" i="0">
                <a:solidFill>
                  <a:schemeClr val="bg1"/>
                </a:solidFill>
                <a:latin typeface="Lato Light" panose="020F0502020204030203" pitchFamily="34" charset="0"/>
                <a:ea typeface="Lato Light" panose="020F0502020204030203" pitchFamily="34" charset="0"/>
                <a:cs typeface="Lato Light" panose="020F0502020204030203" pitchFamily="34" charset="0"/>
              </a:defRPr>
            </a:lvl1pPr>
          </a:lstStyle>
          <a:p>
            <a:pPr lvl="0"/>
            <a:r>
              <a:rPr lang="en-US"/>
              <a:t>Lorem Ipsum</a:t>
            </a:r>
          </a:p>
        </p:txBody>
      </p:sp>
    </p:spTree>
    <p:extLst>
      <p:ext uri="{BB962C8B-B14F-4D97-AF65-F5344CB8AC3E}">
        <p14:creationId xmlns:p14="http://schemas.microsoft.com/office/powerpoint/2010/main" val="1541811800"/>
      </p:ext>
    </p:extLst>
  </p:cSld>
  <p:clrMapOvr>
    <a:masterClrMapping/>
  </p:clrMapOvr>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8_Blan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33B66CD-1463-394D-93BD-969BC9BFBDEC}"/>
              </a:ext>
            </a:extLst>
          </p:cNvPr>
          <p:cNvSpPr/>
          <p:nvPr/>
        </p:nvSpPr>
        <p:spPr>
          <a:xfrm>
            <a:off x="509516" y="1"/>
            <a:ext cx="181971" cy="15740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0" name="Picture Placeholder 7" descr="A picture containing dog, water, clock, meter&#10;&#10;Description automatically generated">
            <a:extLst>
              <a:ext uri="{FF2B5EF4-FFF2-40B4-BE49-F238E27FC236}">
                <a16:creationId xmlns:a16="http://schemas.microsoft.com/office/drawing/2014/main" id="{AEFAC966-EC19-E447-AA51-160D8869F352}"/>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0" y="1"/>
            <a:ext cx="12192000" cy="1599211"/>
          </a:xfrm>
          <a:prstGeom prst="rect">
            <a:avLst/>
          </a:prstGeom>
        </p:spPr>
      </p:pic>
      <p:sp>
        <p:nvSpPr>
          <p:cNvPr id="3" name="Rectangle 2">
            <a:extLst>
              <a:ext uri="{FF2B5EF4-FFF2-40B4-BE49-F238E27FC236}">
                <a16:creationId xmlns:a16="http://schemas.microsoft.com/office/drawing/2014/main" id="{CD6A8BE6-9708-4548-B789-FBC77580D753}"/>
              </a:ext>
            </a:extLst>
          </p:cNvPr>
          <p:cNvSpPr/>
          <p:nvPr/>
        </p:nvSpPr>
        <p:spPr>
          <a:xfrm>
            <a:off x="1" y="1"/>
            <a:ext cx="12191999" cy="1599211"/>
          </a:xfrm>
          <a:prstGeom prst="rect">
            <a:avLst/>
          </a:prstGeom>
          <a:solidFill>
            <a:schemeClr val="tx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 name="Rectangle 5">
            <a:extLst>
              <a:ext uri="{FF2B5EF4-FFF2-40B4-BE49-F238E27FC236}">
                <a16:creationId xmlns:a16="http://schemas.microsoft.com/office/drawing/2014/main" id="{50D6C1BB-2981-8947-AF70-B3501042DBD7}"/>
              </a:ext>
            </a:extLst>
          </p:cNvPr>
          <p:cNvSpPr/>
          <p:nvPr/>
        </p:nvSpPr>
        <p:spPr>
          <a:xfrm>
            <a:off x="0" y="1599213"/>
            <a:ext cx="12192000" cy="33019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1" name="Text Placeholder 10">
            <a:extLst>
              <a:ext uri="{FF2B5EF4-FFF2-40B4-BE49-F238E27FC236}">
                <a16:creationId xmlns:a16="http://schemas.microsoft.com/office/drawing/2014/main" id="{2A1B0658-34D2-2F49-A9BF-F87D9A3991E8}"/>
              </a:ext>
            </a:extLst>
          </p:cNvPr>
          <p:cNvSpPr>
            <a:spLocks noGrp="1"/>
          </p:cNvSpPr>
          <p:nvPr>
            <p:ph type="body" sz="quarter" idx="11" hasCustomPrompt="1"/>
          </p:nvPr>
        </p:nvSpPr>
        <p:spPr>
          <a:xfrm>
            <a:off x="829733" y="330201"/>
            <a:ext cx="10549467" cy="910607"/>
          </a:xfrm>
        </p:spPr>
        <p:txBody>
          <a:bodyPr anchor="b">
            <a:normAutofit/>
          </a:bodyPr>
          <a:lstStyle>
            <a:lvl1pPr>
              <a:defRPr sz="2933" b="0" i="0">
                <a:solidFill>
                  <a:schemeClr val="bg1"/>
                </a:solidFill>
                <a:latin typeface="Lato" panose="020F0502020204030203" pitchFamily="34" charset="0"/>
                <a:ea typeface="Lato" panose="020F0502020204030203" pitchFamily="34" charset="0"/>
                <a:cs typeface="Lato" panose="020F0502020204030203" pitchFamily="34" charset="0"/>
              </a:defRPr>
            </a:lvl1pPr>
          </a:lstStyle>
          <a:p>
            <a:pPr lvl="0"/>
            <a:r>
              <a:rPr lang="en-US"/>
              <a:t>Lorem Ipsum</a:t>
            </a:r>
          </a:p>
        </p:txBody>
      </p:sp>
      <p:sp>
        <p:nvSpPr>
          <p:cNvPr id="12" name="Text Placeholder 13">
            <a:extLst>
              <a:ext uri="{FF2B5EF4-FFF2-40B4-BE49-F238E27FC236}">
                <a16:creationId xmlns:a16="http://schemas.microsoft.com/office/drawing/2014/main" id="{C6E8DB01-9F80-944D-A985-8F8EACA88F28}"/>
              </a:ext>
            </a:extLst>
          </p:cNvPr>
          <p:cNvSpPr>
            <a:spLocks noGrp="1"/>
          </p:cNvSpPr>
          <p:nvPr>
            <p:ph type="body" sz="quarter" idx="12"/>
          </p:nvPr>
        </p:nvSpPr>
        <p:spPr>
          <a:xfrm>
            <a:off x="829734" y="2060735"/>
            <a:ext cx="10549465" cy="42227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84055732"/>
      </p:ext>
    </p:extLst>
  </p:cSld>
  <p:clrMapOvr>
    <a:masterClrMapping/>
  </p:clrMapOvr>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17_Blan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33B66CD-1463-394D-93BD-969BC9BFBDEC}"/>
              </a:ext>
            </a:extLst>
          </p:cNvPr>
          <p:cNvSpPr/>
          <p:nvPr/>
        </p:nvSpPr>
        <p:spPr>
          <a:xfrm>
            <a:off x="509516" y="1"/>
            <a:ext cx="181971" cy="15740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1" name="Text Placeholder 10">
            <a:extLst>
              <a:ext uri="{FF2B5EF4-FFF2-40B4-BE49-F238E27FC236}">
                <a16:creationId xmlns:a16="http://schemas.microsoft.com/office/drawing/2014/main" id="{2A1B0658-34D2-2F49-A9BF-F87D9A3991E8}"/>
              </a:ext>
            </a:extLst>
          </p:cNvPr>
          <p:cNvSpPr>
            <a:spLocks noGrp="1"/>
          </p:cNvSpPr>
          <p:nvPr>
            <p:ph type="body" sz="quarter" idx="11" hasCustomPrompt="1"/>
          </p:nvPr>
        </p:nvSpPr>
        <p:spPr>
          <a:xfrm>
            <a:off x="1012435" y="330645"/>
            <a:ext cx="10549467" cy="910607"/>
          </a:xfrm>
        </p:spPr>
        <p:txBody>
          <a:bodyPr anchor="b">
            <a:normAutofit/>
          </a:bodyPr>
          <a:lstStyle>
            <a:lvl1pPr>
              <a:defRPr sz="2933" b="0" i="0">
                <a:solidFill>
                  <a:schemeClr val="bg1"/>
                </a:solidFill>
                <a:latin typeface="Lato" panose="020F0502020204030203" pitchFamily="34" charset="0"/>
                <a:ea typeface="Lato" panose="020F0502020204030203" pitchFamily="34" charset="0"/>
                <a:cs typeface="Lato" panose="020F0502020204030203" pitchFamily="34" charset="0"/>
              </a:defRPr>
            </a:lvl1pPr>
          </a:lstStyle>
          <a:p>
            <a:pPr lvl="0"/>
            <a:r>
              <a:rPr lang="en-US"/>
              <a:t>Lorem Ipsum</a:t>
            </a:r>
          </a:p>
        </p:txBody>
      </p:sp>
      <p:sp>
        <p:nvSpPr>
          <p:cNvPr id="13" name="Text Placeholder 12">
            <a:extLst>
              <a:ext uri="{FF2B5EF4-FFF2-40B4-BE49-F238E27FC236}">
                <a16:creationId xmlns:a16="http://schemas.microsoft.com/office/drawing/2014/main" id="{A5743373-9923-3540-A6F6-A5D645EF235B}"/>
              </a:ext>
            </a:extLst>
          </p:cNvPr>
          <p:cNvSpPr>
            <a:spLocks noGrp="1"/>
          </p:cNvSpPr>
          <p:nvPr>
            <p:ph type="body" sz="quarter" idx="12" hasCustomPrompt="1"/>
          </p:nvPr>
        </p:nvSpPr>
        <p:spPr>
          <a:xfrm>
            <a:off x="1012435" y="1320041"/>
            <a:ext cx="10549467" cy="508000"/>
          </a:xfrm>
        </p:spPr>
        <p:txBody>
          <a:bodyPr/>
          <a:lstStyle>
            <a:lvl1pPr>
              <a:defRPr b="0" i="0">
                <a:solidFill>
                  <a:schemeClr val="bg1"/>
                </a:solidFill>
                <a:latin typeface="Lato Light" panose="020F0502020204030203" pitchFamily="34" charset="0"/>
                <a:ea typeface="Lato Light" panose="020F0502020204030203" pitchFamily="34" charset="0"/>
                <a:cs typeface="Lato Light" panose="020F0502020204030203" pitchFamily="34" charset="0"/>
              </a:defRPr>
            </a:lvl1pPr>
          </a:lstStyle>
          <a:p>
            <a:pPr lvl="0"/>
            <a:r>
              <a:rPr lang="en-US"/>
              <a:t>Lorem Ipsum</a:t>
            </a:r>
          </a:p>
        </p:txBody>
      </p:sp>
      <p:cxnSp>
        <p:nvCxnSpPr>
          <p:cNvPr id="6" name="Straight Connector 5">
            <a:extLst>
              <a:ext uri="{FF2B5EF4-FFF2-40B4-BE49-F238E27FC236}">
                <a16:creationId xmlns:a16="http://schemas.microsoft.com/office/drawing/2014/main" id="{06002C43-985F-224A-A0FB-2BBCD02C939A}"/>
              </a:ext>
            </a:extLst>
          </p:cNvPr>
          <p:cNvCxnSpPr>
            <a:cxnSpLocks/>
          </p:cNvCxnSpPr>
          <p:nvPr/>
        </p:nvCxnSpPr>
        <p:spPr>
          <a:xfrm>
            <a:off x="630099" y="-14533"/>
            <a:ext cx="0" cy="1521600"/>
          </a:xfrm>
          <a:prstGeom prst="line">
            <a:avLst/>
          </a:prstGeom>
          <a:ln>
            <a:solidFill>
              <a:srgbClr val="A3B5BA"/>
            </a:solidFill>
          </a:ln>
        </p:spPr>
        <p:style>
          <a:lnRef idx="1">
            <a:schemeClr val="accent6"/>
          </a:lnRef>
          <a:fillRef idx="0">
            <a:schemeClr val="accent6"/>
          </a:fillRef>
          <a:effectRef idx="0">
            <a:schemeClr val="accent6"/>
          </a:effectRef>
          <a:fontRef idx="minor">
            <a:schemeClr val="tx1"/>
          </a:fontRef>
        </p:style>
      </p:cxnSp>
      <p:sp>
        <p:nvSpPr>
          <p:cNvPr id="7" name="Rectangle 6">
            <a:extLst>
              <a:ext uri="{FF2B5EF4-FFF2-40B4-BE49-F238E27FC236}">
                <a16:creationId xmlns:a16="http://schemas.microsoft.com/office/drawing/2014/main" id="{07A20872-23F9-D94B-A1FD-6E51A175134E}"/>
              </a:ext>
            </a:extLst>
          </p:cNvPr>
          <p:cNvSpPr/>
          <p:nvPr/>
        </p:nvSpPr>
        <p:spPr>
          <a:xfrm>
            <a:off x="603346" y="804333"/>
            <a:ext cx="60959" cy="41486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4148007419"/>
      </p:ext>
    </p:extLst>
  </p:cSld>
  <p:clrMapOvr>
    <a:masterClrMapping/>
  </p:clrMapOvr>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E2C8855-A389-BB4F-8954-548E7C022070}"/>
              </a:ext>
            </a:extLst>
          </p:cNvPr>
          <p:cNvSpPr/>
          <p:nvPr/>
        </p:nvSpPr>
        <p:spPr>
          <a:xfrm>
            <a:off x="-27" y="0"/>
            <a:ext cx="105664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nvGrpSpPr>
          <p:cNvPr id="3" name="Group 2">
            <a:extLst>
              <a:ext uri="{FF2B5EF4-FFF2-40B4-BE49-F238E27FC236}">
                <a16:creationId xmlns:a16="http://schemas.microsoft.com/office/drawing/2014/main" id="{186C6E99-234A-FA4C-B665-0E6DE3DA4FAB}"/>
              </a:ext>
            </a:extLst>
          </p:cNvPr>
          <p:cNvGrpSpPr/>
          <p:nvPr/>
        </p:nvGrpSpPr>
        <p:grpSpPr>
          <a:xfrm>
            <a:off x="395751" y="3088640"/>
            <a:ext cx="265085" cy="3769360"/>
            <a:chOff x="792480" y="2316480"/>
            <a:chExt cx="198814" cy="2827020"/>
          </a:xfrm>
        </p:grpSpPr>
        <p:cxnSp>
          <p:nvCxnSpPr>
            <p:cNvPr id="4" name="Straight Connector 3">
              <a:extLst>
                <a:ext uri="{FF2B5EF4-FFF2-40B4-BE49-F238E27FC236}">
                  <a16:creationId xmlns:a16="http://schemas.microsoft.com/office/drawing/2014/main" id="{1086A9A0-5C5C-2A4E-B310-3445939F2CFE}"/>
                </a:ext>
              </a:extLst>
            </p:cNvPr>
            <p:cNvCxnSpPr>
              <a:cxnSpLocks/>
            </p:cNvCxnSpPr>
            <p:nvPr userDrawn="1"/>
          </p:nvCxnSpPr>
          <p:spPr>
            <a:xfrm flipV="1">
              <a:off x="891887" y="2517552"/>
              <a:ext cx="0" cy="2625948"/>
            </a:xfrm>
            <a:prstGeom prst="line">
              <a:avLst/>
            </a:prstGeom>
            <a:ln w="9525">
              <a:solidFill>
                <a:schemeClr val="bg1"/>
              </a:solidFill>
            </a:ln>
          </p:spPr>
          <p:style>
            <a:lnRef idx="1">
              <a:schemeClr val="accent6"/>
            </a:lnRef>
            <a:fillRef idx="0">
              <a:schemeClr val="accent6"/>
            </a:fillRef>
            <a:effectRef idx="0">
              <a:schemeClr val="accent6"/>
            </a:effectRef>
            <a:fontRef idx="minor">
              <a:schemeClr val="tx1"/>
            </a:fontRef>
          </p:style>
        </p:cxnSp>
        <p:sp>
          <p:nvSpPr>
            <p:cNvPr id="5" name="Oval 4">
              <a:extLst>
                <a:ext uri="{FF2B5EF4-FFF2-40B4-BE49-F238E27FC236}">
                  <a16:creationId xmlns:a16="http://schemas.microsoft.com/office/drawing/2014/main" id="{AF2E5545-7CC8-CA4C-A476-47CF1E193180}"/>
                </a:ext>
              </a:extLst>
            </p:cNvPr>
            <p:cNvSpPr/>
            <p:nvPr userDrawn="1"/>
          </p:nvSpPr>
          <p:spPr>
            <a:xfrm rot="10800000">
              <a:off x="792480" y="2316480"/>
              <a:ext cx="198814" cy="201072"/>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7" name="Picture Placeholder 6">
            <a:extLst>
              <a:ext uri="{FF2B5EF4-FFF2-40B4-BE49-F238E27FC236}">
                <a16:creationId xmlns:a16="http://schemas.microsoft.com/office/drawing/2014/main" id="{85780179-5FC8-BF44-8194-3066C6A771D5}"/>
              </a:ext>
            </a:extLst>
          </p:cNvPr>
          <p:cNvSpPr>
            <a:spLocks noGrp="1"/>
          </p:cNvSpPr>
          <p:nvPr>
            <p:ph type="pic" sz="quarter" idx="10"/>
          </p:nvPr>
        </p:nvSpPr>
        <p:spPr>
          <a:xfrm>
            <a:off x="1" y="0"/>
            <a:ext cx="12191999" cy="6858000"/>
          </a:xfrm>
        </p:spPr>
        <p:txBody>
          <a:bodyPr/>
          <a:lstStyle/>
          <a:p>
            <a:r>
              <a:rPr lang="en-US"/>
              <a:t>Click icon to add picture</a:t>
            </a:r>
          </a:p>
        </p:txBody>
      </p:sp>
    </p:spTree>
    <p:extLst>
      <p:ext uri="{BB962C8B-B14F-4D97-AF65-F5344CB8AC3E}">
        <p14:creationId xmlns:p14="http://schemas.microsoft.com/office/powerpoint/2010/main" val="126572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50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15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E2C8855-A389-BB4F-8954-548E7C022070}"/>
              </a:ext>
            </a:extLst>
          </p:cNvPr>
          <p:cNvSpPr/>
          <p:nvPr/>
        </p:nvSpPr>
        <p:spPr>
          <a:xfrm>
            <a:off x="-27" y="0"/>
            <a:ext cx="105664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nvGrpSpPr>
          <p:cNvPr id="3" name="Group 2">
            <a:extLst>
              <a:ext uri="{FF2B5EF4-FFF2-40B4-BE49-F238E27FC236}">
                <a16:creationId xmlns:a16="http://schemas.microsoft.com/office/drawing/2014/main" id="{186C6E99-234A-FA4C-B665-0E6DE3DA4FAB}"/>
              </a:ext>
            </a:extLst>
          </p:cNvPr>
          <p:cNvGrpSpPr/>
          <p:nvPr/>
        </p:nvGrpSpPr>
        <p:grpSpPr>
          <a:xfrm>
            <a:off x="395751" y="3088640"/>
            <a:ext cx="265085" cy="3769360"/>
            <a:chOff x="792480" y="2316480"/>
            <a:chExt cx="198814" cy="2827020"/>
          </a:xfrm>
        </p:grpSpPr>
        <p:cxnSp>
          <p:nvCxnSpPr>
            <p:cNvPr id="4" name="Straight Connector 3">
              <a:extLst>
                <a:ext uri="{FF2B5EF4-FFF2-40B4-BE49-F238E27FC236}">
                  <a16:creationId xmlns:a16="http://schemas.microsoft.com/office/drawing/2014/main" id="{1086A9A0-5C5C-2A4E-B310-3445939F2CFE}"/>
                </a:ext>
              </a:extLst>
            </p:cNvPr>
            <p:cNvCxnSpPr>
              <a:cxnSpLocks/>
            </p:cNvCxnSpPr>
            <p:nvPr userDrawn="1"/>
          </p:nvCxnSpPr>
          <p:spPr>
            <a:xfrm flipV="1">
              <a:off x="891887" y="2517552"/>
              <a:ext cx="0" cy="2625948"/>
            </a:xfrm>
            <a:prstGeom prst="line">
              <a:avLst/>
            </a:prstGeom>
            <a:ln w="9525">
              <a:solidFill>
                <a:schemeClr val="bg1"/>
              </a:solidFill>
            </a:ln>
          </p:spPr>
          <p:style>
            <a:lnRef idx="1">
              <a:schemeClr val="accent6"/>
            </a:lnRef>
            <a:fillRef idx="0">
              <a:schemeClr val="accent6"/>
            </a:fillRef>
            <a:effectRef idx="0">
              <a:schemeClr val="accent6"/>
            </a:effectRef>
            <a:fontRef idx="minor">
              <a:schemeClr val="tx1"/>
            </a:fontRef>
          </p:style>
        </p:cxnSp>
        <p:sp>
          <p:nvSpPr>
            <p:cNvPr id="5" name="Oval 4">
              <a:extLst>
                <a:ext uri="{FF2B5EF4-FFF2-40B4-BE49-F238E27FC236}">
                  <a16:creationId xmlns:a16="http://schemas.microsoft.com/office/drawing/2014/main" id="{AF2E5545-7CC8-CA4C-A476-47CF1E193180}"/>
                </a:ext>
              </a:extLst>
            </p:cNvPr>
            <p:cNvSpPr/>
            <p:nvPr userDrawn="1"/>
          </p:nvSpPr>
          <p:spPr>
            <a:xfrm rot="10800000">
              <a:off x="792480" y="2316480"/>
              <a:ext cx="198814" cy="201072"/>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8" name="Title Placeholder 1">
            <a:extLst>
              <a:ext uri="{FF2B5EF4-FFF2-40B4-BE49-F238E27FC236}">
                <a16:creationId xmlns:a16="http://schemas.microsoft.com/office/drawing/2014/main" id="{12040AB4-004B-D94A-8DBF-F25CD67B0FE0}"/>
              </a:ext>
            </a:extLst>
          </p:cNvPr>
          <p:cNvSpPr>
            <a:spLocks noGrp="1"/>
          </p:cNvSpPr>
          <p:nvPr>
            <p:ph type="title"/>
          </p:nvPr>
        </p:nvSpPr>
        <p:spPr>
          <a:xfrm>
            <a:off x="1676400" y="347456"/>
            <a:ext cx="10119851" cy="871744"/>
          </a:xfrm>
          <a:prstGeom prst="rect">
            <a:avLst/>
          </a:prstGeom>
        </p:spPr>
        <p:txBody>
          <a:bodyPr vert="horz" lIns="0" tIns="0" rIns="0" bIns="0" rtlCol="0" anchor="b" anchorCtr="0">
            <a:normAutofit/>
          </a:bodyPr>
          <a:lstStyle/>
          <a:p>
            <a:r>
              <a:rPr lang="en-US"/>
              <a:t>Click to edit Master title style</a:t>
            </a:r>
          </a:p>
        </p:txBody>
      </p:sp>
      <p:cxnSp>
        <p:nvCxnSpPr>
          <p:cNvPr id="10" name="Straight Connector 9">
            <a:extLst>
              <a:ext uri="{FF2B5EF4-FFF2-40B4-BE49-F238E27FC236}">
                <a16:creationId xmlns:a16="http://schemas.microsoft.com/office/drawing/2014/main" id="{B18FB06B-ADB6-9246-81F9-5A57327918FF}"/>
              </a:ext>
            </a:extLst>
          </p:cNvPr>
          <p:cNvCxnSpPr>
            <a:cxnSpLocks/>
          </p:cNvCxnSpPr>
          <p:nvPr/>
        </p:nvCxnSpPr>
        <p:spPr>
          <a:xfrm>
            <a:off x="1468299" y="-14533"/>
            <a:ext cx="0" cy="1521600"/>
          </a:xfrm>
          <a:prstGeom prst="line">
            <a:avLst/>
          </a:prstGeom>
          <a:ln>
            <a:solidFill>
              <a:srgbClr val="A3B5BA"/>
            </a:solidFill>
          </a:ln>
        </p:spPr>
        <p:style>
          <a:lnRef idx="1">
            <a:schemeClr val="accent6"/>
          </a:lnRef>
          <a:fillRef idx="0">
            <a:schemeClr val="accent6"/>
          </a:fillRef>
          <a:effectRef idx="0">
            <a:schemeClr val="accent6"/>
          </a:effectRef>
          <a:fontRef idx="minor">
            <a:schemeClr val="tx1"/>
          </a:fontRef>
        </p:style>
      </p:cxnSp>
      <p:sp>
        <p:nvSpPr>
          <p:cNvPr id="11" name="Rectangle 10">
            <a:extLst>
              <a:ext uri="{FF2B5EF4-FFF2-40B4-BE49-F238E27FC236}">
                <a16:creationId xmlns:a16="http://schemas.microsoft.com/office/drawing/2014/main" id="{0820F094-F981-0E47-8240-66891FA73838}"/>
              </a:ext>
            </a:extLst>
          </p:cNvPr>
          <p:cNvSpPr/>
          <p:nvPr/>
        </p:nvSpPr>
        <p:spPr>
          <a:xfrm>
            <a:off x="1441546" y="804333"/>
            <a:ext cx="60959" cy="41486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 name="Text Placeholder 13">
            <a:extLst>
              <a:ext uri="{FF2B5EF4-FFF2-40B4-BE49-F238E27FC236}">
                <a16:creationId xmlns:a16="http://schemas.microsoft.com/office/drawing/2014/main" id="{B05BF762-3BBC-8947-96E2-4697534EFE12}"/>
              </a:ext>
            </a:extLst>
          </p:cNvPr>
          <p:cNvSpPr>
            <a:spLocks noGrp="1"/>
          </p:cNvSpPr>
          <p:nvPr>
            <p:ph type="body" sz="quarter" idx="11"/>
          </p:nvPr>
        </p:nvSpPr>
        <p:spPr>
          <a:xfrm>
            <a:off x="1676400" y="1843618"/>
            <a:ext cx="10119784" cy="42227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16502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50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16_Blank">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12040AB4-004B-D94A-8DBF-F25CD67B0FE0}"/>
              </a:ext>
            </a:extLst>
          </p:cNvPr>
          <p:cNvSpPr>
            <a:spLocks noGrp="1"/>
          </p:cNvSpPr>
          <p:nvPr>
            <p:ph type="title"/>
          </p:nvPr>
        </p:nvSpPr>
        <p:spPr>
          <a:xfrm>
            <a:off x="936231" y="374252"/>
            <a:ext cx="10119851" cy="871744"/>
          </a:xfrm>
          <a:prstGeom prst="rect">
            <a:avLst/>
          </a:prstGeom>
        </p:spPr>
        <p:txBody>
          <a:bodyPr vert="horz" lIns="0" tIns="0" rIns="0" bIns="0" rtlCol="0" anchor="b" anchorCtr="0">
            <a:normAutofit/>
          </a:bodyPr>
          <a:lstStyle/>
          <a:p>
            <a:r>
              <a:rPr lang="en-US"/>
              <a:t>Click to edit Master title style</a:t>
            </a:r>
          </a:p>
        </p:txBody>
      </p:sp>
      <p:sp>
        <p:nvSpPr>
          <p:cNvPr id="7" name="Picture Placeholder 6">
            <a:extLst>
              <a:ext uri="{FF2B5EF4-FFF2-40B4-BE49-F238E27FC236}">
                <a16:creationId xmlns:a16="http://schemas.microsoft.com/office/drawing/2014/main" id="{EBF15DA2-B330-1545-AD8F-66F1DC0F12D0}"/>
              </a:ext>
            </a:extLst>
          </p:cNvPr>
          <p:cNvSpPr>
            <a:spLocks noGrp="1"/>
          </p:cNvSpPr>
          <p:nvPr>
            <p:ph type="pic" sz="quarter" idx="10" hasCustomPrompt="1"/>
          </p:nvPr>
        </p:nvSpPr>
        <p:spPr>
          <a:xfrm>
            <a:off x="1262967" y="2310918"/>
            <a:ext cx="1508101" cy="1506292"/>
          </a:xfrm>
          <a:prstGeom prst="ellipse">
            <a:avLst/>
          </a:prstGeom>
          <a:solidFill>
            <a:schemeClr val="bg1">
              <a:lumMod val="95000"/>
            </a:schemeClr>
          </a:solidFill>
        </p:spPr>
        <p:txBody>
          <a:bodyPr anchor="ctr"/>
          <a:lstStyle>
            <a:lvl1pPr algn="ctr">
              <a:defRPr/>
            </a:lvl1pPr>
          </a:lstStyle>
          <a:p>
            <a:r>
              <a:rPr lang="en-US"/>
              <a:t>Insert image</a:t>
            </a:r>
          </a:p>
        </p:txBody>
      </p:sp>
      <p:sp>
        <p:nvSpPr>
          <p:cNvPr id="12" name="Picture Placeholder 6">
            <a:extLst>
              <a:ext uri="{FF2B5EF4-FFF2-40B4-BE49-F238E27FC236}">
                <a16:creationId xmlns:a16="http://schemas.microsoft.com/office/drawing/2014/main" id="{0DF0DDA7-87E8-3F46-B736-FE5EF5CF9C9E}"/>
              </a:ext>
            </a:extLst>
          </p:cNvPr>
          <p:cNvSpPr>
            <a:spLocks noGrp="1"/>
          </p:cNvSpPr>
          <p:nvPr>
            <p:ph type="pic" sz="quarter" idx="11" hasCustomPrompt="1"/>
          </p:nvPr>
        </p:nvSpPr>
        <p:spPr>
          <a:xfrm>
            <a:off x="3299923" y="2310918"/>
            <a:ext cx="1508101" cy="1506292"/>
          </a:xfrm>
          <a:prstGeom prst="ellipse">
            <a:avLst/>
          </a:prstGeom>
          <a:solidFill>
            <a:schemeClr val="bg1">
              <a:lumMod val="95000"/>
            </a:schemeClr>
          </a:solidFill>
        </p:spPr>
        <p:txBody>
          <a:bodyPr anchor="ctr"/>
          <a:lstStyle>
            <a:lvl1pPr algn="ctr">
              <a:defRPr/>
            </a:lvl1pPr>
          </a:lstStyle>
          <a:p>
            <a:r>
              <a:rPr lang="en-US"/>
              <a:t>Insert image</a:t>
            </a:r>
          </a:p>
        </p:txBody>
      </p:sp>
      <p:sp>
        <p:nvSpPr>
          <p:cNvPr id="13" name="Picture Placeholder 6">
            <a:extLst>
              <a:ext uri="{FF2B5EF4-FFF2-40B4-BE49-F238E27FC236}">
                <a16:creationId xmlns:a16="http://schemas.microsoft.com/office/drawing/2014/main" id="{AB17CB28-9FE3-324D-9B29-65C4559C7275}"/>
              </a:ext>
            </a:extLst>
          </p:cNvPr>
          <p:cNvSpPr>
            <a:spLocks noGrp="1"/>
          </p:cNvSpPr>
          <p:nvPr>
            <p:ph type="pic" sz="quarter" idx="12" hasCustomPrompt="1"/>
          </p:nvPr>
        </p:nvSpPr>
        <p:spPr>
          <a:xfrm>
            <a:off x="5336879" y="2310918"/>
            <a:ext cx="1508101" cy="1506292"/>
          </a:xfrm>
          <a:prstGeom prst="ellipse">
            <a:avLst/>
          </a:prstGeom>
          <a:solidFill>
            <a:schemeClr val="bg1">
              <a:lumMod val="95000"/>
            </a:schemeClr>
          </a:solidFill>
        </p:spPr>
        <p:txBody>
          <a:bodyPr anchor="ctr"/>
          <a:lstStyle>
            <a:lvl1pPr algn="ctr">
              <a:defRPr/>
            </a:lvl1pPr>
          </a:lstStyle>
          <a:p>
            <a:r>
              <a:rPr lang="en-US"/>
              <a:t>Insert image</a:t>
            </a:r>
          </a:p>
        </p:txBody>
      </p:sp>
      <p:sp>
        <p:nvSpPr>
          <p:cNvPr id="15" name="Picture Placeholder 6">
            <a:extLst>
              <a:ext uri="{FF2B5EF4-FFF2-40B4-BE49-F238E27FC236}">
                <a16:creationId xmlns:a16="http://schemas.microsoft.com/office/drawing/2014/main" id="{5EEBCE1A-E0BD-9142-8C72-0D84FC7A56FA}"/>
              </a:ext>
            </a:extLst>
          </p:cNvPr>
          <p:cNvSpPr>
            <a:spLocks noGrp="1"/>
          </p:cNvSpPr>
          <p:nvPr>
            <p:ph type="pic" sz="quarter" idx="13" hasCustomPrompt="1"/>
          </p:nvPr>
        </p:nvSpPr>
        <p:spPr>
          <a:xfrm>
            <a:off x="7373835" y="2310918"/>
            <a:ext cx="1508101" cy="1506292"/>
          </a:xfrm>
          <a:prstGeom prst="ellipse">
            <a:avLst/>
          </a:prstGeom>
          <a:solidFill>
            <a:schemeClr val="bg1">
              <a:lumMod val="95000"/>
            </a:schemeClr>
          </a:solidFill>
        </p:spPr>
        <p:txBody>
          <a:bodyPr anchor="ctr"/>
          <a:lstStyle>
            <a:lvl1pPr algn="ctr">
              <a:defRPr/>
            </a:lvl1pPr>
          </a:lstStyle>
          <a:p>
            <a:r>
              <a:rPr lang="en-US"/>
              <a:t>Insert image</a:t>
            </a:r>
          </a:p>
        </p:txBody>
      </p:sp>
      <p:sp>
        <p:nvSpPr>
          <p:cNvPr id="16" name="Picture Placeholder 6">
            <a:extLst>
              <a:ext uri="{FF2B5EF4-FFF2-40B4-BE49-F238E27FC236}">
                <a16:creationId xmlns:a16="http://schemas.microsoft.com/office/drawing/2014/main" id="{C44FC6AA-568A-2D4E-850E-1B899862306F}"/>
              </a:ext>
            </a:extLst>
          </p:cNvPr>
          <p:cNvSpPr>
            <a:spLocks noGrp="1"/>
          </p:cNvSpPr>
          <p:nvPr>
            <p:ph type="pic" sz="quarter" idx="14" hasCustomPrompt="1"/>
          </p:nvPr>
        </p:nvSpPr>
        <p:spPr>
          <a:xfrm>
            <a:off x="9410791" y="2310918"/>
            <a:ext cx="1508101" cy="1506292"/>
          </a:xfrm>
          <a:prstGeom prst="ellipse">
            <a:avLst/>
          </a:prstGeom>
          <a:solidFill>
            <a:schemeClr val="bg1">
              <a:lumMod val="95000"/>
            </a:schemeClr>
          </a:solidFill>
        </p:spPr>
        <p:txBody>
          <a:bodyPr anchor="ctr"/>
          <a:lstStyle>
            <a:lvl1pPr algn="ctr">
              <a:defRPr/>
            </a:lvl1pPr>
          </a:lstStyle>
          <a:p>
            <a:r>
              <a:rPr lang="en-US"/>
              <a:t>Insert image</a:t>
            </a:r>
          </a:p>
        </p:txBody>
      </p:sp>
      <p:sp>
        <p:nvSpPr>
          <p:cNvPr id="17" name="Text Placeholder 16">
            <a:extLst>
              <a:ext uri="{FF2B5EF4-FFF2-40B4-BE49-F238E27FC236}">
                <a16:creationId xmlns:a16="http://schemas.microsoft.com/office/drawing/2014/main" id="{CA12F97B-91B1-DC4E-8598-0B23D202FDA6}"/>
              </a:ext>
            </a:extLst>
          </p:cNvPr>
          <p:cNvSpPr>
            <a:spLocks noGrp="1"/>
          </p:cNvSpPr>
          <p:nvPr>
            <p:ph type="body" sz="quarter" idx="15" hasCustomPrompt="1"/>
          </p:nvPr>
        </p:nvSpPr>
        <p:spPr>
          <a:xfrm>
            <a:off x="1139659" y="4066047"/>
            <a:ext cx="1754717" cy="673100"/>
          </a:xfrm>
        </p:spPr>
        <p:txBody>
          <a:bodyPr>
            <a:normAutofit/>
          </a:bodyPr>
          <a:lstStyle>
            <a:lvl1pPr algn="ctr">
              <a:lnSpc>
                <a:spcPct val="100000"/>
              </a:lnSpc>
              <a:spcBef>
                <a:spcPts val="200"/>
              </a:spcBef>
              <a:defRPr sz="1333" b="0" i="0">
                <a:solidFill>
                  <a:schemeClr val="tx2"/>
                </a:solidFill>
                <a:latin typeface="Lato Medium" panose="020F0502020204030203" pitchFamily="34" charset="0"/>
                <a:ea typeface="Lato Medium" panose="020F0502020204030203" pitchFamily="34" charset="0"/>
                <a:cs typeface="Lato Medium" panose="020F0502020204030203" pitchFamily="34" charset="0"/>
              </a:defRPr>
            </a:lvl1pPr>
            <a:lvl2pPr algn="ctr">
              <a:defRPr/>
            </a:lvl2pPr>
            <a:lvl3pPr algn="ctr">
              <a:defRPr/>
            </a:lvl3pPr>
            <a:lvl4pPr algn="ctr">
              <a:defRPr/>
            </a:lvl4pPr>
            <a:lvl5pPr algn="ctr">
              <a:defRPr/>
            </a:lvl5pPr>
          </a:lstStyle>
          <a:p>
            <a:pPr lvl="0"/>
            <a:r>
              <a:rPr lang="en-US"/>
              <a:t>NAME</a:t>
            </a:r>
          </a:p>
          <a:p>
            <a:pPr lvl="0"/>
            <a:r>
              <a:rPr lang="en-US"/>
              <a:t>Title</a:t>
            </a:r>
          </a:p>
        </p:txBody>
      </p:sp>
      <p:sp>
        <p:nvSpPr>
          <p:cNvPr id="18" name="Text Placeholder 16">
            <a:extLst>
              <a:ext uri="{FF2B5EF4-FFF2-40B4-BE49-F238E27FC236}">
                <a16:creationId xmlns:a16="http://schemas.microsoft.com/office/drawing/2014/main" id="{C0D4E428-7ACB-7248-8D21-5EF29006AB8E}"/>
              </a:ext>
            </a:extLst>
          </p:cNvPr>
          <p:cNvSpPr>
            <a:spLocks noGrp="1"/>
          </p:cNvSpPr>
          <p:nvPr>
            <p:ph type="body" sz="quarter" idx="16" hasCustomPrompt="1"/>
          </p:nvPr>
        </p:nvSpPr>
        <p:spPr>
          <a:xfrm>
            <a:off x="3176615" y="4066047"/>
            <a:ext cx="1754717" cy="673100"/>
          </a:xfrm>
        </p:spPr>
        <p:txBody>
          <a:bodyPr>
            <a:normAutofit/>
          </a:bodyPr>
          <a:lstStyle>
            <a:lvl1pPr algn="ctr">
              <a:lnSpc>
                <a:spcPct val="100000"/>
              </a:lnSpc>
              <a:spcBef>
                <a:spcPts val="200"/>
              </a:spcBef>
              <a:defRPr sz="1333" b="0" i="0">
                <a:solidFill>
                  <a:schemeClr val="tx2"/>
                </a:solidFill>
                <a:latin typeface="Lato Medium" panose="020F0502020204030203" pitchFamily="34" charset="0"/>
                <a:ea typeface="Lato Medium" panose="020F0502020204030203" pitchFamily="34" charset="0"/>
                <a:cs typeface="Lato Medium" panose="020F0502020204030203" pitchFamily="34" charset="0"/>
              </a:defRPr>
            </a:lvl1pPr>
            <a:lvl2pPr algn="ctr">
              <a:defRPr/>
            </a:lvl2pPr>
            <a:lvl3pPr algn="ctr">
              <a:defRPr/>
            </a:lvl3pPr>
            <a:lvl4pPr algn="ctr">
              <a:defRPr/>
            </a:lvl4pPr>
            <a:lvl5pPr algn="ctr">
              <a:defRPr/>
            </a:lvl5pPr>
          </a:lstStyle>
          <a:p>
            <a:pPr lvl="0"/>
            <a:r>
              <a:rPr lang="en-US"/>
              <a:t>NAME</a:t>
            </a:r>
          </a:p>
          <a:p>
            <a:pPr lvl="0"/>
            <a:r>
              <a:rPr lang="en-US"/>
              <a:t>Title</a:t>
            </a:r>
          </a:p>
        </p:txBody>
      </p:sp>
      <p:sp>
        <p:nvSpPr>
          <p:cNvPr id="19" name="Text Placeholder 16">
            <a:extLst>
              <a:ext uri="{FF2B5EF4-FFF2-40B4-BE49-F238E27FC236}">
                <a16:creationId xmlns:a16="http://schemas.microsoft.com/office/drawing/2014/main" id="{1CBCEA3E-AAD8-5D4E-AD24-9EA213E83300}"/>
              </a:ext>
            </a:extLst>
          </p:cNvPr>
          <p:cNvSpPr>
            <a:spLocks noGrp="1"/>
          </p:cNvSpPr>
          <p:nvPr>
            <p:ph type="body" sz="quarter" idx="17" hasCustomPrompt="1"/>
          </p:nvPr>
        </p:nvSpPr>
        <p:spPr>
          <a:xfrm>
            <a:off x="5199690" y="4066047"/>
            <a:ext cx="1754717" cy="673100"/>
          </a:xfrm>
        </p:spPr>
        <p:txBody>
          <a:bodyPr>
            <a:normAutofit/>
          </a:bodyPr>
          <a:lstStyle>
            <a:lvl1pPr algn="ctr">
              <a:lnSpc>
                <a:spcPct val="100000"/>
              </a:lnSpc>
              <a:spcBef>
                <a:spcPts val="200"/>
              </a:spcBef>
              <a:defRPr sz="1333" b="0" i="0">
                <a:solidFill>
                  <a:schemeClr val="tx2"/>
                </a:solidFill>
                <a:latin typeface="Lato Medium" panose="020F0502020204030203" pitchFamily="34" charset="0"/>
                <a:ea typeface="Lato Medium" panose="020F0502020204030203" pitchFamily="34" charset="0"/>
                <a:cs typeface="Lato Medium" panose="020F0502020204030203" pitchFamily="34" charset="0"/>
              </a:defRPr>
            </a:lvl1pPr>
            <a:lvl2pPr algn="ctr">
              <a:defRPr/>
            </a:lvl2pPr>
            <a:lvl3pPr algn="ctr">
              <a:defRPr/>
            </a:lvl3pPr>
            <a:lvl4pPr algn="ctr">
              <a:defRPr/>
            </a:lvl4pPr>
            <a:lvl5pPr algn="ctr">
              <a:defRPr/>
            </a:lvl5pPr>
          </a:lstStyle>
          <a:p>
            <a:pPr lvl="0"/>
            <a:r>
              <a:rPr lang="en-US"/>
              <a:t>NAME</a:t>
            </a:r>
          </a:p>
          <a:p>
            <a:pPr lvl="0"/>
            <a:r>
              <a:rPr lang="en-US"/>
              <a:t>Title</a:t>
            </a:r>
          </a:p>
        </p:txBody>
      </p:sp>
      <p:sp>
        <p:nvSpPr>
          <p:cNvPr id="20" name="Text Placeholder 16">
            <a:extLst>
              <a:ext uri="{FF2B5EF4-FFF2-40B4-BE49-F238E27FC236}">
                <a16:creationId xmlns:a16="http://schemas.microsoft.com/office/drawing/2014/main" id="{1EE2AE08-F788-384D-AAB5-DD43CB791691}"/>
              </a:ext>
            </a:extLst>
          </p:cNvPr>
          <p:cNvSpPr>
            <a:spLocks noGrp="1"/>
          </p:cNvSpPr>
          <p:nvPr>
            <p:ph type="body" sz="quarter" idx="18" hasCustomPrompt="1"/>
          </p:nvPr>
        </p:nvSpPr>
        <p:spPr>
          <a:xfrm>
            <a:off x="7250527" y="4066047"/>
            <a:ext cx="1754717" cy="673100"/>
          </a:xfrm>
        </p:spPr>
        <p:txBody>
          <a:bodyPr>
            <a:normAutofit/>
          </a:bodyPr>
          <a:lstStyle>
            <a:lvl1pPr algn="ctr">
              <a:lnSpc>
                <a:spcPct val="100000"/>
              </a:lnSpc>
              <a:spcBef>
                <a:spcPts val="200"/>
              </a:spcBef>
              <a:defRPr sz="1333" b="0" i="0">
                <a:solidFill>
                  <a:schemeClr val="tx2"/>
                </a:solidFill>
                <a:latin typeface="Lato Medium" panose="020F0502020204030203" pitchFamily="34" charset="0"/>
                <a:ea typeface="Lato Medium" panose="020F0502020204030203" pitchFamily="34" charset="0"/>
                <a:cs typeface="Lato Medium" panose="020F0502020204030203" pitchFamily="34" charset="0"/>
              </a:defRPr>
            </a:lvl1pPr>
            <a:lvl2pPr algn="ctr">
              <a:defRPr/>
            </a:lvl2pPr>
            <a:lvl3pPr algn="ctr">
              <a:defRPr/>
            </a:lvl3pPr>
            <a:lvl4pPr algn="ctr">
              <a:defRPr/>
            </a:lvl4pPr>
            <a:lvl5pPr algn="ctr">
              <a:defRPr/>
            </a:lvl5pPr>
          </a:lstStyle>
          <a:p>
            <a:pPr lvl="0"/>
            <a:r>
              <a:rPr lang="en-US"/>
              <a:t>NAME</a:t>
            </a:r>
          </a:p>
          <a:p>
            <a:pPr lvl="0"/>
            <a:r>
              <a:rPr lang="en-US"/>
              <a:t>Title</a:t>
            </a:r>
          </a:p>
        </p:txBody>
      </p:sp>
      <p:sp>
        <p:nvSpPr>
          <p:cNvPr id="21" name="Text Placeholder 16">
            <a:extLst>
              <a:ext uri="{FF2B5EF4-FFF2-40B4-BE49-F238E27FC236}">
                <a16:creationId xmlns:a16="http://schemas.microsoft.com/office/drawing/2014/main" id="{03A1D43B-C3D4-A04F-A55B-D3C38A7D3219}"/>
              </a:ext>
            </a:extLst>
          </p:cNvPr>
          <p:cNvSpPr>
            <a:spLocks noGrp="1"/>
          </p:cNvSpPr>
          <p:nvPr>
            <p:ph type="body" sz="quarter" idx="19" hasCustomPrompt="1"/>
          </p:nvPr>
        </p:nvSpPr>
        <p:spPr>
          <a:xfrm>
            <a:off x="9301364" y="4066047"/>
            <a:ext cx="1754717" cy="673100"/>
          </a:xfrm>
        </p:spPr>
        <p:txBody>
          <a:bodyPr>
            <a:normAutofit/>
          </a:bodyPr>
          <a:lstStyle>
            <a:lvl1pPr algn="ctr">
              <a:lnSpc>
                <a:spcPct val="100000"/>
              </a:lnSpc>
              <a:spcBef>
                <a:spcPts val="200"/>
              </a:spcBef>
              <a:defRPr sz="1333" b="0" i="0">
                <a:solidFill>
                  <a:schemeClr val="tx2"/>
                </a:solidFill>
                <a:latin typeface="Lato Medium" panose="020F0502020204030203" pitchFamily="34" charset="0"/>
                <a:ea typeface="Lato Medium" panose="020F0502020204030203" pitchFamily="34" charset="0"/>
                <a:cs typeface="Lato Medium" panose="020F0502020204030203" pitchFamily="34" charset="0"/>
              </a:defRPr>
            </a:lvl1pPr>
            <a:lvl2pPr algn="ctr">
              <a:defRPr/>
            </a:lvl2pPr>
            <a:lvl3pPr algn="ctr">
              <a:defRPr/>
            </a:lvl3pPr>
            <a:lvl4pPr algn="ctr">
              <a:defRPr/>
            </a:lvl4pPr>
            <a:lvl5pPr algn="ctr">
              <a:defRPr/>
            </a:lvl5pPr>
          </a:lstStyle>
          <a:p>
            <a:pPr lvl="0"/>
            <a:r>
              <a:rPr lang="en-US"/>
              <a:t>NAME</a:t>
            </a:r>
          </a:p>
          <a:p>
            <a:pPr lvl="0"/>
            <a:r>
              <a:rPr lang="en-US"/>
              <a:t>Title</a:t>
            </a:r>
          </a:p>
        </p:txBody>
      </p:sp>
    </p:spTree>
    <p:extLst>
      <p:ext uri="{BB962C8B-B14F-4D97-AF65-F5344CB8AC3E}">
        <p14:creationId xmlns:p14="http://schemas.microsoft.com/office/powerpoint/2010/main" val="2364538043"/>
      </p:ext>
    </p:extLst>
  </p:cSld>
  <p:clrMapOvr>
    <a:masterClrMapping/>
  </p:clrMapOvr>
  <p:hf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3_Blan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3569D4B-A5D1-CD4C-9660-65117BD553ED}"/>
              </a:ext>
            </a:extLst>
          </p:cNvPr>
          <p:cNvSpPr/>
          <p:nvPr/>
        </p:nvSpPr>
        <p:spPr>
          <a:xfrm>
            <a:off x="510989" y="0"/>
            <a:ext cx="149848" cy="17212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nvGrpSpPr>
          <p:cNvPr id="3" name="Group 2">
            <a:extLst>
              <a:ext uri="{FF2B5EF4-FFF2-40B4-BE49-F238E27FC236}">
                <a16:creationId xmlns:a16="http://schemas.microsoft.com/office/drawing/2014/main" id="{186C6E99-234A-FA4C-B665-0E6DE3DA4FAB}"/>
              </a:ext>
            </a:extLst>
          </p:cNvPr>
          <p:cNvGrpSpPr/>
          <p:nvPr/>
        </p:nvGrpSpPr>
        <p:grpSpPr>
          <a:xfrm>
            <a:off x="395751" y="3088640"/>
            <a:ext cx="265085" cy="3769360"/>
            <a:chOff x="792480" y="2316480"/>
            <a:chExt cx="198814" cy="2827020"/>
          </a:xfrm>
        </p:grpSpPr>
        <p:cxnSp>
          <p:nvCxnSpPr>
            <p:cNvPr id="4" name="Straight Connector 3">
              <a:extLst>
                <a:ext uri="{FF2B5EF4-FFF2-40B4-BE49-F238E27FC236}">
                  <a16:creationId xmlns:a16="http://schemas.microsoft.com/office/drawing/2014/main" id="{1086A9A0-5C5C-2A4E-B310-3445939F2CFE}"/>
                </a:ext>
              </a:extLst>
            </p:cNvPr>
            <p:cNvCxnSpPr>
              <a:cxnSpLocks/>
            </p:cNvCxnSpPr>
            <p:nvPr userDrawn="1"/>
          </p:nvCxnSpPr>
          <p:spPr>
            <a:xfrm flipV="1">
              <a:off x="891887" y="2517552"/>
              <a:ext cx="0" cy="2625948"/>
            </a:xfrm>
            <a:prstGeom prst="line">
              <a:avLst/>
            </a:prstGeom>
            <a:ln w="9525">
              <a:solidFill>
                <a:schemeClr val="bg1"/>
              </a:solidFill>
            </a:ln>
          </p:spPr>
          <p:style>
            <a:lnRef idx="1">
              <a:schemeClr val="accent6"/>
            </a:lnRef>
            <a:fillRef idx="0">
              <a:schemeClr val="accent6"/>
            </a:fillRef>
            <a:effectRef idx="0">
              <a:schemeClr val="accent6"/>
            </a:effectRef>
            <a:fontRef idx="minor">
              <a:schemeClr val="tx1"/>
            </a:fontRef>
          </p:style>
        </p:cxnSp>
        <p:sp>
          <p:nvSpPr>
            <p:cNvPr id="5" name="Oval 4">
              <a:extLst>
                <a:ext uri="{FF2B5EF4-FFF2-40B4-BE49-F238E27FC236}">
                  <a16:creationId xmlns:a16="http://schemas.microsoft.com/office/drawing/2014/main" id="{AF2E5545-7CC8-CA4C-A476-47CF1E193180}"/>
                </a:ext>
              </a:extLst>
            </p:cNvPr>
            <p:cNvSpPr/>
            <p:nvPr userDrawn="1"/>
          </p:nvSpPr>
          <p:spPr>
            <a:xfrm rot="10800000">
              <a:off x="792480" y="2316480"/>
              <a:ext cx="198814" cy="201072"/>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pic>
        <p:nvPicPr>
          <p:cNvPr id="8" name="Picture 7" descr="A picture containing side, large, food, building&#10;&#10;Description automatically generated">
            <a:extLst>
              <a:ext uri="{FF2B5EF4-FFF2-40B4-BE49-F238E27FC236}">
                <a16:creationId xmlns:a16="http://schemas.microsoft.com/office/drawing/2014/main" id="{04BBF8D7-8940-234B-9624-D62284F4AE50}"/>
              </a:ext>
            </a:extLst>
          </p:cNvPr>
          <p:cNvPicPr>
            <a:picLocks noChangeAspect="1"/>
          </p:cNvPicPr>
          <p:nvPr/>
        </p:nvPicPr>
        <p:blipFill rotWithShape="1">
          <a:blip r:embed="rId2" cstate="email">
            <a:duotone>
              <a:schemeClr val="bg2">
                <a:shade val="45000"/>
                <a:satMod val="135000"/>
              </a:schemeClr>
              <a:prstClr val="white"/>
            </a:duotone>
            <a:extLst>
              <a:ext uri="{28A0092B-C50C-407E-A947-70E740481C1C}">
                <a14:useLocalDpi xmlns:a14="http://schemas.microsoft.com/office/drawing/2010/main"/>
              </a:ext>
            </a:extLst>
          </a:blip>
          <a:srcRect/>
          <a:stretch/>
        </p:blipFill>
        <p:spPr>
          <a:xfrm flipH="1">
            <a:off x="0" y="635000"/>
            <a:ext cx="12192000" cy="5541699"/>
          </a:xfrm>
          <a:prstGeom prst="rect">
            <a:avLst/>
          </a:prstGeom>
        </p:spPr>
      </p:pic>
      <p:sp>
        <p:nvSpPr>
          <p:cNvPr id="9" name="Rectangle 8">
            <a:extLst>
              <a:ext uri="{FF2B5EF4-FFF2-40B4-BE49-F238E27FC236}">
                <a16:creationId xmlns:a16="http://schemas.microsoft.com/office/drawing/2014/main" id="{DF147AD6-00AE-614A-B534-7537A4785A2F}"/>
              </a:ext>
            </a:extLst>
          </p:cNvPr>
          <p:cNvSpPr/>
          <p:nvPr/>
        </p:nvSpPr>
        <p:spPr>
          <a:xfrm>
            <a:off x="0" y="635000"/>
            <a:ext cx="10110461" cy="5541989"/>
          </a:xfrm>
          <a:prstGeom prst="rect">
            <a:avLst/>
          </a:prstGeom>
          <a:gradFill>
            <a:gsLst>
              <a:gs pos="0">
                <a:schemeClr val="tx2"/>
              </a:gs>
              <a:gs pos="37000">
                <a:schemeClr val="tx2"/>
              </a:gs>
              <a:gs pos="100000">
                <a:schemeClr val="tx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Rectangle 9">
            <a:extLst>
              <a:ext uri="{FF2B5EF4-FFF2-40B4-BE49-F238E27FC236}">
                <a16:creationId xmlns:a16="http://schemas.microsoft.com/office/drawing/2014/main" id="{EC2E6C3E-FFF6-1347-B3EA-EC376DC2B497}"/>
              </a:ext>
            </a:extLst>
          </p:cNvPr>
          <p:cNvSpPr/>
          <p:nvPr/>
        </p:nvSpPr>
        <p:spPr>
          <a:xfrm>
            <a:off x="510989" y="635000"/>
            <a:ext cx="11681011" cy="5541989"/>
          </a:xfrm>
          <a:prstGeom prst="rect">
            <a:avLst/>
          </a:prstGeom>
          <a:solidFill>
            <a:schemeClr val="tx2">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Rectangle 6">
            <a:extLst>
              <a:ext uri="{FF2B5EF4-FFF2-40B4-BE49-F238E27FC236}">
                <a16:creationId xmlns:a16="http://schemas.microsoft.com/office/drawing/2014/main" id="{6F2B49CA-5BCE-8C48-9F8B-8EC1F50D1C69}"/>
              </a:ext>
            </a:extLst>
          </p:cNvPr>
          <p:cNvSpPr/>
          <p:nvPr/>
        </p:nvSpPr>
        <p:spPr>
          <a:xfrm>
            <a:off x="10419549" y="6382871"/>
            <a:ext cx="1680243" cy="3790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1" name="Title 1">
            <a:extLst>
              <a:ext uri="{FF2B5EF4-FFF2-40B4-BE49-F238E27FC236}">
                <a16:creationId xmlns:a16="http://schemas.microsoft.com/office/drawing/2014/main" id="{735382C1-1334-2940-B3BA-91472B64E380}"/>
              </a:ext>
            </a:extLst>
          </p:cNvPr>
          <p:cNvSpPr>
            <a:spLocks noGrp="1"/>
          </p:cNvSpPr>
          <p:nvPr>
            <p:ph type="ctrTitle" hasCustomPrompt="1"/>
          </p:nvPr>
        </p:nvSpPr>
        <p:spPr>
          <a:xfrm>
            <a:off x="1524000" y="1089411"/>
            <a:ext cx="9144000" cy="2387600"/>
          </a:xfrm>
        </p:spPr>
        <p:txBody>
          <a:bodyPr anchor="b">
            <a:normAutofit/>
          </a:bodyPr>
          <a:lstStyle>
            <a:lvl1pPr algn="l">
              <a:defRPr sz="3733">
                <a:solidFill>
                  <a:schemeClr val="bg1"/>
                </a:solidFill>
              </a:defRPr>
            </a:lvl1pPr>
          </a:lstStyle>
          <a:p>
            <a:r>
              <a:rPr lang="en-US"/>
              <a:t>Lorem Ipsum	</a:t>
            </a:r>
          </a:p>
        </p:txBody>
      </p:sp>
      <p:sp>
        <p:nvSpPr>
          <p:cNvPr id="12" name="Subtitle 2">
            <a:extLst>
              <a:ext uri="{FF2B5EF4-FFF2-40B4-BE49-F238E27FC236}">
                <a16:creationId xmlns:a16="http://schemas.microsoft.com/office/drawing/2014/main" id="{A2F94F35-26D5-F444-B3C9-0FF751A8C3A6}"/>
              </a:ext>
            </a:extLst>
          </p:cNvPr>
          <p:cNvSpPr>
            <a:spLocks noGrp="1"/>
          </p:cNvSpPr>
          <p:nvPr>
            <p:ph type="subTitle" idx="1" hasCustomPrompt="1"/>
          </p:nvPr>
        </p:nvSpPr>
        <p:spPr>
          <a:xfrm>
            <a:off x="1524000" y="3569085"/>
            <a:ext cx="9144000" cy="1655763"/>
          </a:xfrm>
        </p:spPr>
        <p:txBody>
          <a:bodyPr>
            <a:normAutofit/>
          </a:bodyPr>
          <a:lstStyle>
            <a:lvl1pPr marL="0" indent="0" algn="l">
              <a:buNone/>
              <a:defRPr sz="1867">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Lorem Ipsum</a:t>
            </a:r>
          </a:p>
        </p:txBody>
      </p:sp>
      <p:grpSp>
        <p:nvGrpSpPr>
          <p:cNvPr id="13" name="Group 12">
            <a:extLst>
              <a:ext uri="{FF2B5EF4-FFF2-40B4-BE49-F238E27FC236}">
                <a16:creationId xmlns:a16="http://schemas.microsoft.com/office/drawing/2014/main" id="{17260C4E-409A-AD47-A2F9-2EE63A4ECAF0}"/>
              </a:ext>
            </a:extLst>
          </p:cNvPr>
          <p:cNvGrpSpPr/>
          <p:nvPr/>
        </p:nvGrpSpPr>
        <p:grpSpPr>
          <a:xfrm>
            <a:off x="1056640" y="3088640"/>
            <a:ext cx="265085" cy="3769360"/>
            <a:chOff x="792480" y="2316480"/>
            <a:chExt cx="198814" cy="2827020"/>
          </a:xfrm>
        </p:grpSpPr>
        <p:cxnSp>
          <p:nvCxnSpPr>
            <p:cNvPr id="14" name="Straight Connector 13">
              <a:extLst>
                <a:ext uri="{FF2B5EF4-FFF2-40B4-BE49-F238E27FC236}">
                  <a16:creationId xmlns:a16="http://schemas.microsoft.com/office/drawing/2014/main" id="{889646F4-2ECE-2A41-AA8B-A2C9990F7826}"/>
                </a:ext>
              </a:extLst>
            </p:cNvPr>
            <p:cNvCxnSpPr>
              <a:cxnSpLocks/>
            </p:cNvCxnSpPr>
            <p:nvPr userDrawn="1"/>
          </p:nvCxnSpPr>
          <p:spPr>
            <a:xfrm flipV="1">
              <a:off x="891887" y="2517552"/>
              <a:ext cx="0" cy="2625948"/>
            </a:xfrm>
            <a:prstGeom prst="line">
              <a:avLst/>
            </a:prstGeom>
            <a:ln w="9525">
              <a:solidFill>
                <a:schemeClr val="bg1"/>
              </a:solidFill>
            </a:ln>
          </p:spPr>
          <p:style>
            <a:lnRef idx="1">
              <a:schemeClr val="accent6"/>
            </a:lnRef>
            <a:fillRef idx="0">
              <a:schemeClr val="accent6"/>
            </a:fillRef>
            <a:effectRef idx="0">
              <a:schemeClr val="accent6"/>
            </a:effectRef>
            <a:fontRef idx="minor">
              <a:schemeClr val="tx1"/>
            </a:fontRef>
          </p:style>
        </p:cxnSp>
        <p:sp>
          <p:nvSpPr>
            <p:cNvPr id="15" name="Oval 14">
              <a:extLst>
                <a:ext uri="{FF2B5EF4-FFF2-40B4-BE49-F238E27FC236}">
                  <a16:creationId xmlns:a16="http://schemas.microsoft.com/office/drawing/2014/main" id="{1A71A6E0-2DC3-BC4F-B495-3D523F2D3CE8}"/>
                </a:ext>
              </a:extLst>
            </p:cNvPr>
            <p:cNvSpPr/>
            <p:nvPr userDrawn="1"/>
          </p:nvSpPr>
          <p:spPr>
            <a:xfrm rot="10800000">
              <a:off x="792480" y="2316480"/>
              <a:ext cx="198814" cy="201072"/>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pic>
        <p:nvPicPr>
          <p:cNvPr id="16" name="Picture 15">
            <a:extLst>
              <a:ext uri="{FF2B5EF4-FFF2-40B4-BE49-F238E27FC236}">
                <a16:creationId xmlns:a16="http://schemas.microsoft.com/office/drawing/2014/main" id="{C7C90DEA-C3B5-FB4B-8E88-6A6BDBDB805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49559" y="232630"/>
            <a:ext cx="1414163" cy="235693"/>
          </a:xfrm>
          <a:prstGeom prst="rect">
            <a:avLst/>
          </a:prstGeom>
        </p:spPr>
      </p:pic>
    </p:spTree>
    <p:extLst>
      <p:ext uri="{BB962C8B-B14F-4D97-AF65-F5344CB8AC3E}">
        <p14:creationId xmlns:p14="http://schemas.microsoft.com/office/powerpoint/2010/main" val="3717024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50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1000"/>
                                        <p:tgtEl>
                                          <p:spTgt spid="3"/>
                                        </p:tgtEl>
                                      </p:cBhvr>
                                    </p:animEffect>
                                  </p:childTnLst>
                                </p:cTn>
                              </p:par>
                            </p:childTnLst>
                          </p:cTn>
                        </p:par>
                        <p:par>
                          <p:cTn id="8" fill="hold">
                            <p:stCondLst>
                              <p:cond delay="1500"/>
                            </p:stCondLst>
                            <p:childTnLst>
                              <p:par>
                                <p:cTn id="9" presetID="22" presetClass="entr" presetSubtype="4" fill="hold" nodeType="afterEffect">
                                  <p:stCondLst>
                                    <p:cond delay="500"/>
                                  </p:stCondLst>
                                  <p:childTnLst>
                                    <p:set>
                                      <p:cBhvr>
                                        <p:cTn id="10" dur="1" fill="hold">
                                          <p:stCondLst>
                                            <p:cond delay="0"/>
                                          </p:stCondLst>
                                        </p:cTn>
                                        <p:tgtEl>
                                          <p:spTgt spid="13"/>
                                        </p:tgtEl>
                                        <p:attrNameLst>
                                          <p:attrName>style.visibility</p:attrName>
                                        </p:attrNameLst>
                                      </p:cBhvr>
                                      <p:to>
                                        <p:strVal val="visible"/>
                                      </p:to>
                                    </p:set>
                                    <p:animEffect transition="in" filter="wipe(down)">
                                      <p:cBhvr>
                                        <p:cTn id="11"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hdr="0" ftr="0" dt="0"/>
  <p:extLst>
    <p:ext uri="{DCECCB84-F9BA-43D5-87BE-67443E8EF086}">
      <p15:sldGuideLst xmlns:p15="http://schemas.microsoft.com/office/powerpoint/2012/main">
        <p15:guide id="1" orient="horz" pos="30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13_Blan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3569D4B-A5D1-CD4C-9660-65117BD553ED}"/>
              </a:ext>
            </a:extLst>
          </p:cNvPr>
          <p:cNvSpPr/>
          <p:nvPr/>
        </p:nvSpPr>
        <p:spPr>
          <a:xfrm>
            <a:off x="510989" y="0"/>
            <a:ext cx="149848" cy="17212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nvGrpSpPr>
          <p:cNvPr id="3" name="Group 2">
            <a:extLst>
              <a:ext uri="{FF2B5EF4-FFF2-40B4-BE49-F238E27FC236}">
                <a16:creationId xmlns:a16="http://schemas.microsoft.com/office/drawing/2014/main" id="{186C6E99-234A-FA4C-B665-0E6DE3DA4FAB}"/>
              </a:ext>
            </a:extLst>
          </p:cNvPr>
          <p:cNvGrpSpPr/>
          <p:nvPr/>
        </p:nvGrpSpPr>
        <p:grpSpPr>
          <a:xfrm>
            <a:off x="395751" y="3088640"/>
            <a:ext cx="265085" cy="3769360"/>
            <a:chOff x="792480" y="2316480"/>
            <a:chExt cx="198814" cy="2827020"/>
          </a:xfrm>
        </p:grpSpPr>
        <p:cxnSp>
          <p:nvCxnSpPr>
            <p:cNvPr id="4" name="Straight Connector 3">
              <a:extLst>
                <a:ext uri="{FF2B5EF4-FFF2-40B4-BE49-F238E27FC236}">
                  <a16:creationId xmlns:a16="http://schemas.microsoft.com/office/drawing/2014/main" id="{1086A9A0-5C5C-2A4E-B310-3445939F2CFE}"/>
                </a:ext>
              </a:extLst>
            </p:cNvPr>
            <p:cNvCxnSpPr>
              <a:cxnSpLocks/>
            </p:cNvCxnSpPr>
            <p:nvPr userDrawn="1"/>
          </p:nvCxnSpPr>
          <p:spPr>
            <a:xfrm flipV="1">
              <a:off x="891887" y="2517552"/>
              <a:ext cx="0" cy="2625948"/>
            </a:xfrm>
            <a:prstGeom prst="line">
              <a:avLst/>
            </a:prstGeom>
            <a:ln w="9525">
              <a:solidFill>
                <a:schemeClr val="bg1"/>
              </a:solidFill>
            </a:ln>
          </p:spPr>
          <p:style>
            <a:lnRef idx="1">
              <a:schemeClr val="accent6"/>
            </a:lnRef>
            <a:fillRef idx="0">
              <a:schemeClr val="accent6"/>
            </a:fillRef>
            <a:effectRef idx="0">
              <a:schemeClr val="accent6"/>
            </a:effectRef>
            <a:fontRef idx="minor">
              <a:schemeClr val="tx1"/>
            </a:fontRef>
          </p:style>
        </p:cxnSp>
        <p:sp>
          <p:nvSpPr>
            <p:cNvPr id="5" name="Oval 4">
              <a:extLst>
                <a:ext uri="{FF2B5EF4-FFF2-40B4-BE49-F238E27FC236}">
                  <a16:creationId xmlns:a16="http://schemas.microsoft.com/office/drawing/2014/main" id="{AF2E5545-7CC8-CA4C-A476-47CF1E193180}"/>
                </a:ext>
              </a:extLst>
            </p:cNvPr>
            <p:cNvSpPr/>
            <p:nvPr userDrawn="1"/>
          </p:nvSpPr>
          <p:spPr>
            <a:xfrm rot="10800000">
              <a:off x="792480" y="2316480"/>
              <a:ext cx="198814" cy="201072"/>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pic>
        <p:nvPicPr>
          <p:cNvPr id="8" name="Picture 7" descr="A picture containing side, large, food, building&#10;&#10;Description automatically generated">
            <a:extLst>
              <a:ext uri="{FF2B5EF4-FFF2-40B4-BE49-F238E27FC236}">
                <a16:creationId xmlns:a16="http://schemas.microsoft.com/office/drawing/2014/main" id="{04BBF8D7-8940-234B-9624-D62284F4AE50}"/>
              </a:ext>
            </a:extLst>
          </p:cNvPr>
          <p:cNvPicPr>
            <a:picLocks noChangeAspect="1"/>
          </p:cNvPicPr>
          <p:nvPr/>
        </p:nvPicPr>
        <p:blipFill rotWithShape="1">
          <a:blip r:embed="rId2" cstate="email">
            <a:duotone>
              <a:schemeClr val="bg2">
                <a:shade val="45000"/>
                <a:satMod val="135000"/>
              </a:schemeClr>
              <a:prstClr val="white"/>
            </a:duotone>
            <a:extLst>
              <a:ext uri="{28A0092B-C50C-407E-A947-70E740481C1C}">
                <a14:useLocalDpi xmlns:a14="http://schemas.microsoft.com/office/drawing/2010/main"/>
              </a:ext>
            </a:extLst>
          </a:blip>
          <a:srcRect/>
          <a:stretch/>
        </p:blipFill>
        <p:spPr>
          <a:xfrm flipH="1">
            <a:off x="0" y="635000"/>
            <a:ext cx="12192000" cy="5541699"/>
          </a:xfrm>
          <a:prstGeom prst="rect">
            <a:avLst/>
          </a:prstGeom>
        </p:spPr>
      </p:pic>
      <p:sp>
        <p:nvSpPr>
          <p:cNvPr id="9" name="Rectangle 8">
            <a:extLst>
              <a:ext uri="{FF2B5EF4-FFF2-40B4-BE49-F238E27FC236}">
                <a16:creationId xmlns:a16="http://schemas.microsoft.com/office/drawing/2014/main" id="{DF147AD6-00AE-614A-B534-7537A4785A2F}"/>
              </a:ext>
            </a:extLst>
          </p:cNvPr>
          <p:cNvSpPr/>
          <p:nvPr/>
        </p:nvSpPr>
        <p:spPr>
          <a:xfrm>
            <a:off x="0" y="635000"/>
            <a:ext cx="10110461" cy="5541989"/>
          </a:xfrm>
          <a:prstGeom prst="rect">
            <a:avLst/>
          </a:prstGeom>
          <a:gradFill>
            <a:gsLst>
              <a:gs pos="0">
                <a:schemeClr val="tx2"/>
              </a:gs>
              <a:gs pos="37000">
                <a:schemeClr val="tx2"/>
              </a:gs>
              <a:gs pos="100000">
                <a:schemeClr val="tx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Rectangle 9">
            <a:extLst>
              <a:ext uri="{FF2B5EF4-FFF2-40B4-BE49-F238E27FC236}">
                <a16:creationId xmlns:a16="http://schemas.microsoft.com/office/drawing/2014/main" id="{EC2E6C3E-FFF6-1347-B3EA-EC376DC2B497}"/>
              </a:ext>
            </a:extLst>
          </p:cNvPr>
          <p:cNvSpPr/>
          <p:nvPr/>
        </p:nvSpPr>
        <p:spPr>
          <a:xfrm>
            <a:off x="510989" y="635000"/>
            <a:ext cx="11681012" cy="5541989"/>
          </a:xfrm>
          <a:prstGeom prst="rect">
            <a:avLst/>
          </a:prstGeom>
          <a:solidFill>
            <a:schemeClr val="tx2">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Rectangle 6">
            <a:extLst>
              <a:ext uri="{FF2B5EF4-FFF2-40B4-BE49-F238E27FC236}">
                <a16:creationId xmlns:a16="http://schemas.microsoft.com/office/drawing/2014/main" id="{6F2B49CA-5BCE-8C48-9F8B-8EC1F50D1C69}"/>
              </a:ext>
            </a:extLst>
          </p:cNvPr>
          <p:cNvSpPr/>
          <p:nvPr/>
        </p:nvSpPr>
        <p:spPr>
          <a:xfrm>
            <a:off x="10419549" y="6382871"/>
            <a:ext cx="1680243" cy="3790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1" name="Text Placeholder 11">
            <a:extLst>
              <a:ext uri="{FF2B5EF4-FFF2-40B4-BE49-F238E27FC236}">
                <a16:creationId xmlns:a16="http://schemas.microsoft.com/office/drawing/2014/main" id="{E596189F-51E1-1848-9883-1CEC6B52E756}"/>
              </a:ext>
            </a:extLst>
          </p:cNvPr>
          <p:cNvSpPr>
            <a:spLocks noGrp="1"/>
          </p:cNvSpPr>
          <p:nvPr>
            <p:ph type="body" sz="quarter" idx="13" hasCustomPrompt="1"/>
          </p:nvPr>
        </p:nvSpPr>
        <p:spPr>
          <a:xfrm>
            <a:off x="829734" y="1295400"/>
            <a:ext cx="7736063" cy="154517"/>
          </a:xfrm>
        </p:spPr>
        <p:txBody>
          <a:bodyPr>
            <a:noAutofit/>
          </a:bodyPr>
          <a:lstStyle>
            <a:lvl1pPr>
              <a:lnSpc>
                <a:spcPts val="1467"/>
              </a:lnSpc>
              <a:spcBef>
                <a:spcPts val="0"/>
              </a:spcBef>
              <a:defRPr sz="1333" b="0" i="0" cap="none" spc="67" baseline="0">
                <a:solidFill>
                  <a:schemeClr val="bg1"/>
                </a:solidFill>
                <a:latin typeface="Lato" panose="020F0502020204030203" pitchFamily="34" charset="0"/>
                <a:ea typeface="Lato" panose="020F0502020204030203" pitchFamily="34" charset="0"/>
                <a:cs typeface="Lato" panose="020F0502020204030203" pitchFamily="34" charset="0"/>
              </a:defRPr>
            </a:lvl1pPr>
            <a:lvl2pPr marL="156629" indent="0">
              <a:buNone/>
              <a:defRPr/>
            </a:lvl2pPr>
          </a:lstStyle>
          <a:p>
            <a:pPr lvl="0"/>
            <a:r>
              <a:rPr lang="en-US"/>
              <a:t>Lorem ipsum</a:t>
            </a:r>
          </a:p>
        </p:txBody>
      </p:sp>
      <p:sp>
        <p:nvSpPr>
          <p:cNvPr id="12" name="Title 13">
            <a:extLst>
              <a:ext uri="{FF2B5EF4-FFF2-40B4-BE49-F238E27FC236}">
                <a16:creationId xmlns:a16="http://schemas.microsoft.com/office/drawing/2014/main" id="{8D99D363-84A6-5F45-945F-99DC408C2FDD}"/>
              </a:ext>
            </a:extLst>
          </p:cNvPr>
          <p:cNvSpPr>
            <a:spLocks noGrp="1"/>
          </p:cNvSpPr>
          <p:nvPr>
            <p:ph type="title" hasCustomPrompt="1"/>
          </p:nvPr>
        </p:nvSpPr>
        <p:spPr>
          <a:xfrm>
            <a:off x="829734" y="347456"/>
            <a:ext cx="7741061" cy="871744"/>
          </a:xfrm>
        </p:spPr>
        <p:txBody>
          <a:bodyPr/>
          <a:lstStyle>
            <a:lvl1pPr>
              <a:defRPr>
                <a:solidFill>
                  <a:schemeClr val="bg1"/>
                </a:solidFill>
              </a:defRPr>
            </a:lvl1pPr>
          </a:lstStyle>
          <a:p>
            <a:r>
              <a:rPr lang="en-US"/>
              <a:t>Lorem Ipsum</a:t>
            </a:r>
          </a:p>
        </p:txBody>
      </p:sp>
      <p:cxnSp>
        <p:nvCxnSpPr>
          <p:cNvPr id="13" name="Straight Connector 12">
            <a:extLst>
              <a:ext uri="{FF2B5EF4-FFF2-40B4-BE49-F238E27FC236}">
                <a16:creationId xmlns:a16="http://schemas.microsoft.com/office/drawing/2014/main" id="{608FB2A4-FBB6-484B-823A-704CDBCEECB1}"/>
              </a:ext>
            </a:extLst>
          </p:cNvPr>
          <p:cNvCxnSpPr>
            <a:cxnSpLocks/>
          </p:cNvCxnSpPr>
          <p:nvPr/>
        </p:nvCxnSpPr>
        <p:spPr>
          <a:xfrm>
            <a:off x="630099" y="-14533"/>
            <a:ext cx="0" cy="1521600"/>
          </a:xfrm>
          <a:prstGeom prst="line">
            <a:avLst/>
          </a:prstGeom>
          <a:ln>
            <a:solidFill>
              <a:srgbClr val="A3B5BA"/>
            </a:solidFill>
          </a:ln>
        </p:spPr>
        <p:style>
          <a:lnRef idx="1">
            <a:schemeClr val="accent6"/>
          </a:lnRef>
          <a:fillRef idx="0">
            <a:schemeClr val="accent6"/>
          </a:fillRef>
          <a:effectRef idx="0">
            <a:schemeClr val="accent6"/>
          </a:effectRef>
          <a:fontRef idx="minor">
            <a:schemeClr val="tx1"/>
          </a:fontRef>
        </p:style>
      </p:cxnSp>
      <p:sp>
        <p:nvSpPr>
          <p:cNvPr id="14" name="Rectangle 13">
            <a:extLst>
              <a:ext uri="{FF2B5EF4-FFF2-40B4-BE49-F238E27FC236}">
                <a16:creationId xmlns:a16="http://schemas.microsoft.com/office/drawing/2014/main" id="{4EC955E9-C108-A244-B487-111EAAFE7828}"/>
              </a:ext>
            </a:extLst>
          </p:cNvPr>
          <p:cNvSpPr/>
          <p:nvPr/>
        </p:nvSpPr>
        <p:spPr>
          <a:xfrm>
            <a:off x="603346" y="804333"/>
            <a:ext cx="60959" cy="41486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662473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50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hdr="0" ftr="0" dt="0"/>
  <p:extLst>
    <p:ext uri="{DCECCB84-F9BA-43D5-87BE-67443E8EF086}">
      <p15:sldGuideLst xmlns:p15="http://schemas.microsoft.com/office/powerpoint/2012/main">
        <p15:guide id="1" orient="horz" pos="30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14_Blan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3569D4B-A5D1-CD4C-9660-65117BD553ED}"/>
              </a:ext>
            </a:extLst>
          </p:cNvPr>
          <p:cNvSpPr/>
          <p:nvPr/>
        </p:nvSpPr>
        <p:spPr>
          <a:xfrm>
            <a:off x="510989" y="0"/>
            <a:ext cx="149848" cy="17212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nvGrpSpPr>
          <p:cNvPr id="3" name="Group 2">
            <a:extLst>
              <a:ext uri="{FF2B5EF4-FFF2-40B4-BE49-F238E27FC236}">
                <a16:creationId xmlns:a16="http://schemas.microsoft.com/office/drawing/2014/main" id="{186C6E99-234A-FA4C-B665-0E6DE3DA4FAB}"/>
              </a:ext>
            </a:extLst>
          </p:cNvPr>
          <p:cNvGrpSpPr/>
          <p:nvPr/>
        </p:nvGrpSpPr>
        <p:grpSpPr>
          <a:xfrm>
            <a:off x="395751" y="3088640"/>
            <a:ext cx="265085" cy="3769360"/>
            <a:chOff x="792480" y="2316480"/>
            <a:chExt cx="198814" cy="2827020"/>
          </a:xfrm>
        </p:grpSpPr>
        <p:cxnSp>
          <p:nvCxnSpPr>
            <p:cNvPr id="4" name="Straight Connector 3">
              <a:extLst>
                <a:ext uri="{FF2B5EF4-FFF2-40B4-BE49-F238E27FC236}">
                  <a16:creationId xmlns:a16="http://schemas.microsoft.com/office/drawing/2014/main" id="{1086A9A0-5C5C-2A4E-B310-3445939F2CFE}"/>
                </a:ext>
              </a:extLst>
            </p:cNvPr>
            <p:cNvCxnSpPr>
              <a:cxnSpLocks/>
            </p:cNvCxnSpPr>
            <p:nvPr userDrawn="1"/>
          </p:nvCxnSpPr>
          <p:spPr>
            <a:xfrm flipV="1">
              <a:off x="891887" y="2517552"/>
              <a:ext cx="0" cy="2625948"/>
            </a:xfrm>
            <a:prstGeom prst="line">
              <a:avLst/>
            </a:prstGeom>
            <a:ln w="9525">
              <a:solidFill>
                <a:schemeClr val="bg1"/>
              </a:solidFill>
            </a:ln>
          </p:spPr>
          <p:style>
            <a:lnRef idx="1">
              <a:schemeClr val="accent6"/>
            </a:lnRef>
            <a:fillRef idx="0">
              <a:schemeClr val="accent6"/>
            </a:fillRef>
            <a:effectRef idx="0">
              <a:schemeClr val="accent6"/>
            </a:effectRef>
            <a:fontRef idx="minor">
              <a:schemeClr val="tx1"/>
            </a:fontRef>
          </p:style>
        </p:cxnSp>
        <p:sp>
          <p:nvSpPr>
            <p:cNvPr id="5" name="Oval 4">
              <a:extLst>
                <a:ext uri="{FF2B5EF4-FFF2-40B4-BE49-F238E27FC236}">
                  <a16:creationId xmlns:a16="http://schemas.microsoft.com/office/drawing/2014/main" id="{AF2E5545-7CC8-CA4C-A476-47CF1E193180}"/>
                </a:ext>
              </a:extLst>
            </p:cNvPr>
            <p:cNvSpPr/>
            <p:nvPr userDrawn="1"/>
          </p:nvSpPr>
          <p:spPr>
            <a:xfrm rot="10800000">
              <a:off x="792480" y="2316480"/>
              <a:ext cx="198814" cy="201072"/>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pic>
        <p:nvPicPr>
          <p:cNvPr id="8" name="Picture 7" descr="A picture containing side, large, food, building&#10;&#10;Description automatically generated">
            <a:extLst>
              <a:ext uri="{FF2B5EF4-FFF2-40B4-BE49-F238E27FC236}">
                <a16:creationId xmlns:a16="http://schemas.microsoft.com/office/drawing/2014/main" id="{04BBF8D7-8940-234B-9624-D62284F4AE50}"/>
              </a:ext>
            </a:extLst>
          </p:cNvPr>
          <p:cNvPicPr>
            <a:picLocks noChangeAspect="1"/>
          </p:cNvPicPr>
          <p:nvPr/>
        </p:nvPicPr>
        <p:blipFill rotWithShape="1">
          <a:blip r:embed="rId2" cstate="email">
            <a:duotone>
              <a:schemeClr val="bg2">
                <a:shade val="45000"/>
                <a:satMod val="135000"/>
              </a:schemeClr>
              <a:prstClr val="white"/>
            </a:duotone>
            <a:extLst>
              <a:ext uri="{28A0092B-C50C-407E-A947-70E740481C1C}">
                <a14:useLocalDpi xmlns:a14="http://schemas.microsoft.com/office/drawing/2010/main"/>
              </a:ext>
            </a:extLst>
          </a:blip>
          <a:srcRect/>
          <a:stretch/>
        </p:blipFill>
        <p:spPr>
          <a:xfrm flipH="1">
            <a:off x="0" y="635000"/>
            <a:ext cx="12192000" cy="5541699"/>
          </a:xfrm>
          <a:prstGeom prst="rect">
            <a:avLst/>
          </a:prstGeom>
        </p:spPr>
      </p:pic>
      <p:sp>
        <p:nvSpPr>
          <p:cNvPr id="9" name="Rectangle 8">
            <a:extLst>
              <a:ext uri="{FF2B5EF4-FFF2-40B4-BE49-F238E27FC236}">
                <a16:creationId xmlns:a16="http://schemas.microsoft.com/office/drawing/2014/main" id="{DF147AD6-00AE-614A-B534-7537A4785A2F}"/>
              </a:ext>
            </a:extLst>
          </p:cNvPr>
          <p:cNvSpPr/>
          <p:nvPr/>
        </p:nvSpPr>
        <p:spPr>
          <a:xfrm>
            <a:off x="0" y="635000"/>
            <a:ext cx="10110461" cy="5541989"/>
          </a:xfrm>
          <a:prstGeom prst="rect">
            <a:avLst/>
          </a:prstGeom>
          <a:gradFill>
            <a:gsLst>
              <a:gs pos="0">
                <a:schemeClr val="tx2"/>
              </a:gs>
              <a:gs pos="37000">
                <a:schemeClr val="tx2"/>
              </a:gs>
              <a:gs pos="100000">
                <a:schemeClr val="tx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Rectangle 9">
            <a:extLst>
              <a:ext uri="{FF2B5EF4-FFF2-40B4-BE49-F238E27FC236}">
                <a16:creationId xmlns:a16="http://schemas.microsoft.com/office/drawing/2014/main" id="{EC2E6C3E-FFF6-1347-B3EA-EC376DC2B497}"/>
              </a:ext>
            </a:extLst>
          </p:cNvPr>
          <p:cNvSpPr/>
          <p:nvPr/>
        </p:nvSpPr>
        <p:spPr>
          <a:xfrm>
            <a:off x="510989" y="635000"/>
            <a:ext cx="11681012" cy="5541989"/>
          </a:xfrm>
          <a:prstGeom prst="rect">
            <a:avLst/>
          </a:prstGeom>
          <a:solidFill>
            <a:schemeClr val="tx2">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Rectangle 6">
            <a:extLst>
              <a:ext uri="{FF2B5EF4-FFF2-40B4-BE49-F238E27FC236}">
                <a16:creationId xmlns:a16="http://schemas.microsoft.com/office/drawing/2014/main" id="{6F2B49CA-5BCE-8C48-9F8B-8EC1F50D1C69}"/>
              </a:ext>
            </a:extLst>
          </p:cNvPr>
          <p:cNvSpPr/>
          <p:nvPr/>
        </p:nvSpPr>
        <p:spPr>
          <a:xfrm>
            <a:off x="10419549" y="6382871"/>
            <a:ext cx="1680243" cy="3790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1" name="Picture 10">
            <a:extLst>
              <a:ext uri="{FF2B5EF4-FFF2-40B4-BE49-F238E27FC236}">
                <a16:creationId xmlns:a16="http://schemas.microsoft.com/office/drawing/2014/main" id="{D5CC09CA-0BD7-CD48-8C53-0268BEEB52D0}"/>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49559" y="232630"/>
            <a:ext cx="1414163" cy="235693"/>
          </a:xfrm>
          <a:prstGeom prst="rect">
            <a:avLst/>
          </a:prstGeom>
        </p:spPr>
      </p:pic>
    </p:spTree>
    <p:extLst>
      <p:ext uri="{BB962C8B-B14F-4D97-AF65-F5344CB8AC3E}">
        <p14:creationId xmlns:p14="http://schemas.microsoft.com/office/powerpoint/2010/main" val="2220541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50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hdr="0" ftr="0" dt="0"/>
  <p:extLst>
    <p:ext uri="{DCECCB84-F9BA-43D5-87BE-67443E8EF086}">
      <p15:sldGuideLst xmlns:p15="http://schemas.microsoft.com/office/powerpoint/2012/main">
        <p15:guide id="1" orient="horz" pos="30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5_Blank">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0D599F4-9655-2A48-B18A-2D340B23D013}"/>
              </a:ext>
            </a:extLst>
          </p:cNvPr>
          <p:cNvSpPr/>
          <p:nvPr/>
        </p:nvSpPr>
        <p:spPr>
          <a:xfrm>
            <a:off x="3392591" y="390615"/>
            <a:ext cx="7562277" cy="57882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5" name="Rectangle 14">
            <a:extLst>
              <a:ext uri="{FF2B5EF4-FFF2-40B4-BE49-F238E27FC236}">
                <a16:creationId xmlns:a16="http://schemas.microsoft.com/office/drawing/2014/main" id="{BE4E8A99-23D5-834A-AC24-1BC04DDF3BFE}"/>
              </a:ext>
            </a:extLst>
          </p:cNvPr>
          <p:cNvSpPr/>
          <p:nvPr/>
        </p:nvSpPr>
        <p:spPr>
          <a:xfrm rot="10800000">
            <a:off x="10954872" y="390618"/>
            <a:ext cx="412376" cy="5788241"/>
          </a:xfrm>
          <a:prstGeom prst="rect">
            <a:avLst/>
          </a:prstGeom>
          <a:solidFill>
            <a:schemeClr val="tx2">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7" name="Rectangle 16">
            <a:extLst>
              <a:ext uri="{FF2B5EF4-FFF2-40B4-BE49-F238E27FC236}">
                <a16:creationId xmlns:a16="http://schemas.microsoft.com/office/drawing/2014/main" id="{8E880AED-F93F-064D-842F-B3457B55F115}"/>
              </a:ext>
            </a:extLst>
          </p:cNvPr>
          <p:cNvSpPr/>
          <p:nvPr/>
        </p:nvSpPr>
        <p:spPr>
          <a:xfrm rot="10800000">
            <a:off x="11367248" y="390617"/>
            <a:ext cx="412376" cy="5788241"/>
          </a:xfrm>
          <a:prstGeom prst="rect">
            <a:avLst/>
          </a:prstGeom>
          <a:solidFill>
            <a:schemeClr val="tx2">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8" name="Rectangle 17">
            <a:extLst>
              <a:ext uri="{FF2B5EF4-FFF2-40B4-BE49-F238E27FC236}">
                <a16:creationId xmlns:a16="http://schemas.microsoft.com/office/drawing/2014/main" id="{53FFA568-B228-C84D-B771-421FAD836554}"/>
              </a:ext>
            </a:extLst>
          </p:cNvPr>
          <p:cNvSpPr/>
          <p:nvPr/>
        </p:nvSpPr>
        <p:spPr>
          <a:xfrm rot="10800000">
            <a:off x="11779624" y="390618"/>
            <a:ext cx="412376" cy="5788241"/>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nvGrpSpPr>
          <p:cNvPr id="4" name="Group 3">
            <a:extLst>
              <a:ext uri="{FF2B5EF4-FFF2-40B4-BE49-F238E27FC236}">
                <a16:creationId xmlns:a16="http://schemas.microsoft.com/office/drawing/2014/main" id="{855756B5-FAD0-B744-BFCA-914F6ECB647A}"/>
              </a:ext>
            </a:extLst>
          </p:cNvPr>
          <p:cNvGrpSpPr>
            <a:grpSpLocks noChangeAspect="1"/>
          </p:cNvGrpSpPr>
          <p:nvPr/>
        </p:nvGrpSpPr>
        <p:grpSpPr>
          <a:xfrm>
            <a:off x="3865524" y="2450235"/>
            <a:ext cx="243840" cy="3752299"/>
            <a:chOff x="792480" y="2316480"/>
            <a:chExt cx="198814" cy="3059419"/>
          </a:xfrm>
        </p:grpSpPr>
        <p:cxnSp>
          <p:nvCxnSpPr>
            <p:cNvPr id="5" name="Straight Connector 4">
              <a:extLst>
                <a:ext uri="{FF2B5EF4-FFF2-40B4-BE49-F238E27FC236}">
                  <a16:creationId xmlns:a16="http://schemas.microsoft.com/office/drawing/2014/main" id="{A824E81B-AEFE-1643-8B52-57127B4C84F2}"/>
                </a:ext>
              </a:extLst>
            </p:cNvPr>
            <p:cNvCxnSpPr>
              <a:cxnSpLocks/>
            </p:cNvCxnSpPr>
            <p:nvPr userDrawn="1"/>
          </p:nvCxnSpPr>
          <p:spPr>
            <a:xfrm flipV="1">
              <a:off x="891887" y="2517553"/>
              <a:ext cx="0" cy="2858346"/>
            </a:xfrm>
            <a:prstGeom prst="line">
              <a:avLst/>
            </a:prstGeom>
            <a:ln w="9525">
              <a:solidFill>
                <a:schemeClr val="bg1"/>
              </a:solidFill>
            </a:ln>
          </p:spPr>
          <p:style>
            <a:lnRef idx="1">
              <a:schemeClr val="accent6"/>
            </a:lnRef>
            <a:fillRef idx="0">
              <a:schemeClr val="accent6"/>
            </a:fillRef>
            <a:effectRef idx="0">
              <a:schemeClr val="accent6"/>
            </a:effectRef>
            <a:fontRef idx="minor">
              <a:schemeClr val="tx1"/>
            </a:fontRef>
          </p:style>
        </p:cxnSp>
        <p:sp>
          <p:nvSpPr>
            <p:cNvPr id="6" name="Oval 5">
              <a:extLst>
                <a:ext uri="{FF2B5EF4-FFF2-40B4-BE49-F238E27FC236}">
                  <a16:creationId xmlns:a16="http://schemas.microsoft.com/office/drawing/2014/main" id="{6187FE4C-B8E5-F843-9B6C-998B060AF618}"/>
                </a:ext>
              </a:extLst>
            </p:cNvPr>
            <p:cNvSpPr/>
            <p:nvPr userDrawn="1"/>
          </p:nvSpPr>
          <p:spPr>
            <a:xfrm rot="10800000">
              <a:off x="792480" y="2316480"/>
              <a:ext cx="198814" cy="201072"/>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12" name="Rectangle 11">
            <a:extLst>
              <a:ext uri="{FF2B5EF4-FFF2-40B4-BE49-F238E27FC236}">
                <a16:creationId xmlns:a16="http://schemas.microsoft.com/office/drawing/2014/main" id="{2255126C-143D-DE4F-B8C0-2F729684A803}"/>
              </a:ext>
            </a:extLst>
          </p:cNvPr>
          <p:cNvSpPr/>
          <p:nvPr/>
        </p:nvSpPr>
        <p:spPr>
          <a:xfrm>
            <a:off x="539103" y="0"/>
            <a:ext cx="199052" cy="15426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 name="Text Placeholder 13">
            <a:extLst>
              <a:ext uri="{FF2B5EF4-FFF2-40B4-BE49-F238E27FC236}">
                <a16:creationId xmlns:a16="http://schemas.microsoft.com/office/drawing/2014/main" id="{2284764A-E0F7-A347-986F-0130C3AA8BA3}"/>
              </a:ext>
            </a:extLst>
          </p:cNvPr>
          <p:cNvSpPr>
            <a:spLocks noGrp="1"/>
          </p:cNvSpPr>
          <p:nvPr>
            <p:ph type="body" sz="quarter" idx="10" hasCustomPrompt="1"/>
          </p:nvPr>
        </p:nvSpPr>
        <p:spPr>
          <a:xfrm>
            <a:off x="4536018" y="2405224"/>
            <a:ext cx="6138333" cy="3534144"/>
          </a:xfrm>
        </p:spPr>
        <p:txBody>
          <a:bodyPr/>
          <a:lstStyle>
            <a:lvl1pPr>
              <a:defRPr lang="en-PH" b="0" i="0" smtClean="0">
                <a:effectLst/>
              </a:defRPr>
            </a:lvl1pPr>
            <a:lvl2pPr marL="6351" indent="0">
              <a:buFontTx/>
              <a:buNone/>
              <a:tabLst/>
              <a:defRPr b="0" i="0">
                <a:solidFill>
                  <a:schemeClr val="bg2">
                    <a:lumMod val="60000"/>
                    <a:lumOff val="40000"/>
                  </a:schemeClr>
                </a:solidFill>
                <a:latin typeface="Lato Light" panose="020F0502020204030203" pitchFamily="34" charset="0"/>
                <a:ea typeface="Lato Light" panose="020F0502020204030203" pitchFamily="34" charset="0"/>
                <a:cs typeface="Lato Light" panose="020F0502020204030203" pitchFamily="34" charset="0"/>
              </a:defRPr>
            </a:lvl2pPr>
            <a:lvl3pPr>
              <a:defRPr b="1" i="0">
                <a:latin typeface="Lato Semibold" panose="020F0502020204030203" pitchFamily="34" charset="0"/>
                <a:ea typeface="Lato Semibold" panose="020F0502020204030203" pitchFamily="34" charset="0"/>
                <a:cs typeface="Lato Semibold" panose="020F0502020204030203" pitchFamily="34" charset="0"/>
              </a:defRPr>
            </a:lvl3pPr>
            <a:lvl4pPr>
              <a:defRPr b="1" i="0">
                <a:latin typeface="Lato Semibold" panose="020F0502020204030203" pitchFamily="34" charset="0"/>
                <a:ea typeface="Lato Semibold" panose="020F0502020204030203" pitchFamily="34" charset="0"/>
                <a:cs typeface="Lato Semibold" panose="020F0502020204030203" pitchFamily="34" charset="0"/>
              </a:defRPr>
            </a:lvl4pPr>
            <a:lvl5pPr>
              <a:defRPr b="1" i="0">
                <a:latin typeface="Lato Semibold" panose="020F0502020204030203" pitchFamily="34" charset="0"/>
                <a:ea typeface="Lato Semibold" panose="020F0502020204030203" pitchFamily="34" charset="0"/>
                <a:cs typeface="Lato Semibold" panose="020F0502020204030203" pitchFamily="34" charset="0"/>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a:t>
            </a:r>
            <a:r>
              <a:rPr lang="en-US" err="1"/>
              <a:t>lobortis</a:t>
            </a:r>
            <a:r>
              <a:rPr lang="en-US"/>
              <a:t> </a:t>
            </a:r>
            <a:r>
              <a:rPr lang="en-US" err="1"/>
              <a:t>viverra</a:t>
            </a:r>
            <a:r>
              <a:rPr lang="en-US"/>
              <a:t> </a:t>
            </a:r>
            <a:r>
              <a:rPr lang="en-US" err="1"/>
              <a:t>enim</a:t>
            </a:r>
            <a:r>
              <a:rPr lang="en-US"/>
              <a:t> </a:t>
            </a:r>
            <a:r>
              <a:rPr lang="en-US" err="1"/>
              <a:t>placerat</a:t>
            </a:r>
            <a:r>
              <a:rPr lang="en-US"/>
              <a:t> gravida. Sed ac lacinia </a:t>
            </a:r>
            <a:r>
              <a:rPr lang="en-US" err="1"/>
              <a:t>felis</a:t>
            </a:r>
            <a:r>
              <a:rPr lang="en-US"/>
              <a:t>. </a:t>
            </a:r>
            <a:r>
              <a:rPr lang="en-US" err="1"/>
              <a:t>Donec</a:t>
            </a:r>
            <a:r>
              <a:rPr lang="en-US"/>
              <a:t> </a:t>
            </a:r>
            <a:r>
              <a:rPr lang="en-US" err="1"/>
              <a:t>luctus</a:t>
            </a:r>
            <a:r>
              <a:rPr lang="en-US"/>
              <a:t> </a:t>
            </a:r>
            <a:r>
              <a:rPr lang="en-US" err="1"/>
              <a:t>tempor</a:t>
            </a:r>
            <a:r>
              <a:rPr lang="en-US"/>
              <a:t> </a:t>
            </a:r>
            <a:r>
              <a:rPr lang="en-US" err="1"/>
              <a:t>tortor</a:t>
            </a:r>
            <a:r>
              <a:rPr lang="en-US"/>
              <a:t>, vel </a:t>
            </a:r>
            <a:r>
              <a:rPr lang="en-US" err="1"/>
              <a:t>efficitur</a:t>
            </a:r>
            <a:r>
              <a:rPr lang="en-US"/>
              <a:t> </a:t>
            </a:r>
            <a:r>
              <a:rPr lang="en-US" err="1"/>
              <a:t>risus</a:t>
            </a:r>
            <a:r>
              <a:rPr lang="en-US"/>
              <a:t> </a:t>
            </a:r>
            <a:r>
              <a:rPr lang="en-US" err="1"/>
              <a:t>congue</a:t>
            </a:r>
            <a:r>
              <a:rPr lang="en-US"/>
              <a:t> </a:t>
            </a:r>
            <a:r>
              <a:rPr lang="en-US" err="1"/>
              <a:t>eu</a:t>
            </a:r>
            <a:r>
              <a:rPr lang="en-US"/>
              <a:t>.</a:t>
            </a:r>
          </a:p>
          <a:p>
            <a:pPr lvl="0"/>
            <a:endParaRPr lang="en-US"/>
          </a:p>
          <a:p>
            <a:pPr lvl="1"/>
            <a:r>
              <a:rPr lang="en-US"/>
              <a:t>Lorem Ipsum</a:t>
            </a:r>
          </a:p>
        </p:txBody>
      </p:sp>
      <p:sp>
        <p:nvSpPr>
          <p:cNvPr id="16" name="Picture Placeholder 15">
            <a:extLst>
              <a:ext uri="{FF2B5EF4-FFF2-40B4-BE49-F238E27FC236}">
                <a16:creationId xmlns:a16="http://schemas.microsoft.com/office/drawing/2014/main" id="{C3BB9359-E159-4942-811A-EA67058EDEB7}"/>
              </a:ext>
            </a:extLst>
          </p:cNvPr>
          <p:cNvSpPr>
            <a:spLocks noGrp="1"/>
          </p:cNvSpPr>
          <p:nvPr>
            <p:ph type="pic" sz="quarter" idx="11"/>
          </p:nvPr>
        </p:nvSpPr>
        <p:spPr>
          <a:xfrm>
            <a:off x="410634" y="1667070"/>
            <a:ext cx="2976033" cy="2612831"/>
          </a:xfrm>
        </p:spPr>
        <p:txBody>
          <a:bodyPr/>
          <a:lstStyle/>
          <a:p>
            <a:r>
              <a:rPr lang="en-US"/>
              <a:t>Click icon to add picture</a:t>
            </a:r>
          </a:p>
        </p:txBody>
      </p:sp>
    </p:spTree>
    <p:extLst>
      <p:ext uri="{BB962C8B-B14F-4D97-AF65-F5344CB8AC3E}">
        <p14:creationId xmlns:p14="http://schemas.microsoft.com/office/powerpoint/2010/main" val="1268206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1+#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25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1+#ppt_w/2"/>
                                          </p:val>
                                        </p:tav>
                                        <p:tav tm="100000">
                                          <p:val>
                                            <p:strVal val="#ppt_x"/>
                                          </p:val>
                                        </p:tav>
                                      </p:tavLst>
                                    </p:anim>
                                    <p:anim calcmode="lin" valueType="num">
                                      <p:cBhvr additive="base">
                                        <p:cTn id="12" dur="500" fill="hold"/>
                                        <p:tgtEl>
                                          <p:spTgt spid="17"/>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250"/>
                                  </p:st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1+#ppt_w/2"/>
                                          </p:val>
                                        </p:tav>
                                        <p:tav tm="100000">
                                          <p:val>
                                            <p:strVal val="#ppt_x"/>
                                          </p:val>
                                        </p:tav>
                                      </p:tavLst>
                                    </p:anim>
                                    <p:anim calcmode="lin" valueType="num">
                                      <p:cBhvr additive="base">
                                        <p:cTn id="16" dur="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8" grpId="0" animBg="1"/>
    </p:bldLst>
  </p:timing>
  <p:hf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7_Blank">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0DE270EE-A34E-9841-836D-761078EB5C42}"/>
              </a:ext>
            </a:extLst>
          </p:cNvPr>
          <p:cNvSpPr/>
          <p:nvPr/>
        </p:nvSpPr>
        <p:spPr>
          <a:xfrm>
            <a:off x="3392592" y="390615"/>
            <a:ext cx="7562281" cy="578824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0" name="Rectangle 19">
            <a:extLst>
              <a:ext uri="{FF2B5EF4-FFF2-40B4-BE49-F238E27FC236}">
                <a16:creationId xmlns:a16="http://schemas.microsoft.com/office/drawing/2014/main" id="{130AFEAB-1628-224C-B125-F0BCF9526B06}"/>
              </a:ext>
            </a:extLst>
          </p:cNvPr>
          <p:cNvSpPr/>
          <p:nvPr/>
        </p:nvSpPr>
        <p:spPr>
          <a:xfrm rot="10800000">
            <a:off x="10954872" y="390618"/>
            <a:ext cx="412376" cy="5788241"/>
          </a:xfrm>
          <a:prstGeom prst="rect">
            <a:avLst/>
          </a:prstGeom>
          <a:solidFill>
            <a:schemeClr val="tx1">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1" name="Rectangle 20">
            <a:extLst>
              <a:ext uri="{FF2B5EF4-FFF2-40B4-BE49-F238E27FC236}">
                <a16:creationId xmlns:a16="http://schemas.microsoft.com/office/drawing/2014/main" id="{267A8293-D20F-0B44-A882-D58EA3869480}"/>
              </a:ext>
            </a:extLst>
          </p:cNvPr>
          <p:cNvSpPr/>
          <p:nvPr/>
        </p:nvSpPr>
        <p:spPr>
          <a:xfrm rot="10800000">
            <a:off x="11367248" y="390617"/>
            <a:ext cx="412376" cy="5788241"/>
          </a:xfrm>
          <a:prstGeom prst="rect">
            <a:avLst/>
          </a:prstGeom>
          <a:solidFill>
            <a:schemeClr val="tx1">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2" name="Rectangle 21">
            <a:extLst>
              <a:ext uri="{FF2B5EF4-FFF2-40B4-BE49-F238E27FC236}">
                <a16:creationId xmlns:a16="http://schemas.microsoft.com/office/drawing/2014/main" id="{49C6FE43-4C8E-C84F-8351-05BF491AD0AA}"/>
              </a:ext>
            </a:extLst>
          </p:cNvPr>
          <p:cNvSpPr/>
          <p:nvPr/>
        </p:nvSpPr>
        <p:spPr>
          <a:xfrm rot="10800000">
            <a:off x="11779624" y="390618"/>
            <a:ext cx="412376" cy="5788241"/>
          </a:xfrm>
          <a:prstGeom prst="rect">
            <a:avLst/>
          </a:pr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nvGrpSpPr>
          <p:cNvPr id="4" name="Group 3">
            <a:extLst>
              <a:ext uri="{FF2B5EF4-FFF2-40B4-BE49-F238E27FC236}">
                <a16:creationId xmlns:a16="http://schemas.microsoft.com/office/drawing/2014/main" id="{855756B5-FAD0-B744-BFCA-914F6ECB647A}"/>
              </a:ext>
            </a:extLst>
          </p:cNvPr>
          <p:cNvGrpSpPr>
            <a:grpSpLocks noChangeAspect="1"/>
          </p:cNvGrpSpPr>
          <p:nvPr/>
        </p:nvGrpSpPr>
        <p:grpSpPr>
          <a:xfrm>
            <a:off x="3865524" y="2450235"/>
            <a:ext cx="243840" cy="3752299"/>
            <a:chOff x="792480" y="2316480"/>
            <a:chExt cx="198814" cy="3059419"/>
          </a:xfrm>
        </p:grpSpPr>
        <p:cxnSp>
          <p:nvCxnSpPr>
            <p:cNvPr id="5" name="Straight Connector 4">
              <a:extLst>
                <a:ext uri="{FF2B5EF4-FFF2-40B4-BE49-F238E27FC236}">
                  <a16:creationId xmlns:a16="http://schemas.microsoft.com/office/drawing/2014/main" id="{A824E81B-AEFE-1643-8B52-57127B4C84F2}"/>
                </a:ext>
              </a:extLst>
            </p:cNvPr>
            <p:cNvCxnSpPr>
              <a:cxnSpLocks/>
            </p:cNvCxnSpPr>
            <p:nvPr userDrawn="1"/>
          </p:nvCxnSpPr>
          <p:spPr>
            <a:xfrm flipV="1">
              <a:off x="891887" y="2517553"/>
              <a:ext cx="0" cy="2858346"/>
            </a:xfrm>
            <a:prstGeom prst="line">
              <a:avLst/>
            </a:prstGeom>
            <a:ln w="9525">
              <a:solidFill>
                <a:schemeClr val="bg1"/>
              </a:solidFill>
            </a:ln>
          </p:spPr>
          <p:style>
            <a:lnRef idx="1">
              <a:schemeClr val="accent6"/>
            </a:lnRef>
            <a:fillRef idx="0">
              <a:schemeClr val="accent6"/>
            </a:fillRef>
            <a:effectRef idx="0">
              <a:schemeClr val="accent6"/>
            </a:effectRef>
            <a:fontRef idx="minor">
              <a:schemeClr val="tx1"/>
            </a:fontRef>
          </p:style>
        </p:cxnSp>
        <p:sp>
          <p:nvSpPr>
            <p:cNvPr id="6" name="Oval 5">
              <a:extLst>
                <a:ext uri="{FF2B5EF4-FFF2-40B4-BE49-F238E27FC236}">
                  <a16:creationId xmlns:a16="http://schemas.microsoft.com/office/drawing/2014/main" id="{6187FE4C-B8E5-F843-9B6C-998B060AF618}"/>
                </a:ext>
              </a:extLst>
            </p:cNvPr>
            <p:cNvSpPr/>
            <p:nvPr userDrawn="1"/>
          </p:nvSpPr>
          <p:spPr>
            <a:xfrm rot="10800000">
              <a:off x="792480" y="2316480"/>
              <a:ext cx="198814" cy="201072"/>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12" name="Rectangle 11">
            <a:extLst>
              <a:ext uri="{FF2B5EF4-FFF2-40B4-BE49-F238E27FC236}">
                <a16:creationId xmlns:a16="http://schemas.microsoft.com/office/drawing/2014/main" id="{2255126C-143D-DE4F-B8C0-2F729684A803}"/>
              </a:ext>
            </a:extLst>
          </p:cNvPr>
          <p:cNvSpPr/>
          <p:nvPr/>
        </p:nvSpPr>
        <p:spPr>
          <a:xfrm>
            <a:off x="539103" y="0"/>
            <a:ext cx="199052" cy="15426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 name="Text Placeholder 13">
            <a:extLst>
              <a:ext uri="{FF2B5EF4-FFF2-40B4-BE49-F238E27FC236}">
                <a16:creationId xmlns:a16="http://schemas.microsoft.com/office/drawing/2014/main" id="{2284764A-E0F7-A347-986F-0130C3AA8BA3}"/>
              </a:ext>
            </a:extLst>
          </p:cNvPr>
          <p:cNvSpPr>
            <a:spLocks noGrp="1"/>
          </p:cNvSpPr>
          <p:nvPr>
            <p:ph type="body" sz="quarter" idx="10" hasCustomPrompt="1"/>
          </p:nvPr>
        </p:nvSpPr>
        <p:spPr>
          <a:xfrm>
            <a:off x="4536018" y="2405224"/>
            <a:ext cx="6138333" cy="3534144"/>
          </a:xfrm>
        </p:spPr>
        <p:txBody>
          <a:bodyPr/>
          <a:lstStyle>
            <a:lvl1pPr>
              <a:defRPr sz="2667" b="0" i="0">
                <a:solidFill>
                  <a:schemeClr val="bg1"/>
                </a:solidFill>
                <a:latin typeface="Lato" panose="020F0502020204030203" pitchFamily="34" charset="0"/>
                <a:ea typeface="Lato" panose="020F0502020204030203" pitchFamily="34" charset="0"/>
                <a:cs typeface="Lato" panose="020F0502020204030203" pitchFamily="34" charset="0"/>
              </a:defRPr>
            </a:lvl1pPr>
            <a:lvl2pPr marL="6351" indent="0">
              <a:buFontTx/>
              <a:buNone/>
              <a:tabLst/>
              <a:defRPr b="0" i="0">
                <a:solidFill>
                  <a:schemeClr val="bg2">
                    <a:lumMod val="60000"/>
                    <a:lumOff val="40000"/>
                  </a:schemeClr>
                </a:solidFill>
                <a:latin typeface="Lato Light" panose="020F0502020204030203" pitchFamily="34" charset="0"/>
                <a:ea typeface="Lato Light" panose="020F0502020204030203" pitchFamily="34" charset="0"/>
                <a:cs typeface="Lato Light" panose="020F0502020204030203" pitchFamily="34" charset="0"/>
              </a:defRPr>
            </a:lvl2pPr>
            <a:lvl3pPr>
              <a:defRPr b="1" i="0">
                <a:latin typeface="Lato Semibold" panose="020F0502020204030203" pitchFamily="34" charset="0"/>
                <a:ea typeface="Lato Semibold" panose="020F0502020204030203" pitchFamily="34" charset="0"/>
                <a:cs typeface="Lato Semibold" panose="020F0502020204030203" pitchFamily="34" charset="0"/>
              </a:defRPr>
            </a:lvl3pPr>
            <a:lvl4pPr>
              <a:defRPr b="1" i="0">
                <a:latin typeface="Lato Semibold" panose="020F0502020204030203" pitchFamily="34" charset="0"/>
                <a:ea typeface="Lato Semibold" panose="020F0502020204030203" pitchFamily="34" charset="0"/>
                <a:cs typeface="Lato Semibold" panose="020F0502020204030203" pitchFamily="34" charset="0"/>
              </a:defRPr>
            </a:lvl4pPr>
            <a:lvl5pPr>
              <a:defRPr b="1" i="0">
                <a:latin typeface="Lato Semibold" panose="020F0502020204030203" pitchFamily="34" charset="0"/>
                <a:ea typeface="Lato Semibold" panose="020F0502020204030203" pitchFamily="34" charset="0"/>
                <a:cs typeface="Lato Semibold" panose="020F0502020204030203" pitchFamily="34" charset="0"/>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a:t>
            </a:r>
            <a:r>
              <a:rPr lang="en-US" err="1"/>
              <a:t>lobortis</a:t>
            </a:r>
            <a:r>
              <a:rPr lang="en-US"/>
              <a:t> </a:t>
            </a:r>
            <a:r>
              <a:rPr lang="en-US" err="1"/>
              <a:t>viverra</a:t>
            </a:r>
            <a:r>
              <a:rPr lang="en-US"/>
              <a:t> </a:t>
            </a:r>
            <a:r>
              <a:rPr lang="en-US" err="1"/>
              <a:t>enim</a:t>
            </a:r>
            <a:r>
              <a:rPr lang="en-US"/>
              <a:t> </a:t>
            </a:r>
            <a:r>
              <a:rPr lang="en-US" err="1"/>
              <a:t>placerat</a:t>
            </a:r>
            <a:r>
              <a:rPr lang="en-US"/>
              <a:t> gravida. Sed ac lacinia </a:t>
            </a:r>
            <a:r>
              <a:rPr lang="en-US" err="1"/>
              <a:t>felis</a:t>
            </a:r>
            <a:r>
              <a:rPr lang="en-US"/>
              <a:t>. </a:t>
            </a:r>
            <a:r>
              <a:rPr lang="en-US" err="1"/>
              <a:t>Donec</a:t>
            </a:r>
            <a:r>
              <a:rPr lang="en-US"/>
              <a:t> </a:t>
            </a:r>
            <a:r>
              <a:rPr lang="en-US" err="1"/>
              <a:t>luctus</a:t>
            </a:r>
            <a:r>
              <a:rPr lang="en-US"/>
              <a:t> </a:t>
            </a:r>
            <a:r>
              <a:rPr lang="en-US" err="1"/>
              <a:t>tempor</a:t>
            </a:r>
            <a:r>
              <a:rPr lang="en-US"/>
              <a:t> </a:t>
            </a:r>
            <a:r>
              <a:rPr lang="en-US" err="1"/>
              <a:t>tortor</a:t>
            </a:r>
            <a:r>
              <a:rPr lang="en-US"/>
              <a:t>, vel </a:t>
            </a:r>
            <a:r>
              <a:rPr lang="en-US" err="1"/>
              <a:t>efficitur</a:t>
            </a:r>
            <a:r>
              <a:rPr lang="en-US"/>
              <a:t> </a:t>
            </a:r>
            <a:r>
              <a:rPr lang="en-US" err="1"/>
              <a:t>risus</a:t>
            </a:r>
            <a:r>
              <a:rPr lang="en-US"/>
              <a:t> </a:t>
            </a:r>
            <a:r>
              <a:rPr lang="en-US" err="1"/>
              <a:t>congue</a:t>
            </a:r>
            <a:r>
              <a:rPr lang="en-US"/>
              <a:t> </a:t>
            </a:r>
            <a:r>
              <a:rPr lang="en-US" err="1"/>
              <a:t>eu</a:t>
            </a:r>
            <a:r>
              <a:rPr lang="en-US"/>
              <a:t>.</a:t>
            </a:r>
          </a:p>
          <a:p>
            <a:pPr lvl="0"/>
            <a:endParaRPr lang="en-US"/>
          </a:p>
          <a:p>
            <a:pPr lvl="1"/>
            <a:r>
              <a:rPr lang="en-US"/>
              <a:t>Lorem Ipsum</a:t>
            </a:r>
          </a:p>
        </p:txBody>
      </p:sp>
      <p:sp>
        <p:nvSpPr>
          <p:cNvPr id="16" name="Picture Placeholder 15">
            <a:extLst>
              <a:ext uri="{FF2B5EF4-FFF2-40B4-BE49-F238E27FC236}">
                <a16:creationId xmlns:a16="http://schemas.microsoft.com/office/drawing/2014/main" id="{C3BB9359-E159-4942-811A-EA67058EDEB7}"/>
              </a:ext>
            </a:extLst>
          </p:cNvPr>
          <p:cNvSpPr>
            <a:spLocks noGrp="1"/>
          </p:cNvSpPr>
          <p:nvPr>
            <p:ph type="pic" sz="quarter" idx="11"/>
          </p:nvPr>
        </p:nvSpPr>
        <p:spPr>
          <a:xfrm>
            <a:off x="410634" y="1667070"/>
            <a:ext cx="2976033" cy="2612831"/>
          </a:xfrm>
        </p:spPr>
        <p:txBody>
          <a:bodyPr/>
          <a:lstStyle/>
          <a:p>
            <a:r>
              <a:rPr lang="en-US"/>
              <a:t>Click icon to add picture</a:t>
            </a:r>
          </a:p>
        </p:txBody>
      </p:sp>
    </p:spTree>
    <p:extLst>
      <p:ext uri="{BB962C8B-B14F-4D97-AF65-F5344CB8AC3E}">
        <p14:creationId xmlns:p14="http://schemas.microsoft.com/office/powerpoint/2010/main" val="1191722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1+#ppt_w/2"/>
                                          </p:val>
                                        </p:tav>
                                        <p:tav tm="100000">
                                          <p:val>
                                            <p:strVal val="#ppt_x"/>
                                          </p:val>
                                        </p:tav>
                                      </p:tavLst>
                                    </p:anim>
                                    <p:anim calcmode="lin" valueType="num">
                                      <p:cBhvr additive="base">
                                        <p:cTn id="8" dur="500" fill="hold"/>
                                        <p:tgtEl>
                                          <p:spTgt spid="20"/>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25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500" fill="hold"/>
                                        <p:tgtEl>
                                          <p:spTgt spid="21"/>
                                        </p:tgtEl>
                                        <p:attrNameLst>
                                          <p:attrName>ppt_x</p:attrName>
                                        </p:attrNameLst>
                                      </p:cBhvr>
                                      <p:tavLst>
                                        <p:tav tm="0">
                                          <p:val>
                                            <p:strVal val="1+#ppt_w/2"/>
                                          </p:val>
                                        </p:tav>
                                        <p:tav tm="100000">
                                          <p:val>
                                            <p:strVal val="#ppt_x"/>
                                          </p:val>
                                        </p:tav>
                                      </p:tavLst>
                                    </p:anim>
                                    <p:anim calcmode="lin" valueType="num">
                                      <p:cBhvr additive="base">
                                        <p:cTn id="12" dur="500" fill="hold"/>
                                        <p:tgtEl>
                                          <p:spTgt spid="21"/>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250"/>
                                  </p:stCondLst>
                                  <p:childTnLst>
                                    <p:set>
                                      <p:cBhvr>
                                        <p:cTn id="14" dur="1" fill="hold">
                                          <p:stCondLst>
                                            <p:cond delay="0"/>
                                          </p:stCondLst>
                                        </p:cTn>
                                        <p:tgtEl>
                                          <p:spTgt spid="22"/>
                                        </p:tgtEl>
                                        <p:attrNameLst>
                                          <p:attrName>style.visibility</p:attrName>
                                        </p:attrNameLst>
                                      </p:cBhvr>
                                      <p:to>
                                        <p:strVal val="visible"/>
                                      </p:to>
                                    </p:set>
                                    <p:anim calcmode="lin" valueType="num">
                                      <p:cBhvr additive="base">
                                        <p:cTn id="15" dur="500" fill="hold"/>
                                        <p:tgtEl>
                                          <p:spTgt spid="22"/>
                                        </p:tgtEl>
                                        <p:attrNameLst>
                                          <p:attrName>ppt_x</p:attrName>
                                        </p:attrNameLst>
                                      </p:cBhvr>
                                      <p:tavLst>
                                        <p:tav tm="0">
                                          <p:val>
                                            <p:strVal val="1+#ppt_w/2"/>
                                          </p:val>
                                        </p:tav>
                                        <p:tav tm="100000">
                                          <p:val>
                                            <p:strVal val="#ppt_x"/>
                                          </p:val>
                                        </p:tav>
                                      </p:tavLst>
                                    </p:anim>
                                    <p:anim calcmode="lin" valueType="num">
                                      <p:cBhvr additive="base">
                                        <p:cTn id="16" dur="500" fill="hold"/>
                                        <p:tgtEl>
                                          <p:spTgt spid="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Lst>
  </p:timing>
  <p:hf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6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4F22D7-185A-D041-BE99-F3B590B45ECD}"/>
              </a:ext>
            </a:extLst>
          </p:cNvPr>
          <p:cNvSpPr/>
          <p:nvPr/>
        </p:nvSpPr>
        <p:spPr>
          <a:xfrm>
            <a:off x="3399182" y="390615"/>
            <a:ext cx="7555089" cy="578824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 name="Rectangle 2">
            <a:extLst>
              <a:ext uri="{FF2B5EF4-FFF2-40B4-BE49-F238E27FC236}">
                <a16:creationId xmlns:a16="http://schemas.microsoft.com/office/drawing/2014/main" id="{24871606-FB43-B841-860C-14D28960E0B2}"/>
              </a:ext>
            </a:extLst>
          </p:cNvPr>
          <p:cNvSpPr/>
          <p:nvPr/>
        </p:nvSpPr>
        <p:spPr>
          <a:xfrm>
            <a:off x="3393849" y="1657350"/>
            <a:ext cx="7555089" cy="4521509"/>
          </a:xfrm>
          <a:prstGeom prst="rect">
            <a:avLst/>
          </a:prstGeom>
          <a:solidFill>
            <a:schemeClr val="tx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nvGrpSpPr>
          <p:cNvPr id="4" name="Group 3">
            <a:extLst>
              <a:ext uri="{FF2B5EF4-FFF2-40B4-BE49-F238E27FC236}">
                <a16:creationId xmlns:a16="http://schemas.microsoft.com/office/drawing/2014/main" id="{855756B5-FAD0-B744-BFCA-914F6ECB647A}"/>
              </a:ext>
            </a:extLst>
          </p:cNvPr>
          <p:cNvGrpSpPr>
            <a:grpSpLocks noChangeAspect="1"/>
          </p:cNvGrpSpPr>
          <p:nvPr/>
        </p:nvGrpSpPr>
        <p:grpSpPr>
          <a:xfrm>
            <a:off x="3865524" y="2450235"/>
            <a:ext cx="243840" cy="3752299"/>
            <a:chOff x="792480" y="2316480"/>
            <a:chExt cx="198814" cy="3059419"/>
          </a:xfrm>
        </p:grpSpPr>
        <p:cxnSp>
          <p:nvCxnSpPr>
            <p:cNvPr id="5" name="Straight Connector 4">
              <a:extLst>
                <a:ext uri="{FF2B5EF4-FFF2-40B4-BE49-F238E27FC236}">
                  <a16:creationId xmlns:a16="http://schemas.microsoft.com/office/drawing/2014/main" id="{A824E81B-AEFE-1643-8B52-57127B4C84F2}"/>
                </a:ext>
              </a:extLst>
            </p:cNvPr>
            <p:cNvCxnSpPr>
              <a:cxnSpLocks/>
            </p:cNvCxnSpPr>
            <p:nvPr userDrawn="1"/>
          </p:nvCxnSpPr>
          <p:spPr>
            <a:xfrm flipV="1">
              <a:off x="891887" y="2517553"/>
              <a:ext cx="0" cy="2858346"/>
            </a:xfrm>
            <a:prstGeom prst="line">
              <a:avLst/>
            </a:prstGeom>
            <a:ln w="9525">
              <a:solidFill>
                <a:schemeClr val="bg1"/>
              </a:solidFill>
            </a:ln>
          </p:spPr>
          <p:style>
            <a:lnRef idx="1">
              <a:schemeClr val="accent6"/>
            </a:lnRef>
            <a:fillRef idx="0">
              <a:schemeClr val="accent6"/>
            </a:fillRef>
            <a:effectRef idx="0">
              <a:schemeClr val="accent6"/>
            </a:effectRef>
            <a:fontRef idx="minor">
              <a:schemeClr val="tx1"/>
            </a:fontRef>
          </p:style>
        </p:cxnSp>
        <p:sp>
          <p:nvSpPr>
            <p:cNvPr id="6" name="Oval 5">
              <a:extLst>
                <a:ext uri="{FF2B5EF4-FFF2-40B4-BE49-F238E27FC236}">
                  <a16:creationId xmlns:a16="http://schemas.microsoft.com/office/drawing/2014/main" id="{6187FE4C-B8E5-F843-9B6C-998B060AF618}"/>
                </a:ext>
              </a:extLst>
            </p:cNvPr>
            <p:cNvSpPr/>
            <p:nvPr userDrawn="1"/>
          </p:nvSpPr>
          <p:spPr>
            <a:xfrm rot="10800000">
              <a:off x="792480" y="2316480"/>
              <a:ext cx="198814" cy="201072"/>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7" name="Rectangle 6">
            <a:extLst>
              <a:ext uri="{FF2B5EF4-FFF2-40B4-BE49-F238E27FC236}">
                <a16:creationId xmlns:a16="http://schemas.microsoft.com/office/drawing/2014/main" id="{27274E0B-CD83-574A-9816-F8B7CDCE9562}"/>
              </a:ext>
            </a:extLst>
          </p:cNvPr>
          <p:cNvSpPr/>
          <p:nvPr/>
        </p:nvSpPr>
        <p:spPr>
          <a:xfrm rot="10800000">
            <a:off x="10954872" y="390618"/>
            <a:ext cx="412376" cy="5788241"/>
          </a:xfrm>
          <a:prstGeom prst="rect">
            <a:avLst/>
          </a:prstGeom>
          <a:solidFill>
            <a:schemeClr val="tx2">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8" name="Rectangle 7">
            <a:extLst>
              <a:ext uri="{FF2B5EF4-FFF2-40B4-BE49-F238E27FC236}">
                <a16:creationId xmlns:a16="http://schemas.microsoft.com/office/drawing/2014/main" id="{ADD1BD00-B50E-8046-9712-90E4FC74888A}"/>
              </a:ext>
            </a:extLst>
          </p:cNvPr>
          <p:cNvSpPr/>
          <p:nvPr/>
        </p:nvSpPr>
        <p:spPr>
          <a:xfrm rot="10800000">
            <a:off x="11367248" y="390617"/>
            <a:ext cx="412376" cy="5788241"/>
          </a:xfrm>
          <a:prstGeom prst="rect">
            <a:avLst/>
          </a:prstGeom>
          <a:solidFill>
            <a:schemeClr val="tx2">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 name="Rectangle 8">
            <a:extLst>
              <a:ext uri="{FF2B5EF4-FFF2-40B4-BE49-F238E27FC236}">
                <a16:creationId xmlns:a16="http://schemas.microsoft.com/office/drawing/2014/main" id="{CCA16CB4-8B40-9D4D-85DC-98C3CA7E7A52}"/>
              </a:ext>
            </a:extLst>
          </p:cNvPr>
          <p:cNvSpPr/>
          <p:nvPr/>
        </p:nvSpPr>
        <p:spPr>
          <a:xfrm rot="10800000">
            <a:off x="11779624" y="390618"/>
            <a:ext cx="412376" cy="5788241"/>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2" name="Rectangle 11">
            <a:extLst>
              <a:ext uri="{FF2B5EF4-FFF2-40B4-BE49-F238E27FC236}">
                <a16:creationId xmlns:a16="http://schemas.microsoft.com/office/drawing/2014/main" id="{2255126C-143D-DE4F-B8C0-2F729684A803}"/>
              </a:ext>
            </a:extLst>
          </p:cNvPr>
          <p:cNvSpPr/>
          <p:nvPr/>
        </p:nvSpPr>
        <p:spPr>
          <a:xfrm>
            <a:off x="539103" y="0"/>
            <a:ext cx="199052" cy="15426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 name="Text Placeholder 13">
            <a:extLst>
              <a:ext uri="{FF2B5EF4-FFF2-40B4-BE49-F238E27FC236}">
                <a16:creationId xmlns:a16="http://schemas.microsoft.com/office/drawing/2014/main" id="{2284764A-E0F7-A347-986F-0130C3AA8BA3}"/>
              </a:ext>
            </a:extLst>
          </p:cNvPr>
          <p:cNvSpPr>
            <a:spLocks noGrp="1"/>
          </p:cNvSpPr>
          <p:nvPr>
            <p:ph type="body" sz="quarter" idx="10" hasCustomPrompt="1"/>
          </p:nvPr>
        </p:nvSpPr>
        <p:spPr>
          <a:xfrm>
            <a:off x="4536018" y="2405224"/>
            <a:ext cx="6138333" cy="3534144"/>
          </a:xfrm>
        </p:spPr>
        <p:txBody>
          <a:bodyPr/>
          <a:lstStyle>
            <a:lvl1pPr>
              <a:defRPr sz="2667" b="0" i="0">
                <a:solidFill>
                  <a:schemeClr val="bg1"/>
                </a:solidFill>
                <a:latin typeface="Lato" panose="020F0502020204030203" pitchFamily="34" charset="0"/>
                <a:ea typeface="Lato" panose="020F0502020204030203" pitchFamily="34" charset="0"/>
                <a:cs typeface="Lato" panose="020F0502020204030203" pitchFamily="34" charset="0"/>
              </a:defRPr>
            </a:lvl1pPr>
            <a:lvl2pPr marL="6351" indent="0">
              <a:buFontTx/>
              <a:buNone/>
              <a:tabLst/>
              <a:defRPr b="0" i="0">
                <a:solidFill>
                  <a:schemeClr val="bg2">
                    <a:lumMod val="60000"/>
                    <a:lumOff val="40000"/>
                  </a:schemeClr>
                </a:solidFill>
                <a:latin typeface="Lato Light" panose="020F0502020204030203" pitchFamily="34" charset="0"/>
                <a:ea typeface="Lato Light" panose="020F0502020204030203" pitchFamily="34" charset="0"/>
                <a:cs typeface="Lato Light" panose="020F0502020204030203" pitchFamily="34" charset="0"/>
              </a:defRPr>
            </a:lvl2pPr>
            <a:lvl3pPr>
              <a:defRPr b="1" i="0">
                <a:latin typeface="Lato Semibold" panose="020F0502020204030203" pitchFamily="34" charset="0"/>
                <a:ea typeface="Lato Semibold" panose="020F0502020204030203" pitchFamily="34" charset="0"/>
                <a:cs typeface="Lato Semibold" panose="020F0502020204030203" pitchFamily="34" charset="0"/>
              </a:defRPr>
            </a:lvl3pPr>
            <a:lvl4pPr>
              <a:defRPr b="1" i="0">
                <a:latin typeface="Lato Semibold" panose="020F0502020204030203" pitchFamily="34" charset="0"/>
                <a:ea typeface="Lato Semibold" panose="020F0502020204030203" pitchFamily="34" charset="0"/>
                <a:cs typeface="Lato Semibold" panose="020F0502020204030203" pitchFamily="34" charset="0"/>
              </a:defRPr>
            </a:lvl4pPr>
            <a:lvl5pPr>
              <a:defRPr b="1" i="0">
                <a:latin typeface="Lato Semibold" panose="020F0502020204030203" pitchFamily="34" charset="0"/>
                <a:ea typeface="Lato Semibold" panose="020F0502020204030203" pitchFamily="34" charset="0"/>
                <a:cs typeface="Lato Semibold" panose="020F0502020204030203" pitchFamily="34" charset="0"/>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a:t>
            </a:r>
            <a:r>
              <a:rPr lang="en-US" err="1"/>
              <a:t>lobortis</a:t>
            </a:r>
            <a:r>
              <a:rPr lang="en-US"/>
              <a:t> </a:t>
            </a:r>
            <a:r>
              <a:rPr lang="en-US" err="1"/>
              <a:t>viverra</a:t>
            </a:r>
            <a:r>
              <a:rPr lang="en-US"/>
              <a:t> </a:t>
            </a:r>
            <a:r>
              <a:rPr lang="en-US" err="1"/>
              <a:t>enim</a:t>
            </a:r>
            <a:r>
              <a:rPr lang="en-US"/>
              <a:t> </a:t>
            </a:r>
            <a:r>
              <a:rPr lang="en-US" err="1"/>
              <a:t>placerat</a:t>
            </a:r>
            <a:r>
              <a:rPr lang="en-US"/>
              <a:t> gravida. Sed ac lacinia </a:t>
            </a:r>
            <a:r>
              <a:rPr lang="en-US" err="1"/>
              <a:t>felis</a:t>
            </a:r>
            <a:r>
              <a:rPr lang="en-US"/>
              <a:t>. </a:t>
            </a:r>
            <a:r>
              <a:rPr lang="en-US" err="1"/>
              <a:t>Donec</a:t>
            </a:r>
            <a:r>
              <a:rPr lang="en-US"/>
              <a:t> </a:t>
            </a:r>
            <a:r>
              <a:rPr lang="en-US" err="1"/>
              <a:t>luctus</a:t>
            </a:r>
            <a:r>
              <a:rPr lang="en-US"/>
              <a:t> </a:t>
            </a:r>
            <a:r>
              <a:rPr lang="en-US" err="1"/>
              <a:t>tempor</a:t>
            </a:r>
            <a:r>
              <a:rPr lang="en-US"/>
              <a:t> </a:t>
            </a:r>
            <a:r>
              <a:rPr lang="en-US" err="1"/>
              <a:t>tortor</a:t>
            </a:r>
            <a:r>
              <a:rPr lang="en-US"/>
              <a:t>, vel </a:t>
            </a:r>
            <a:r>
              <a:rPr lang="en-US" err="1"/>
              <a:t>efficitur</a:t>
            </a:r>
            <a:r>
              <a:rPr lang="en-US"/>
              <a:t> </a:t>
            </a:r>
            <a:r>
              <a:rPr lang="en-US" err="1"/>
              <a:t>risus</a:t>
            </a:r>
            <a:r>
              <a:rPr lang="en-US"/>
              <a:t> </a:t>
            </a:r>
            <a:r>
              <a:rPr lang="en-US" err="1"/>
              <a:t>congue</a:t>
            </a:r>
            <a:r>
              <a:rPr lang="en-US"/>
              <a:t> </a:t>
            </a:r>
            <a:r>
              <a:rPr lang="en-US" err="1"/>
              <a:t>eu</a:t>
            </a:r>
            <a:r>
              <a:rPr lang="en-US"/>
              <a:t>.</a:t>
            </a:r>
          </a:p>
          <a:p>
            <a:pPr lvl="0"/>
            <a:endParaRPr lang="en-US"/>
          </a:p>
          <a:p>
            <a:pPr lvl="1"/>
            <a:r>
              <a:rPr lang="en-US"/>
              <a:t>Lorem Ipsum</a:t>
            </a:r>
          </a:p>
        </p:txBody>
      </p:sp>
      <p:sp>
        <p:nvSpPr>
          <p:cNvPr id="16" name="Picture Placeholder 15">
            <a:extLst>
              <a:ext uri="{FF2B5EF4-FFF2-40B4-BE49-F238E27FC236}">
                <a16:creationId xmlns:a16="http://schemas.microsoft.com/office/drawing/2014/main" id="{C3BB9359-E159-4942-811A-EA67058EDEB7}"/>
              </a:ext>
            </a:extLst>
          </p:cNvPr>
          <p:cNvSpPr>
            <a:spLocks noGrp="1"/>
          </p:cNvSpPr>
          <p:nvPr>
            <p:ph type="pic" sz="quarter" idx="11"/>
          </p:nvPr>
        </p:nvSpPr>
        <p:spPr>
          <a:xfrm>
            <a:off x="410634" y="1667070"/>
            <a:ext cx="2976033" cy="2612831"/>
          </a:xfrm>
        </p:spPr>
        <p:txBody>
          <a:bodyPr/>
          <a:lstStyle/>
          <a:p>
            <a:r>
              <a:rPr lang="en-US"/>
              <a:t>Click icon to add picture</a:t>
            </a:r>
          </a:p>
        </p:txBody>
      </p:sp>
    </p:spTree>
    <p:extLst>
      <p:ext uri="{BB962C8B-B14F-4D97-AF65-F5344CB8AC3E}">
        <p14:creationId xmlns:p14="http://schemas.microsoft.com/office/powerpoint/2010/main" val="2848589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25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1+#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25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1+#ppt_w/2"/>
                                          </p:val>
                                        </p:tav>
                                        <p:tav tm="100000">
                                          <p:val>
                                            <p:strVal val="#ppt_x"/>
                                          </p:val>
                                        </p:tav>
                                      </p:tavLst>
                                    </p:anim>
                                    <p:anim calcmode="lin" valueType="num">
                                      <p:cBhvr additive="base">
                                        <p:cTn id="16"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hf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8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4F22D7-185A-D041-BE99-F3B590B45ECD}"/>
              </a:ext>
            </a:extLst>
          </p:cNvPr>
          <p:cNvSpPr/>
          <p:nvPr/>
        </p:nvSpPr>
        <p:spPr>
          <a:xfrm>
            <a:off x="3392592" y="390615"/>
            <a:ext cx="7562277" cy="57882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nvGrpSpPr>
          <p:cNvPr id="4" name="Group 3">
            <a:extLst>
              <a:ext uri="{FF2B5EF4-FFF2-40B4-BE49-F238E27FC236}">
                <a16:creationId xmlns:a16="http://schemas.microsoft.com/office/drawing/2014/main" id="{855756B5-FAD0-B744-BFCA-914F6ECB647A}"/>
              </a:ext>
            </a:extLst>
          </p:cNvPr>
          <p:cNvGrpSpPr>
            <a:grpSpLocks noChangeAspect="1"/>
          </p:cNvGrpSpPr>
          <p:nvPr/>
        </p:nvGrpSpPr>
        <p:grpSpPr>
          <a:xfrm>
            <a:off x="3865524" y="2450235"/>
            <a:ext cx="243840" cy="3752299"/>
            <a:chOff x="792480" y="2316480"/>
            <a:chExt cx="198814" cy="3059419"/>
          </a:xfrm>
        </p:grpSpPr>
        <p:cxnSp>
          <p:nvCxnSpPr>
            <p:cNvPr id="5" name="Straight Connector 4">
              <a:extLst>
                <a:ext uri="{FF2B5EF4-FFF2-40B4-BE49-F238E27FC236}">
                  <a16:creationId xmlns:a16="http://schemas.microsoft.com/office/drawing/2014/main" id="{A824E81B-AEFE-1643-8B52-57127B4C84F2}"/>
                </a:ext>
              </a:extLst>
            </p:cNvPr>
            <p:cNvCxnSpPr>
              <a:cxnSpLocks/>
            </p:cNvCxnSpPr>
            <p:nvPr userDrawn="1"/>
          </p:nvCxnSpPr>
          <p:spPr>
            <a:xfrm flipV="1">
              <a:off x="891887" y="2517553"/>
              <a:ext cx="0" cy="2858346"/>
            </a:xfrm>
            <a:prstGeom prst="line">
              <a:avLst/>
            </a:prstGeom>
            <a:ln w="9525">
              <a:solidFill>
                <a:schemeClr val="bg1"/>
              </a:solidFill>
            </a:ln>
          </p:spPr>
          <p:style>
            <a:lnRef idx="1">
              <a:schemeClr val="accent6"/>
            </a:lnRef>
            <a:fillRef idx="0">
              <a:schemeClr val="accent6"/>
            </a:fillRef>
            <a:effectRef idx="0">
              <a:schemeClr val="accent6"/>
            </a:effectRef>
            <a:fontRef idx="minor">
              <a:schemeClr val="tx1"/>
            </a:fontRef>
          </p:style>
        </p:cxnSp>
        <p:sp>
          <p:nvSpPr>
            <p:cNvPr id="6" name="Oval 5">
              <a:extLst>
                <a:ext uri="{FF2B5EF4-FFF2-40B4-BE49-F238E27FC236}">
                  <a16:creationId xmlns:a16="http://schemas.microsoft.com/office/drawing/2014/main" id="{6187FE4C-B8E5-F843-9B6C-998B060AF618}"/>
                </a:ext>
              </a:extLst>
            </p:cNvPr>
            <p:cNvSpPr/>
            <p:nvPr userDrawn="1"/>
          </p:nvSpPr>
          <p:spPr>
            <a:xfrm rot="10800000">
              <a:off x="792480" y="2316480"/>
              <a:ext cx="198814" cy="201072"/>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7" name="Rectangle 6">
            <a:extLst>
              <a:ext uri="{FF2B5EF4-FFF2-40B4-BE49-F238E27FC236}">
                <a16:creationId xmlns:a16="http://schemas.microsoft.com/office/drawing/2014/main" id="{27274E0B-CD83-574A-9816-F8B7CDCE9562}"/>
              </a:ext>
            </a:extLst>
          </p:cNvPr>
          <p:cNvSpPr/>
          <p:nvPr/>
        </p:nvSpPr>
        <p:spPr>
          <a:xfrm rot="10800000">
            <a:off x="10954872" y="390618"/>
            <a:ext cx="412376" cy="5788241"/>
          </a:xfrm>
          <a:prstGeom prst="rect">
            <a:avLst/>
          </a:prstGeom>
          <a:solidFill>
            <a:schemeClr val="tx2">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8" name="Rectangle 7">
            <a:extLst>
              <a:ext uri="{FF2B5EF4-FFF2-40B4-BE49-F238E27FC236}">
                <a16:creationId xmlns:a16="http://schemas.microsoft.com/office/drawing/2014/main" id="{ADD1BD00-B50E-8046-9712-90E4FC74888A}"/>
              </a:ext>
            </a:extLst>
          </p:cNvPr>
          <p:cNvSpPr/>
          <p:nvPr/>
        </p:nvSpPr>
        <p:spPr>
          <a:xfrm rot="10800000">
            <a:off x="11367248" y="390617"/>
            <a:ext cx="412376" cy="5788241"/>
          </a:xfrm>
          <a:prstGeom prst="rect">
            <a:avLst/>
          </a:prstGeom>
          <a:solidFill>
            <a:schemeClr val="tx2">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 name="Rectangle 8">
            <a:extLst>
              <a:ext uri="{FF2B5EF4-FFF2-40B4-BE49-F238E27FC236}">
                <a16:creationId xmlns:a16="http://schemas.microsoft.com/office/drawing/2014/main" id="{CCA16CB4-8B40-9D4D-85DC-98C3CA7E7A52}"/>
              </a:ext>
            </a:extLst>
          </p:cNvPr>
          <p:cNvSpPr/>
          <p:nvPr/>
        </p:nvSpPr>
        <p:spPr>
          <a:xfrm rot="10800000">
            <a:off x="11779624" y="390618"/>
            <a:ext cx="412376" cy="5788241"/>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2" name="Rectangle 11">
            <a:extLst>
              <a:ext uri="{FF2B5EF4-FFF2-40B4-BE49-F238E27FC236}">
                <a16:creationId xmlns:a16="http://schemas.microsoft.com/office/drawing/2014/main" id="{2255126C-143D-DE4F-B8C0-2F729684A803}"/>
              </a:ext>
            </a:extLst>
          </p:cNvPr>
          <p:cNvSpPr/>
          <p:nvPr/>
        </p:nvSpPr>
        <p:spPr>
          <a:xfrm>
            <a:off x="539103" y="0"/>
            <a:ext cx="199052" cy="15426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 name="Text Placeholder 13">
            <a:extLst>
              <a:ext uri="{FF2B5EF4-FFF2-40B4-BE49-F238E27FC236}">
                <a16:creationId xmlns:a16="http://schemas.microsoft.com/office/drawing/2014/main" id="{2284764A-E0F7-A347-986F-0130C3AA8BA3}"/>
              </a:ext>
            </a:extLst>
          </p:cNvPr>
          <p:cNvSpPr>
            <a:spLocks noGrp="1"/>
          </p:cNvSpPr>
          <p:nvPr>
            <p:ph type="body" sz="quarter" idx="10" hasCustomPrompt="1"/>
          </p:nvPr>
        </p:nvSpPr>
        <p:spPr>
          <a:xfrm>
            <a:off x="4536018" y="2405224"/>
            <a:ext cx="6138333" cy="3534144"/>
          </a:xfrm>
        </p:spPr>
        <p:txBody>
          <a:bodyPr/>
          <a:lstStyle>
            <a:lvl1pPr>
              <a:defRPr sz="2667" b="0" i="0">
                <a:solidFill>
                  <a:schemeClr val="bg1"/>
                </a:solidFill>
                <a:latin typeface="Lato" panose="020F0502020204030203" pitchFamily="34" charset="0"/>
                <a:ea typeface="Lato" panose="020F0502020204030203" pitchFamily="34" charset="0"/>
                <a:cs typeface="Lato" panose="020F0502020204030203" pitchFamily="34" charset="0"/>
              </a:defRPr>
            </a:lvl1pPr>
            <a:lvl2pPr marL="6351" indent="0">
              <a:buFontTx/>
              <a:buNone/>
              <a:tabLst/>
              <a:defRPr b="0" i="0">
                <a:solidFill>
                  <a:schemeClr val="bg2">
                    <a:lumMod val="60000"/>
                    <a:lumOff val="40000"/>
                  </a:schemeClr>
                </a:solidFill>
                <a:latin typeface="Lato Light" panose="020F0502020204030203" pitchFamily="34" charset="0"/>
                <a:ea typeface="Lato Light" panose="020F0502020204030203" pitchFamily="34" charset="0"/>
                <a:cs typeface="Lato Light" panose="020F0502020204030203" pitchFamily="34" charset="0"/>
              </a:defRPr>
            </a:lvl2pPr>
            <a:lvl3pPr>
              <a:defRPr b="1" i="0">
                <a:latin typeface="Lato Semibold" panose="020F0502020204030203" pitchFamily="34" charset="0"/>
                <a:ea typeface="Lato Semibold" panose="020F0502020204030203" pitchFamily="34" charset="0"/>
                <a:cs typeface="Lato Semibold" panose="020F0502020204030203" pitchFamily="34" charset="0"/>
              </a:defRPr>
            </a:lvl3pPr>
            <a:lvl4pPr>
              <a:defRPr b="1" i="0">
                <a:latin typeface="Lato Semibold" panose="020F0502020204030203" pitchFamily="34" charset="0"/>
                <a:ea typeface="Lato Semibold" panose="020F0502020204030203" pitchFamily="34" charset="0"/>
                <a:cs typeface="Lato Semibold" panose="020F0502020204030203" pitchFamily="34" charset="0"/>
              </a:defRPr>
            </a:lvl4pPr>
            <a:lvl5pPr>
              <a:defRPr b="1" i="0">
                <a:latin typeface="Lato Semibold" panose="020F0502020204030203" pitchFamily="34" charset="0"/>
                <a:ea typeface="Lato Semibold" panose="020F0502020204030203" pitchFamily="34" charset="0"/>
                <a:cs typeface="Lato Semibold" panose="020F0502020204030203" pitchFamily="34" charset="0"/>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a:t>
            </a:r>
            <a:r>
              <a:rPr lang="en-US" err="1"/>
              <a:t>lobortis</a:t>
            </a:r>
            <a:r>
              <a:rPr lang="en-US"/>
              <a:t> </a:t>
            </a:r>
            <a:r>
              <a:rPr lang="en-US" err="1"/>
              <a:t>viverra</a:t>
            </a:r>
            <a:r>
              <a:rPr lang="en-US"/>
              <a:t> </a:t>
            </a:r>
            <a:r>
              <a:rPr lang="en-US" err="1"/>
              <a:t>enim</a:t>
            </a:r>
            <a:r>
              <a:rPr lang="en-US"/>
              <a:t> </a:t>
            </a:r>
            <a:r>
              <a:rPr lang="en-US" err="1"/>
              <a:t>placerat</a:t>
            </a:r>
            <a:r>
              <a:rPr lang="en-US"/>
              <a:t> gravida. Sed ac lacinia </a:t>
            </a:r>
            <a:r>
              <a:rPr lang="en-US" err="1"/>
              <a:t>felis</a:t>
            </a:r>
            <a:r>
              <a:rPr lang="en-US"/>
              <a:t>. </a:t>
            </a:r>
            <a:r>
              <a:rPr lang="en-US" err="1"/>
              <a:t>Donec</a:t>
            </a:r>
            <a:r>
              <a:rPr lang="en-US"/>
              <a:t> </a:t>
            </a:r>
            <a:r>
              <a:rPr lang="en-US" err="1"/>
              <a:t>luctus</a:t>
            </a:r>
            <a:r>
              <a:rPr lang="en-US"/>
              <a:t> </a:t>
            </a:r>
            <a:r>
              <a:rPr lang="en-US" err="1"/>
              <a:t>tempor</a:t>
            </a:r>
            <a:r>
              <a:rPr lang="en-US"/>
              <a:t> </a:t>
            </a:r>
            <a:r>
              <a:rPr lang="en-US" err="1"/>
              <a:t>tortor</a:t>
            </a:r>
            <a:r>
              <a:rPr lang="en-US"/>
              <a:t>, vel </a:t>
            </a:r>
            <a:r>
              <a:rPr lang="en-US" err="1"/>
              <a:t>efficitur</a:t>
            </a:r>
            <a:r>
              <a:rPr lang="en-US"/>
              <a:t> </a:t>
            </a:r>
            <a:r>
              <a:rPr lang="en-US" err="1"/>
              <a:t>risus</a:t>
            </a:r>
            <a:r>
              <a:rPr lang="en-US"/>
              <a:t> </a:t>
            </a:r>
            <a:r>
              <a:rPr lang="en-US" err="1"/>
              <a:t>congue</a:t>
            </a:r>
            <a:r>
              <a:rPr lang="en-US"/>
              <a:t> </a:t>
            </a:r>
            <a:r>
              <a:rPr lang="en-US" err="1"/>
              <a:t>eu</a:t>
            </a:r>
            <a:r>
              <a:rPr lang="en-US"/>
              <a:t>.</a:t>
            </a:r>
          </a:p>
          <a:p>
            <a:pPr lvl="0"/>
            <a:endParaRPr lang="en-US"/>
          </a:p>
          <a:p>
            <a:pPr lvl="1"/>
            <a:r>
              <a:rPr lang="en-US"/>
              <a:t>Lorem Ipsum</a:t>
            </a:r>
          </a:p>
        </p:txBody>
      </p:sp>
      <p:sp>
        <p:nvSpPr>
          <p:cNvPr id="16" name="Picture Placeholder 15">
            <a:extLst>
              <a:ext uri="{FF2B5EF4-FFF2-40B4-BE49-F238E27FC236}">
                <a16:creationId xmlns:a16="http://schemas.microsoft.com/office/drawing/2014/main" id="{C3BB9359-E159-4942-811A-EA67058EDEB7}"/>
              </a:ext>
            </a:extLst>
          </p:cNvPr>
          <p:cNvSpPr>
            <a:spLocks noGrp="1"/>
          </p:cNvSpPr>
          <p:nvPr>
            <p:ph type="pic" sz="quarter" idx="11"/>
          </p:nvPr>
        </p:nvSpPr>
        <p:spPr>
          <a:xfrm>
            <a:off x="410634" y="1667070"/>
            <a:ext cx="2976033" cy="2612831"/>
          </a:xfrm>
        </p:spPr>
        <p:txBody>
          <a:bodyPr/>
          <a:lstStyle/>
          <a:p>
            <a:r>
              <a:rPr lang="en-US"/>
              <a:t>Click icon to add picture</a:t>
            </a:r>
          </a:p>
        </p:txBody>
      </p:sp>
    </p:spTree>
    <p:extLst>
      <p:ext uri="{BB962C8B-B14F-4D97-AF65-F5344CB8AC3E}">
        <p14:creationId xmlns:p14="http://schemas.microsoft.com/office/powerpoint/2010/main" val="3283486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25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1+#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25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1+#ppt_w/2"/>
                                          </p:val>
                                        </p:tav>
                                        <p:tav tm="100000">
                                          <p:val>
                                            <p:strVal val="#ppt_x"/>
                                          </p:val>
                                        </p:tav>
                                      </p:tavLst>
                                    </p:anim>
                                    <p:anim calcmode="lin" valueType="num">
                                      <p:cBhvr additive="base">
                                        <p:cTn id="16"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hf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10_Blank">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079FF47-C4FA-9542-AE5B-50CABFF51169}"/>
              </a:ext>
            </a:extLst>
          </p:cNvPr>
          <p:cNvSpPr/>
          <p:nvPr/>
        </p:nvSpPr>
        <p:spPr>
          <a:xfrm>
            <a:off x="3395884" y="390615"/>
            <a:ext cx="7558987" cy="578824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5" name="Rectangle 14">
            <a:extLst>
              <a:ext uri="{FF2B5EF4-FFF2-40B4-BE49-F238E27FC236}">
                <a16:creationId xmlns:a16="http://schemas.microsoft.com/office/drawing/2014/main" id="{E49778AB-3E46-DE46-BB9A-C162F27875AF}"/>
              </a:ext>
            </a:extLst>
          </p:cNvPr>
          <p:cNvSpPr/>
          <p:nvPr/>
        </p:nvSpPr>
        <p:spPr>
          <a:xfrm rot="10800000">
            <a:off x="10954872" y="390618"/>
            <a:ext cx="412376" cy="5788241"/>
          </a:xfrm>
          <a:prstGeom prst="rect">
            <a:avLst/>
          </a:prstGeom>
          <a:solidFill>
            <a:schemeClr val="tx2">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7" name="Rectangle 16">
            <a:extLst>
              <a:ext uri="{FF2B5EF4-FFF2-40B4-BE49-F238E27FC236}">
                <a16:creationId xmlns:a16="http://schemas.microsoft.com/office/drawing/2014/main" id="{09A17D4E-32EA-CC48-BCDB-8C835F27ACF6}"/>
              </a:ext>
            </a:extLst>
          </p:cNvPr>
          <p:cNvSpPr/>
          <p:nvPr/>
        </p:nvSpPr>
        <p:spPr>
          <a:xfrm rot="10800000">
            <a:off x="11367248" y="390617"/>
            <a:ext cx="412376" cy="5788241"/>
          </a:xfrm>
          <a:prstGeom prst="rect">
            <a:avLst/>
          </a:prstGeom>
          <a:solidFill>
            <a:schemeClr val="tx2">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8" name="Rectangle 17">
            <a:extLst>
              <a:ext uri="{FF2B5EF4-FFF2-40B4-BE49-F238E27FC236}">
                <a16:creationId xmlns:a16="http://schemas.microsoft.com/office/drawing/2014/main" id="{6AB0EDC1-CA5E-B046-92EA-12FEE426ECE3}"/>
              </a:ext>
            </a:extLst>
          </p:cNvPr>
          <p:cNvSpPr/>
          <p:nvPr/>
        </p:nvSpPr>
        <p:spPr>
          <a:xfrm rot="10800000">
            <a:off x="11779624" y="390618"/>
            <a:ext cx="412376" cy="5788241"/>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nvGrpSpPr>
          <p:cNvPr id="4" name="Group 3">
            <a:extLst>
              <a:ext uri="{FF2B5EF4-FFF2-40B4-BE49-F238E27FC236}">
                <a16:creationId xmlns:a16="http://schemas.microsoft.com/office/drawing/2014/main" id="{855756B5-FAD0-B744-BFCA-914F6ECB647A}"/>
              </a:ext>
            </a:extLst>
          </p:cNvPr>
          <p:cNvGrpSpPr>
            <a:grpSpLocks noChangeAspect="1"/>
          </p:cNvGrpSpPr>
          <p:nvPr/>
        </p:nvGrpSpPr>
        <p:grpSpPr>
          <a:xfrm>
            <a:off x="3865524" y="2450235"/>
            <a:ext cx="243840" cy="3752299"/>
            <a:chOff x="792480" y="2316480"/>
            <a:chExt cx="198814" cy="3059419"/>
          </a:xfrm>
        </p:grpSpPr>
        <p:cxnSp>
          <p:nvCxnSpPr>
            <p:cNvPr id="5" name="Straight Connector 4">
              <a:extLst>
                <a:ext uri="{FF2B5EF4-FFF2-40B4-BE49-F238E27FC236}">
                  <a16:creationId xmlns:a16="http://schemas.microsoft.com/office/drawing/2014/main" id="{A824E81B-AEFE-1643-8B52-57127B4C84F2}"/>
                </a:ext>
              </a:extLst>
            </p:cNvPr>
            <p:cNvCxnSpPr>
              <a:cxnSpLocks/>
            </p:cNvCxnSpPr>
            <p:nvPr userDrawn="1"/>
          </p:nvCxnSpPr>
          <p:spPr>
            <a:xfrm flipV="1">
              <a:off x="891887" y="2517553"/>
              <a:ext cx="0" cy="2858346"/>
            </a:xfrm>
            <a:prstGeom prst="line">
              <a:avLst/>
            </a:prstGeom>
            <a:ln w="9525">
              <a:solidFill>
                <a:schemeClr val="bg1"/>
              </a:solidFill>
            </a:ln>
          </p:spPr>
          <p:style>
            <a:lnRef idx="1">
              <a:schemeClr val="accent6"/>
            </a:lnRef>
            <a:fillRef idx="0">
              <a:schemeClr val="accent6"/>
            </a:fillRef>
            <a:effectRef idx="0">
              <a:schemeClr val="accent6"/>
            </a:effectRef>
            <a:fontRef idx="minor">
              <a:schemeClr val="tx1"/>
            </a:fontRef>
          </p:style>
        </p:cxnSp>
        <p:sp>
          <p:nvSpPr>
            <p:cNvPr id="6" name="Oval 5">
              <a:extLst>
                <a:ext uri="{FF2B5EF4-FFF2-40B4-BE49-F238E27FC236}">
                  <a16:creationId xmlns:a16="http://schemas.microsoft.com/office/drawing/2014/main" id="{6187FE4C-B8E5-F843-9B6C-998B060AF618}"/>
                </a:ext>
              </a:extLst>
            </p:cNvPr>
            <p:cNvSpPr/>
            <p:nvPr userDrawn="1"/>
          </p:nvSpPr>
          <p:spPr>
            <a:xfrm rot="10800000">
              <a:off x="792480" y="2316480"/>
              <a:ext cx="198814" cy="201072"/>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12" name="Rectangle 11">
            <a:extLst>
              <a:ext uri="{FF2B5EF4-FFF2-40B4-BE49-F238E27FC236}">
                <a16:creationId xmlns:a16="http://schemas.microsoft.com/office/drawing/2014/main" id="{2255126C-143D-DE4F-B8C0-2F729684A803}"/>
              </a:ext>
            </a:extLst>
          </p:cNvPr>
          <p:cNvSpPr/>
          <p:nvPr/>
        </p:nvSpPr>
        <p:spPr>
          <a:xfrm>
            <a:off x="539103" y="0"/>
            <a:ext cx="199052" cy="15426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 name="Text Placeholder 13">
            <a:extLst>
              <a:ext uri="{FF2B5EF4-FFF2-40B4-BE49-F238E27FC236}">
                <a16:creationId xmlns:a16="http://schemas.microsoft.com/office/drawing/2014/main" id="{2284764A-E0F7-A347-986F-0130C3AA8BA3}"/>
              </a:ext>
            </a:extLst>
          </p:cNvPr>
          <p:cNvSpPr>
            <a:spLocks noGrp="1"/>
          </p:cNvSpPr>
          <p:nvPr>
            <p:ph type="body" sz="quarter" idx="10" hasCustomPrompt="1"/>
          </p:nvPr>
        </p:nvSpPr>
        <p:spPr>
          <a:xfrm>
            <a:off x="4536018" y="2405224"/>
            <a:ext cx="6138333" cy="3534144"/>
          </a:xfrm>
        </p:spPr>
        <p:txBody>
          <a:bodyPr/>
          <a:lstStyle>
            <a:lvl1pPr>
              <a:defRPr sz="2667" b="0" i="0">
                <a:solidFill>
                  <a:schemeClr val="bg1"/>
                </a:solidFill>
                <a:latin typeface="Lato" panose="020F0502020204030203" pitchFamily="34" charset="0"/>
                <a:ea typeface="Lato" panose="020F0502020204030203" pitchFamily="34" charset="0"/>
                <a:cs typeface="Lato" panose="020F0502020204030203" pitchFamily="34" charset="0"/>
              </a:defRPr>
            </a:lvl1pPr>
            <a:lvl2pPr marL="6351" indent="0">
              <a:buFontTx/>
              <a:buNone/>
              <a:tabLst/>
              <a:defRPr b="0" i="0">
                <a:solidFill>
                  <a:schemeClr val="bg2">
                    <a:lumMod val="60000"/>
                    <a:lumOff val="40000"/>
                  </a:schemeClr>
                </a:solidFill>
                <a:latin typeface="Lato Light" panose="020F0502020204030203" pitchFamily="34" charset="0"/>
                <a:ea typeface="Lato Light" panose="020F0502020204030203" pitchFamily="34" charset="0"/>
                <a:cs typeface="Lato Light" panose="020F0502020204030203" pitchFamily="34" charset="0"/>
              </a:defRPr>
            </a:lvl2pPr>
            <a:lvl3pPr>
              <a:defRPr b="1" i="0">
                <a:latin typeface="Lato Semibold" panose="020F0502020204030203" pitchFamily="34" charset="0"/>
                <a:ea typeface="Lato Semibold" panose="020F0502020204030203" pitchFamily="34" charset="0"/>
                <a:cs typeface="Lato Semibold" panose="020F0502020204030203" pitchFamily="34" charset="0"/>
              </a:defRPr>
            </a:lvl3pPr>
            <a:lvl4pPr>
              <a:defRPr b="1" i="0">
                <a:latin typeface="Lato Semibold" panose="020F0502020204030203" pitchFamily="34" charset="0"/>
                <a:ea typeface="Lato Semibold" panose="020F0502020204030203" pitchFamily="34" charset="0"/>
                <a:cs typeface="Lato Semibold" panose="020F0502020204030203" pitchFamily="34" charset="0"/>
              </a:defRPr>
            </a:lvl4pPr>
            <a:lvl5pPr>
              <a:defRPr b="1" i="0">
                <a:latin typeface="Lato Semibold" panose="020F0502020204030203" pitchFamily="34" charset="0"/>
                <a:ea typeface="Lato Semibold" panose="020F0502020204030203" pitchFamily="34" charset="0"/>
                <a:cs typeface="Lato Semibold" panose="020F0502020204030203" pitchFamily="34" charset="0"/>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a:t>
            </a:r>
            <a:r>
              <a:rPr lang="en-US" err="1"/>
              <a:t>lobortis</a:t>
            </a:r>
            <a:r>
              <a:rPr lang="en-US"/>
              <a:t> </a:t>
            </a:r>
            <a:r>
              <a:rPr lang="en-US" err="1"/>
              <a:t>viverra</a:t>
            </a:r>
            <a:r>
              <a:rPr lang="en-US"/>
              <a:t> </a:t>
            </a:r>
            <a:r>
              <a:rPr lang="en-US" err="1"/>
              <a:t>enim</a:t>
            </a:r>
            <a:r>
              <a:rPr lang="en-US"/>
              <a:t> </a:t>
            </a:r>
            <a:r>
              <a:rPr lang="en-US" err="1"/>
              <a:t>placerat</a:t>
            </a:r>
            <a:r>
              <a:rPr lang="en-US"/>
              <a:t> gravida. Sed ac lacinia </a:t>
            </a:r>
            <a:r>
              <a:rPr lang="en-US" err="1"/>
              <a:t>felis</a:t>
            </a:r>
            <a:r>
              <a:rPr lang="en-US"/>
              <a:t>. </a:t>
            </a:r>
            <a:r>
              <a:rPr lang="en-US" err="1"/>
              <a:t>Donec</a:t>
            </a:r>
            <a:r>
              <a:rPr lang="en-US"/>
              <a:t> </a:t>
            </a:r>
            <a:r>
              <a:rPr lang="en-US" err="1"/>
              <a:t>luctus</a:t>
            </a:r>
            <a:r>
              <a:rPr lang="en-US"/>
              <a:t> </a:t>
            </a:r>
            <a:r>
              <a:rPr lang="en-US" err="1"/>
              <a:t>tempor</a:t>
            </a:r>
            <a:r>
              <a:rPr lang="en-US"/>
              <a:t> </a:t>
            </a:r>
            <a:r>
              <a:rPr lang="en-US" err="1"/>
              <a:t>tortor</a:t>
            </a:r>
            <a:r>
              <a:rPr lang="en-US"/>
              <a:t>, vel </a:t>
            </a:r>
            <a:r>
              <a:rPr lang="en-US" err="1"/>
              <a:t>efficitur</a:t>
            </a:r>
            <a:r>
              <a:rPr lang="en-US"/>
              <a:t> </a:t>
            </a:r>
            <a:r>
              <a:rPr lang="en-US" err="1"/>
              <a:t>risus</a:t>
            </a:r>
            <a:r>
              <a:rPr lang="en-US"/>
              <a:t> </a:t>
            </a:r>
            <a:r>
              <a:rPr lang="en-US" err="1"/>
              <a:t>congue</a:t>
            </a:r>
            <a:r>
              <a:rPr lang="en-US"/>
              <a:t> </a:t>
            </a:r>
            <a:r>
              <a:rPr lang="en-US" err="1"/>
              <a:t>eu</a:t>
            </a:r>
            <a:r>
              <a:rPr lang="en-US"/>
              <a:t>.</a:t>
            </a:r>
          </a:p>
          <a:p>
            <a:pPr lvl="0"/>
            <a:endParaRPr lang="en-US"/>
          </a:p>
          <a:p>
            <a:pPr lvl="1"/>
            <a:r>
              <a:rPr lang="en-US"/>
              <a:t>Lorem Ipsum</a:t>
            </a:r>
          </a:p>
        </p:txBody>
      </p:sp>
      <p:sp>
        <p:nvSpPr>
          <p:cNvPr id="16" name="Picture Placeholder 15">
            <a:extLst>
              <a:ext uri="{FF2B5EF4-FFF2-40B4-BE49-F238E27FC236}">
                <a16:creationId xmlns:a16="http://schemas.microsoft.com/office/drawing/2014/main" id="{C3BB9359-E159-4942-811A-EA67058EDEB7}"/>
              </a:ext>
            </a:extLst>
          </p:cNvPr>
          <p:cNvSpPr>
            <a:spLocks noGrp="1"/>
          </p:cNvSpPr>
          <p:nvPr>
            <p:ph type="pic" sz="quarter" idx="11"/>
          </p:nvPr>
        </p:nvSpPr>
        <p:spPr>
          <a:xfrm>
            <a:off x="410634" y="1667070"/>
            <a:ext cx="2976033" cy="2612831"/>
          </a:xfrm>
        </p:spPr>
        <p:txBody>
          <a:bodyPr/>
          <a:lstStyle/>
          <a:p>
            <a:r>
              <a:rPr lang="en-US"/>
              <a:t>Click icon to add picture</a:t>
            </a:r>
          </a:p>
        </p:txBody>
      </p:sp>
    </p:spTree>
    <p:extLst>
      <p:ext uri="{BB962C8B-B14F-4D97-AF65-F5344CB8AC3E}">
        <p14:creationId xmlns:p14="http://schemas.microsoft.com/office/powerpoint/2010/main" val="4252050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1+#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25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1+#ppt_w/2"/>
                                          </p:val>
                                        </p:tav>
                                        <p:tav tm="100000">
                                          <p:val>
                                            <p:strVal val="#ppt_x"/>
                                          </p:val>
                                        </p:tav>
                                      </p:tavLst>
                                    </p:anim>
                                    <p:anim calcmode="lin" valueType="num">
                                      <p:cBhvr additive="base">
                                        <p:cTn id="12" dur="500" fill="hold"/>
                                        <p:tgtEl>
                                          <p:spTgt spid="17"/>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250"/>
                                  </p:st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1+#ppt_w/2"/>
                                          </p:val>
                                        </p:tav>
                                        <p:tav tm="100000">
                                          <p:val>
                                            <p:strVal val="#ppt_x"/>
                                          </p:val>
                                        </p:tav>
                                      </p:tavLst>
                                    </p:anim>
                                    <p:anim calcmode="lin" valueType="num">
                                      <p:cBhvr additive="base">
                                        <p:cTn id="16" dur="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8" grpId="0" animBg="1"/>
    </p:bldLst>
  </p:timing>
  <p:hf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11_Blank">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079FF47-C4FA-9542-AE5B-50CABFF51169}"/>
              </a:ext>
            </a:extLst>
          </p:cNvPr>
          <p:cNvSpPr/>
          <p:nvPr/>
        </p:nvSpPr>
        <p:spPr>
          <a:xfrm>
            <a:off x="3395884" y="390615"/>
            <a:ext cx="7558987" cy="578824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5" name="Rectangle 14">
            <a:extLst>
              <a:ext uri="{FF2B5EF4-FFF2-40B4-BE49-F238E27FC236}">
                <a16:creationId xmlns:a16="http://schemas.microsoft.com/office/drawing/2014/main" id="{E49778AB-3E46-DE46-BB9A-C162F27875AF}"/>
              </a:ext>
            </a:extLst>
          </p:cNvPr>
          <p:cNvSpPr/>
          <p:nvPr/>
        </p:nvSpPr>
        <p:spPr>
          <a:xfrm rot="10800000">
            <a:off x="10954872" y="390618"/>
            <a:ext cx="412376" cy="5788241"/>
          </a:xfrm>
          <a:prstGeom prst="rect">
            <a:avLst/>
          </a:prstGeom>
          <a:solidFill>
            <a:schemeClr val="tx2">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7" name="Rectangle 16">
            <a:extLst>
              <a:ext uri="{FF2B5EF4-FFF2-40B4-BE49-F238E27FC236}">
                <a16:creationId xmlns:a16="http://schemas.microsoft.com/office/drawing/2014/main" id="{09A17D4E-32EA-CC48-BCDB-8C835F27ACF6}"/>
              </a:ext>
            </a:extLst>
          </p:cNvPr>
          <p:cNvSpPr/>
          <p:nvPr/>
        </p:nvSpPr>
        <p:spPr>
          <a:xfrm rot="10800000">
            <a:off x="11367248" y="390617"/>
            <a:ext cx="412376" cy="5788241"/>
          </a:xfrm>
          <a:prstGeom prst="rect">
            <a:avLst/>
          </a:prstGeom>
          <a:solidFill>
            <a:schemeClr val="tx2">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8" name="Rectangle 17">
            <a:extLst>
              <a:ext uri="{FF2B5EF4-FFF2-40B4-BE49-F238E27FC236}">
                <a16:creationId xmlns:a16="http://schemas.microsoft.com/office/drawing/2014/main" id="{6AB0EDC1-CA5E-B046-92EA-12FEE426ECE3}"/>
              </a:ext>
            </a:extLst>
          </p:cNvPr>
          <p:cNvSpPr/>
          <p:nvPr/>
        </p:nvSpPr>
        <p:spPr>
          <a:xfrm rot="10800000">
            <a:off x="11779624" y="390618"/>
            <a:ext cx="412376" cy="5788241"/>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nvGrpSpPr>
          <p:cNvPr id="4" name="Group 3">
            <a:extLst>
              <a:ext uri="{FF2B5EF4-FFF2-40B4-BE49-F238E27FC236}">
                <a16:creationId xmlns:a16="http://schemas.microsoft.com/office/drawing/2014/main" id="{855756B5-FAD0-B744-BFCA-914F6ECB647A}"/>
              </a:ext>
            </a:extLst>
          </p:cNvPr>
          <p:cNvGrpSpPr>
            <a:grpSpLocks noChangeAspect="1"/>
          </p:cNvGrpSpPr>
          <p:nvPr/>
        </p:nvGrpSpPr>
        <p:grpSpPr>
          <a:xfrm>
            <a:off x="3865524" y="2450235"/>
            <a:ext cx="243840" cy="3752299"/>
            <a:chOff x="792480" y="2316480"/>
            <a:chExt cx="198814" cy="3059419"/>
          </a:xfrm>
        </p:grpSpPr>
        <p:cxnSp>
          <p:nvCxnSpPr>
            <p:cNvPr id="5" name="Straight Connector 4">
              <a:extLst>
                <a:ext uri="{FF2B5EF4-FFF2-40B4-BE49-F238E27FC236}">
                  <a16:creationId xmlns:a16="http://schemas.microsoft.com/office/drawing/2014/main" id="{A824E81B-AEFE-1643-8B52-57127B4C84F2}"/>
                </a:ext>
              </a:extLst>
            </p:cNvPr>
            <p:cNvCxnSpPr>
              <a:cxnSpLocks/>
            </p:cNvCxnSpPr>
            <p:nvPr userDrawn="1"/>
          </p:nvCxnSpPr>
          <p:spPr>
            <a:xfrm flipV="1">
              <a:off x="891887" y="2517553"/>
              <a:ext cx="0" cy="2858346"/>
            </a:xfrm>
            <a:prstGeom prst="line">
              <a:avLst/>
            </a:prstGeom>
            <a:ln w="9525">
              <a:solidFill>
                <a:schemeClr val="bg1"/>
              </a:solidFill>
            </a:ln>
          </p:spPr>
          <p:style>
            <a:lnRef idx="1">
              <a:schemeClr val="accent6"/>
            </a:lnRef>
            <a:fillRef idx="0">
              <a:schemeClr val="accent6"/>
            </a:fillRef>
            <a:effectRef idx="0">
              <a:schemeClr val="accent6"/>
            </a:effectRef>
            <a:fontRef idx="minor">
              <a:schemeClr val="tx1"/>
            </a:fontRef>
          </p:style>
        </p:cxnSp>
        <p:sp>
          <p:nvSpPr>
            <p:cNvPr id="6" name="Oval 5">
              <a:extLst>
                <a:ext uri="{FF2B5EF4-FFF2-40B4-BE49-F238E27FC236}">
                  <a16:creationId xmlns:a16="http://schemas.microsoft.com/office/drawing/2014/main" id="{6187FE4C-B8E5-F843-9B6C-998B060AF618}"/>
                </a:ext>
              </a:extLst>
            </p:cNvPr>
            <p:cNvSpPr/>
            <p:nvPr userDrawn="1"/>
          </p:nvSpPr>
          <p:spPr>
            <a:xfrm rot="10800000">
              <a:off x="792480" y="2316480"/>
              <a:ext cx="198814" cy="201072"/>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12" name="Rectangle 11">
            <a:extLst>
              <a:ext uri="{FF2B5EF4-FFF2-40B4-BE49-F238E27FC236}">
                <a16:creationId xmlns:a16="http://schemas.microsoft.com/office/drawing/2014/main" id="{2255126C-143D-DE4F-B8C0-2F729684A803}"/>
              </a:ext>
            </a:extLst>
          </p:cNvPr>
          <p:cNvSpPr/>
          <p:nvPr/>
        </p:nvSpPr>
        <p:spPr>
          <a:xfrm>
            <a:off x="539103" y="0"/>
            <a:ext cx="199052" cy="15426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 name="Text Placeholder 13">
            <a:extLst>
              <a:ext uri="{FF2B5EF4-FFF2-40B4-BE49-F238E27FC236}">
                <a16:creationId xmlns:a16="http://schemas.microsoft.com/office/drawing/2014/main" id="{2284764A-E0F7-A347-986F-0130C3AA8BA3}"/>
              </a:ext>
            </a:extLst>
          </p:cNvPr>
          <p:cNvSpPr>
            <a:spLocks noGrp="1"/>
          </p:cNvSpPr>
          <p:nvPr>
            <p:ph type="body" sz="quarter" idx="10" hasCustomPrompt="1"/>
          </p:nvPr>
        </p:nvSpPr>
        <p:spPr>
          <a:xfrm>
            <a:off x="4536018" y="2405224"/>
            <a:ext cx="6138333" cy="3534144"/>
          </a:xfrm>
        </p:spPr>
        <p:txBody>
          <a:bodyPr/>
          <a:lstStyle>
            <a:lvl1pPr>
              <a:defRPr sz="2667" b="0" i="0">
                <a:solidFill>
                  <a:schemeClr val="bg1"/>
                </a:solidFill>
                <a:latin typeface="Lato" panose="020F0502020204030203" pitchFamily="34" charset="0"/>
                <a:ea typeface="Lato" panose="020F0502020204030203" pitchFamily="34" charset="0"/>
                <a:cs typeface="Lato" panose="020F0502020204030203" pitchFamily="34" charset="0"/>
              </a:defRPr>
            </a:lvl1pPr>
            <a:lvl2pPr marL="6351" indent="0">
              <a:buFontTx/>
              <a:buNone/>
              <a:tabLst/>
              <a:defRPr b="0" i="0">
                <a:solidFill>
                  <a:schemeClr val="bg2">
                    <a:lumMod val="60000"/>
                    <a:lumOff val="40000"/>
                  </a:schemeClr>
                </a:solidFill>
                <a:latin typeface="Lato Light" panose="020F0502020204030203" pitchFamily="34" charset="0"/>
                <a:ea typeface="Lato Light" panose="020F0502020204030203" pitchFamily="34" charset="0"/>
                <a:cs typeface="Lato Light" panose="020F0502020204030203" pitchFamily="34" charset="0"/>
              </a:defRPr>
            </a:lvl2pPr>
            <a:lvl3pPr>
              <a:defRPr b="1" i="0">
                <a:latin typeface="Lato Semibold" panose="020F0502020204030203" pitchFamily="34" charset="0"/>
                <a:ea typeface="Lato Semibold" panose="020F0502020204030203" pitchFamily="34" charset="0"/>
                <a:cs typeface="Lato Semibold" panose="020F0502020204030203" pitchFamily="34" charset="0"/>
              </a:defRPr>
            </a:lvl3pPr>
            <a:lvl4pPr>
              <a:defRPr b="1" i="0">
                <a:latin typeface="Lato Semibold" panose="020F0502020204030203" pitchFamily="34" charset="0"/>
                <a:ea typeface="Lato Semibold" panose="020F0502020204030203" pitchFamily="34" charset="0"/>
                <a:cs typeface="Lato Semibold" panose="020F0502020204030203" pitchFamily="34" charset="0"/>
              </a:defRPr>
            </a:lvl4pPr>
            <a:lvl5pPr>
              <a:defRPr b="1" i="0">
                <a:latin typeface="Lato Semibold" panose="020F0502020204030203" pitchFamily="34" charset="0"/>
                <a:ea typeface="Lato Semibold" panose="020F0502020204030203" pitchFamily="34" charset="0"/>
                <a:cs typeface="Lato Semibold" panose="020F0502020204030203" pitchFamily="34" charset="0"/>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Aliquam</a:t>
            </a:r>
            <a:r>
              <a:rPr lang="en-US"/>
              <a:t> </a:t>
            </a:r>
            <a:r>
              <a:rPr lang="en-US" err="1"/>
              <a:t>lobortis</a:t>
            </a:r>
            <a:r>
              <a:rPr lang="en-US"/>
              <a:t> </a:t>
            </a:r>
            <a:r>
              <a:rPr lang="en-US" err="1"/>
              <a:t>viverra</a:t>
            </a:r>
            <a:r>
              <a:rPr lang="en-US"/>
              <a:t> </a:t>
            </a:r>
            <a:r>
              <a:rPr lang="en-US" err="1"/>
              <a:t>enim</a:t>
            </a:r>
            <a:r>
              <a:rPr lang="en-US"/>
              <a:t> </a:t>
            </a:r>
            <a:r>
              <a:rPr lang="en-US" err="1"/>
              <a:t>placerat</a:t>
            </a:r>
            <a:r>
              <a:rPr lang="en-US"/>
              <a:t> gravida. Sed ac lacinia </a:t>
            </a:r>
            <a:r>
              <a:rPr lang="en-US" err="1"/>
              <a:t>felis</a:t>
            </a:r>
            <a:r>
              <a:rPr lang="en-US"/>
              <a:t>. </a:t>
            </a:r>
            <a:r>
              <a:rPr lang="en-US" err="1"/>
              <a:t>Donec</a:t>
            </a:r>
            <a:r>
              <a:rPr lang="en-US"/>
              <a:t> </a:t>
            </a:r>
            <a:r>
              <a:rPr lang="en-US" err="1"/>
              <a:t>luctus</a:t>
            </a:r>
            <a:r>
              <a:rPr lang="en-US"/>
              <a:t> </a:t>
            </a:r>
            <a:r>
              <a:rPr lang="en-US" err="1"/>
              <a:t>tempor</a:t>
            </a:r>
            <a:r>
              <a:rPr lang="en-US"/>
              <a:t> </a:t>
            </a:r>
            <a:r>
              <a:rPr lang="en-US" err="1"/>
              <a:t>tortor</a:t>
            </a:r>
            <a:r>
              <a:rPr lang="en-US"/>
              <a:t>, vel </a:t>
            </a:r>
            <a:r>
              <a:rPr lang="en-US" err="1"/>
              <a:t>efficitur</a:t>
            </a:r>
            <a:r>
              <a:rPr lang="en-US"/>
              <a:t> </a:t>
            </a:r>
            <a:r>
              <a:rPr lang="en-US" err="1"/>
              <a:t>risus</a:t>
            </a:r>
            <a:r>
              <a:rPr lang="en-US"/>
              <a:t> </a:t>
            </a:r>
            <a:r>
              <a:rPr lang="en-US" err="1"/>
              <a:t>congue</a:t>
            </a:r>
            <a:r>
              <a:rPr lang="en-US"/>
              <a:t> </a:t>
            </a:r>
            <a:r>
              <a:rPr lang="en-US" err="1"/>
              <a:t>eu</a:t>
            </a:r>
            <a:r>
              <a:rPr lang="en-US"/>
              <a:t>.</a:t>
            </a:r>
          </a:p>
          <a:p>
            <a:pPr lvl="0"/>
            <a:endParaRPr lang="en-US"/>
          </a:p>
          <a:p>
            <a:pPr lvl="1"/>
            <a:r>
              <a:rPr lang="en-US"/>
              <a:t>Lorem Ipsum</a:t>
            </a:r>
          </a:p>
        </p:txBody>
      </p:sp>
      <p:sp>
        <p:nvSpPr>
          <p:cNvPr id="16" name="Picture Placeholder 15">
            <a:extLst>
              <a:ext uri="{FF2B5EF4-FFF2-40B4-BE49-F238E27FC236}">
                <a16:creationId xmlns:a16="http://schemas.microsoft.com/office/drawing/2014/main" id="{C3BB9359-E159-4942-811A-EA67058EDEB7}"/>
              </a:ext>
            </a:extLst>
          </p:cNvPr>
          <p:cNvSpPr>
            <a:spLocks noGrp="1"/>
          </p:cNvSpPr>
          <p:nvPr>
            <p:ph type="pic" sz="quarter" idx="11"/>
          </p:nvPr>
        </p:nvSpPr>
        <p:spPr>
          <a:xfrm>
            <a:off x="410634" y="1667070"/>
            <a:ext cx="2976033" cy="2612831"/>
          </a:xfrm>
        </p:spPr>
        <p:txBody>
          <a:bodyPr/>
          <a:lstStyle/>
          <a:p>
            <a:r>
              <a:rPr lang="en-US"/>
              <a:t>Click icon to add picture</a:t>
            </a:r>
          </a:p>
        </p:txBody>
      </p:sp>
    </p:spTree>
    <p:extLst>
      <p:ext uri="{BB962C8B-B14F-4D97-AF65-F5344CB8AC3E}">
        <p14:creationId xmlns:p14="http://schemas.microsoft.com/office/powerpoint/2010/main" val="1071776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1+#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25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1+#ppt_w/2"/>
                                          </p:val>
                                        </p:tav>
                                        <p:tav tm="100000">
                                          <p:val>
                                            <p:strVal val="#ppt_x"/>
                                          </p:val>
                                        </p:tav>
                                      </p:tavLst>
                                    </p:anim>
                                    <p:anim calcmode="lin" valueType="num">
                                      <p:cBhvr additive="base">
                                        <p:cTn id="12" dur="500" fill="hold"/>
                                        <p:tgtEl>
                                          <p:spTgt spid="17"/>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250"/>
                                  </p:st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1+#ppt_w/2"/>
                                          </p:val>
                                        </p:tav>
                                        <p:tav tm="100000">
                                          <p:val>
                                            <p:strVal val="#ppt_x"/>
                                          </p:val>
                                        </p:tav>
                                      </p:tavLst>
                                    </p:anim>
                                    <p:anim calcmode="lin" valueType="num">
                                      <p:cBhvr additive="base">
                                        <p:cTn id="16" dur="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8" grpId="0" animBg="1"/>
    </p:bldLst>
  </p:timing>
  <p:hf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AB6402E2-51C6-B643-8346-E6A750C125A7}"/>
              </a:ext>
            </a:extLst>
          </p:cNvPr>
          <p:cNvGrpSpPr>
            <a:grpSpLocks noChangeAspect="1"/>
          </p:cNvGrpSpPr>
          <p:nvPr/>
        </p:nvGrpSpPr>
        <p:grpSpPr>
          <a:xfrm>
            <a:off x="3865524" y="2450235"/>
            <a:ext cx="243840" cy="3752299"/>
            <a:chOff x="792480" y="2316480"/>
            <a:chExt cx="198814" cy="3059419"/>
          </a:xfrm>
        </p:grpSpPr>
        <p:cxnSp>
          <p:nvCxnSpPr>
            <p:cNvPr id="5" name="Straight Connector 4">
              <a:extLst>
                <a:ext uri="{FF2B5EF4-FFF2-40B4-BE49-F238E27FC236}">
                  <a16:creationId xmlns:a16="http://schemas.microsoft.com/office/drawing/2014/main" id="{B9ADEA07-8891-984A-9750-3FF9A1489F14}"/>
                </a:ext>
              </a:extLst>
            </p:cNvPr>
            <p:cNvCxnSpPr>
              <a:cxnSpLocks/>
            </p:cNvCxnSpPr>
            <p:nvPr userDrawn="1"/>
          </p:nvCxnSpPr>
          <p:spPr>
            <a:xfrm flipV="1">
              <a:off x="891887" y="2517553"/>
              <a:ext cx="0" cy="2858346"/>
            </a:xfrm>
            <a:prstGeom prst="line">
              <a:avLst/>
            </a:prstGeom>
            <a:ln w="9525">
              <a:solidFill>
                <a:schemeClr val="bg1"/>
              </a:solidFill>
            </a:ln>
          </p:spPr>
          <p:style>
            <a:lnRef idx="1">
              <a:schemeClr val="accent6"/>
            </a:lnRef>
            <a:fillRef idx="0">
              <a:schemeClr val="accent6"/>
            </a:fillRef>
            <a:effectRef idx="0">
              <a:schemeClr val="accent6"/>
            </a:effectRef>
            <a:fontRef idx="minor">
              <a:schemeClr val="tx1"/>
            </a:fontRef>
          </p:style>
        </p:cxnSp>
        <p:sp>
          <p:nvSpPr>
            <p:cNvPr id="6" name="Oval 5">
              <a:extLst>
                <a:ext uri="{FF2B5EF4-FFF2-40B4-BE49-F238E27FC236}">
                  <a16:creationId xmlns:a16="http://schemas.microsoft.com/office/drawing/2014/main" id="{1BB4A413-A99C-C74B-A58C-0FEA700832B7}"/>
                </a:ext>
              </a:extLst>
            </p:cNvPr>
            <p:cNvSpPr/>
            <p:nvPr userDrawn="1"/>
          </p:nvSpPr>
          <p:spPr>
            <a:xfrm rot="10800000">
              <a:off x="792480" y="2316480"/>
              <a:ext cx="198814" cy="201072"/>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7" name="Rectangle 6">
            <a:extLst>
              <a:ext uri="{FF2B5EF4-FFF2-40B4-BE49-F238E27FC236}">
                <a16:creationId xmlns:a16="http://schemas.microsoft.com/office/drawing/2014/main" id="{BE7E6AFB-BD12-5D45-A14F-832E8277EC80}"/>
              </a:ext>
            </a:extLst>
          </p:cNvPr>
          <p:cNvSpPr/>
          <p:nvPr/>
        </p:nvSpPr>
        <p:spPr>
          <a:xfrm rot="10800000">
            <a:off x="10954872" y="0"/>
            <a:ext cx="412376" cy="6178859"/>
          </a:xfrm>
          <a:prstGeom prst="rect">
            <a:avLst/>
          </a:prstGeom>
          <a:solidFill>
            <a:schemeClr val="tx2">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8" name="Rectangle 7">
            <a:extLst>
              <a:ext uri="{FF2B5EF4-FFF2-40B4-BE49-F238E27FC236}">
                <a16:creationId xmlns:a16="http://schemas.microsoft.com/office/drawing/2014/main" id="{EFCD2BE3-838E-CC4E-B1C1-5563C36AE9E8}"/>
              </a:ext>
            </a:extLst>
          </p:cNvPr>
          <p:cNvSpPr/>
          <p:nvPr/>
        </p:nvSpPr>
        <p:spPr>
          <a:xfrm rot="10800000">
            <a:off x="11367248" y="-1"/>
            <a:ext cx="412376" cy="6178857"/>
          </a:xfrm>
          <a:prstGeom prst="rect">
            <a:avLst/>
          </a:prstGeom>
          <a:solidFill>
            <a:schemeClr val="tx2">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 name="Rectangle 8">
            <a:extLst>
              <a:ext uri="{FF2B5EF4-FFF2-40B4-BE49-F238E27FC236}">
                <a16:creationId xmlns:a16="http://schemas.microsoft.com/office/drawing/2014/main" id="{A04EC2F0-9637-3943-9F5A-A950E8B7E17E}"/>
              </a:ext>
            </a:extLst>
          </p:cNvPr>
          <p:cNvSpPr/>
          <p:nvPr/>
        </p:nvSpPr>
        <p:spPr>
          <a:xfrm rot="10800000">
            <a:off x="11779624" y="0"/>
            <a:ext cx="412376" cy="6178859"/>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Content Placeholder 2">
            <a:extLst>
              <a:ext uri="{FF2B5EF4-FFF2-40B4-BE49-F238E27FC236}">
                <a16:creationId xmlns:a16="http://schemas.microsoft.com/office/drawing/2014/main" id="{5749731D-E294-4948-8E4B-527494E87161}"/>
              </a:ext>
            </a:extLst>
          </p:cNvPr>
          <p:cNvSpPr>
            <a:spLocks noGrp="1"/>
          </p:cNvSpPr>
          <p:nvPr>
            <p:ph sz="half" idx="1" hasCustomPrompt="1"/>
          </p:nvPr>
        </p:nvSpPr>
        <p:spPr>
          <a:xfrm>
            <a:off x="838200" y="1825625"/>
            <a:ext cx="9704296" cy="4351339"/>
          </a:xfrm>
        </p:spPr>
        <p:txBody>
          <a:bodyPr/>
          <a:lstStyle>
            <a:lvl2pPr>
              <a:defRPr b="0" i="0">
                <a:latin typeface="Lato Light" panose="020F0502020204030203" pitchFamily="34" charset="0"/>
                <a:ea typeface="Lato Light" panose="020F0502020204030203" pitchFamily="34" charset="0"/>
                <a:cs typeface="Lato Light" panose="020F0502020204030203" pitchFamily="34" charset="0"/>
              </a:defRPr>
            </a:lvl2pPr>
            <a:lvl3pPr>
              <a:defRPr b="0" i="0">
                <a:latin typeface="Lato Light" panose="020F0502020204030203" pitchFamily="34" charset="0"/>
                <a:ea typeface="Lato Light" panose="020F0502020204030203" pitchFamily="34" charset="0"/>
                <a:cs typeface="Lato Light" panose="020F0502020204030203" pitchFamily="34" charset="0"/>
              </a:defRPr>
            </a:lvl3pPr>
            <a:lvl4pPr>
              <a:defRPr b="0" i="0">
                <a:latin typeface="Lato Light" panose="020F0502020204030203" pitchFamily="34" charset="0"/>
                <a:ea typeface="Lato Light" panose="020F0502020204030203" pitchFamily="34" charset="0"/>
                <a:cs typeface="Lato Light" panose="020F0502020204030203" pitchFamily="34" charset="0"/>
              </a:defRPr>
            </a:lvl4pPr>
            <a:lvl5pPr>
              <a:defRPr b="0" i="0">
                <a:latin typeface="Lato Light" panose="020F0502020204030203" pitchFamily="34" charset="0"/>
                <a:ea typeface="Lato Light" panose="020F0502020204030203" pitchFamily="34" charset="0"/>
                <a:cs typeface="Lato Light" panose="020F0502020204030203" pitchFamily="34" charset="0"/>
              </a:defRPr>
            </a:lvl5pPr>
          </a:lstStyle>
          <a:p>
            <a:pPr lvl="0"/>
            <a:r>
              <a:rPr lang="en-US"/>
              <a:t>Lorem Ipsum</a:t>
            </a:r>
          </a:p>
          <a:p>
            <a:pPr lvl="1"/>
            <a:r>
              <a:rPr lang="en-US"/>
              <a:t>Lorem ipsum</a:t>
            </a:r>
          </a:p>
          <a:p>
            <a:pPr lvl="2"/>
            <a:r>
              <a:rPr lang="en-US"/>
              <a:t>Lorem ipsum</a:t>
            </a:r>
          </a:p>
          <a:p>
            <a:pPr lvl="3"/>
            <a:r>
              <a:rPr lang="en-US"/>
              <a:t>Lorem ipsum</a:t>
            </a:r>
          </a:p>
          <a:p>
            <a:pPr lvl="4"/>
            <a:r>
              <a:rPr lang="en-US"/>
              <a:t>Lorem ipsum</a:t>
            </a:r>
          </a:p>
        </p:txBody>
      </p:sp>
      <p:sp>
        <p:nvSpPr>
          <p:cNvPr id="11" name="Title Placeholder 1">
            <a:extLst>
              <a:ext uri="{FF2B5EF4-FFF2-40B4-BE49-F238E27FC236}">
                <a16:creationId xmlns:a16="http://schemas.microsoft.com/office/drawing/2014/main" id="{05891770-E7FC-424C-9B3B-07F68FAC010A}"/>
              </a:ext>
            </a:extLst>
          </p:cNvPr>
          <p:cNvSpPr>
            <a:spLocks noGrp="1"/>
          </p:cNvSpPr>
          <p:nvPr>
            <p:ph type="title"/>
          </p:nvPr>
        </p:nvSpPr>
        <p:spPr>
          <a:xfrm>
            <a:off x="838201" y="347456"/>
            <a:ext cx="9777756" cy="871744"/>
          </a:xfrm>
          <a:prstGeom prst="rect">
            <a:avLst/>
          </a:prstGeom>
        </p:spPr>
        <p:txBody>
          <a:bodyPr vert="horz" lIns="0" tIns="0" rIns="0" bIns="0" rtlCol="0" anchor="b" anchorCtr="0">
            <a:normAutofit/>
          </a:bodyPr>
          <a:lstStyle/>
          <a:p>
            <a:r>
              <a:rPr lang="en-US"/>
              <a:t>Click to edit Master title style</a:t>
            </a:r>
          </a:p>
        </p:txBody>
      </p:sp>
    </p:spTree>
    <p:extLst>
      <p:ext uri="{BB962C8B-B14F-4D97-AF65-F5344CB8AC3E}">
        <p14:creationId xmlns:p14="http://schemas.microsoft.com/office/powerpoint/2010/main" val="2703022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25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1+#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25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1+#ppt_w/2"/>
                                          </p:val>
                                        </p:tav>
                                        <p:tav tm="100000">
                                          <p:val>
                                            <p:strVal val="#ppt_x"/>
                                          </p:val>
                                        </p:tav>
                                      </p:tavLst>
                                    </p:anim>
                                    <p:anim calcmode="lin" valueType="num">
                                      <p:cBhvr additive="base">
                                        <p:cTn id="16"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hf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AB6402E2-51C6-B643-8346-E6A750C125A7}"/>
              </a:ext>
            </a:extLst>
          </p:cNvPr>
          <p:cNvGrpSpPr>
            <a:grpSpLocks noChangeAspect="1"/>
          </p:cNvGrpSpPr>
          <p:nvPr/>
        </p:nvGrpSpPr>
        <p:grpSpPr>
          <a:xfrm>
            <a:off x="3865524" y="2450235"/>
            <a:ext cx="243840" cy="3752299"/>
            <a:chOff x="792480" y="2316480"/>
            <a:chExt cx="198814" cy="3059419"/>
          </a:xfrm>
        </p:grpSpPr>
        <p:cxnSp>
          <p:nvCxnSpPr>
            <p:cNvPr id="5" name="Straight Connector 4">
              <a:extLst>
                <a:ext uri="{FF2B5EF4-FFF2-40B4-BE49-F238E27FC236}">
                  <a16:creationId xmlns:a16="http://schemas.microsoft.com/office/drawing/2014/main" id="{B9ADEA07-8891-984A-9750-3FF9A1489F14}"/>
                </a:ext>
              </a:extLst>
            </p:cNvPr>
            <p:cNvCxnSpPr>
              <a:cxnSpLocks/>
            </p:cNvCxnSpPr>
            <p:nvPr userDrawn="1"/>
          </p:nvCxnSpPr>
          <p:spPr>
            <a:xfrm flipV="1">
              <a:off x="891887" y="2517553"/>
              <a:ext cx="0" cy="2858346"/>
            </a:xfrm>
            <a:prstGeom prst="line">
              <a:avLst/>
            </a:prstGeom>
            <a:ln w="9525">
              <a:solidFill>
                <a:schemeClr val="bg1"/>
              </a:solidFill>
            </a:ln>
          </p:spPr>
          <p:style>
            <a:lnRef idx="1">
              <a:schemeClr val="accent6"/>
            </a:lnRef>
            <a:fillRef idx="0">
              <a:schemeClr val="accent6"/>
            </a:fillRef>
            <a:effectRef idx="0">
              <a:schemeClr val="accent6"/>
            </a:effectRef>
            <a:fontRef idx="minor">
              <a:schemeClr val="tx1"/>
            </a:fontRef>
          </p:style>
        </p:cxnSp>
        <p:sp>
          <p:nvSpPr>
            <p:cNvPr id="6" name="Oval 5">
              <a:extLst>
                <a:ext uri="{FF2B5EF4-FFF2-40B4-BE49-F238E27FC236}">
                  <a16:creationId xmlns:a16="http://schemas.microsoft.com/office/drawing/2014/main" id="{1BB4A413-A99C-C74B-A58C-0FEA700832B7}"/>
                </a:ext>
              </a:extLst>
            </p:cNvPr>
            <p:cNvSpPr/>
            <p:nvPr userDrawn="1"/>
          </p:nvSpPr>
          <p:spPr>
            <a:xfrm rot="10800000">
              <a:off x="792480" y="2316480"/>
              <a:ext cx="198814" cy="201072"/>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7" name="Rectangle 6">
            <a:extLst>
              <a:ext uri="{FF2B5EF4-FFF2-40B4-BE49-F238E27FC236}">
                <a16:creationId xmlns:a16="http://schemas.microsoft.com/office/drawing/2014/main" id="{BE7E6AFB-BD12-5D45-A14F-832E8277EC80}"/>
              </a:ext>
            </a:extLst>
          </p:cNvPr>
          <p:cNvSpPr/>
          <p:nvPr/>
        </p:nvSpPr>
        <p:spPr>
          <a:xfrm rot="10800000">
            <a:off x="10954872" y="0"/>
            <a:ext cx="412376" cy="6178859"/>
          </a:xfrm>
          <a:prstGeom prst="rect">
            <a:avLst/>
          </a:prstGeom>
          <a:solidFill>
            <a:srgbClr val="622D50">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8" name="Rectangle 7">
            <a:extLst>
              <a:ext uri="{FF2B5EF4-FFF2-40B4-BE49-F238E27FC236}">
                <a16:creationId xmlns:a16="http://schemas.microsoft.com/office/drawing/2014/main" id="{EFCD2BE3-838E-CC4E-B1C1-5563C36AE9E8}"/>
              </a:ext>
            </a:extLst>
          </p:cNvPr>
          <p:cNvSpPr/>
          <p:nvPr/>
        </p:nvSpPr>
        <p:spPr>
          <a:xfrm rot="10800000">
            <a:off x="11367248" y="-1"/>
            <a:ext cx="412376" cy="6178857"/>
          </a:xfrm>
          <a:prstGeom prst="rect">
            <a:avLst/>
          </a:prstGeom>
          <a:solidFill>
            <a:srgbClr val="622D50">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 name="Rectangle 8">
            <a:extLst>
              <a:ext uri="{FF2B5EF4-FFF2-40B4-BE49-F238E27FC236}">
                <a16:creationId xmlns:a16="http://schemas.microsoft.com/office/drawing/2014/main" id="{A04EC2F0-9637-3943-9F5A-A950E8B7E17E}"/>
              </a:ext>
            </a:extLst>
          </p:cNvPr>
          <p:cNvSpPr/>
          <p:nvPr/>
        </p:nvSpPr>
        <p:spPr>
          <a:xfrm rot="10800000">
            <a:off x="11779624" y="0"/>
            <a:ext cx="412376" cy="6178859"/>
          </a:xfrm>
          <a:prstGeom prst="rect">
            <a:avLst/>
          </a:prstGeom>
          <a:solidFill>
            <a:srgbClr val="622D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Title Placeholder 1">
            <a:extLst>
              <a:ext uri="{FF2B5EF4-FFF2-40B4-BE49-F238E27FC236}">
                <a16:creationId xmlns:a16="http://schemas.microsoft.com/office/drawing/2014/main" id="{E184FC86-3DB7-F04B-BCD8-29B80CC1AEAE}"/>
              </a:ext>
            </a:extLst>
          </p:cNvPr>
          <p:cNvSpPr>
            <a:spLocks noGrp="1"/>
          </p:cNvSpPr>
          <p:nvPr>
            <p:ph type="title"/>
          </p:nvPr>
        </p:nvSpPr>
        <p:spPr>
          <a:xfrm>
            <a:off x="838201" y="347456"/>
            <a:ext cx="9777756" cy="871744"/>
          </a:xfrm>
          <a:prstGeom prst="rect">
            <a:avLst/>
          </a:prstGeom>
        </p:spPr>
        <p:txBody>
          <a:bodyPr vert="horz" lIns="0" tIns="0" rIns="0" bIns="0" rtlCol="0" anchor="b" anchorCtr="0">
            <a:normAutofit/>
          </a:bodyPr>
          <a:lstStyle/>
          <a:p>
            <a:r>
              <a:rPr lang="en-US"/>
              <a:t>Click to edit Master title style</a:t>
            </a:r>
          </a:p>
        </p:txBody>
      </p:sp>
      <p:sp>
        <p:nvSpPr>
          <p:cNvPr id="11" name="Text Placeholder 2">
            <a:extLst>
              <a:ext uri="{FF2B5EF4-FFF2-40B4-BE49-F238E27FC236}">
                <a16:creationId xmlns:a16="http://schemas.microsoft.com/office/drawing/2014/main" id="{576AB91F-2C0E-2944-8AD8-0BB2F80429F6}"/>
              </a:ext>
            </a:extLst>
          </p:cNvPr>
          <p:cNvSpPr>
            <a:spLocks noGrp="1"/>
          </p:cNvSpPr>
          <p:nvPr>
            <p:ph idx="1"/>
          </p:nvPr>
        </p:nvSpPr>
        <p:spPr>
          <a:xfrm>
            <a:off x="838201" y="1825625"/>
            <a:ext cx="9777756" cy="4351339"/>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16250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25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1+#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25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1+#ppt_w/2"/>
                                          </p:val>
                                        </p:tav>
                                        <p:tav tm="100000">
                                          <p:val>
                                            <p:strVal val="#ppt_x"/>
                                          </p:val>
                                        </p:tav>
                                      </p:tavLst>
                                    </p:anim>
                                    <p:anim calcmode="lin" valueType="num">
                                      <p:cBhvr additive="base">
                                        <p:cTn id="16"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hf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3_Custom Layout">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AB6402E2-51C6-B643-8346-E6A750C125A7}"/>
              </a:ext>
            </a:extLst>
          </p:cNvPr>
          <p:cNvGrpSpPr>
            <a:grpSpLocks noChangeAspect="1"/>
          </p:cNvGrpSpPr>
          <p:nvPr/>
        </p:nvGrpSpPr>
        <p:grpSpPr>
          <a:xfrm>
            <a:off x="3865524" y="2450235"/>
            <a:ext cx="243840" cy="3752299"/>
            <a:chOff x="792480" y="2316480"/>
            <a:chExt cx="198814" cy="3059419"/>
          </a:xfrm>
        </p:grpSpPr>
        <p:cxnSp>
          <p:nvCxnSpPr>
            <p:cNvPr id="5" name="Straight Connector 4">
              <a:extLst>
                <a:ext uri="{FF2B5EF4-FFF2-40B4-BE49-F238E27FC236}">
                  <a16:creationId xmlns:a16="http://schemas.microsoft.com/office/drawing/2014/main" id="{B9ADEA07-8891-984A-9750-3FF9A1489F14}"/>
                </a:ext>
              </a:extLst>
            </p:cNvPr>
            <p:cNvCxnSpPr>
              <a:cxnSpLocks/>
            </p:cNvCxnSpPr>
            <p:nvPr userDrawn="1"/>
          </p:nvCxnSpPr>
          <p:spPr>
            <a:xfrm flipV="1">
              <a:off x="891887" y="2517553"/>
              <a:ext cx="0" cy="2858346"/>
            </a:xfrm>
            <a:prstGeom prst="line">
              <a:avLst/>
            </a:prstGeom>
            <a:ln w="9525">
              <a:solidFill>
                <a:schemeClr val="bg1"/>
              </a:solidFill>
            </a:ln>
          </p:spPr>
          <p:style>
            <a:lnRef idx="1">
              <a:schemeClr val="accent6"/>
            </a:lnRef>
            <a:fillRef idx="0">
              <a:schemeClr val="accent6"/>
            </a:fillRef>
            <a:effectRef idx="0">
              <a:schemeClr val="accent6"/>
            </a:effectRef>
            <a:fontRef idx="minor">
              <a:schemeClr val="tx1"/>
            </a:fontRef>
          </p:style>
        </p:cxnSp>
        <p:sp>
          <p:nvSpPr>
            <p:cNvPr id="6" name="Oval 5">
              <a:extLst>
                <a:ext uri="{FF2B5EF4-FFF2-40B4-BE49-F238E27FC236}">
                  <a16:creationId xmlns:a16="http://schemas.microsoft.com/office/drawing/2014/main" id="{1BB4A413-A99C-C74B-A58C-0FEA700832B7}"/>
                </a:ext>
              </a:extLst>
            </p:cNvPr>
            <p:cNvSpPr/>
            <p:nvPr userDrawn="1"/>
          </p:nvSpPr>
          <p:spPr>
            <a:xfrm rot="10800000">
              <a:off x="792480" y="2316480"/>
              <a:ext cx="198814" cy="201072"/>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7" name="Rectangle 6">
            <a:extLst>
              <a:ext uri="{FF2B5EF4-FFF2-40B4-BE49-F238E27FC236}">
                <a16:creationId xmlns:a16="http://schemas.microsoft.com/office/drawing/2014/main" id="{BE7E6AFB-BD12-5D45-A14F-832E8277EC80}"/>
              </a:ext>
            </a:extLst>
          </p:cNvPr>
          <p:cNvSpPr/>
          <p:nvPr/>
        </p:nvSpPr>
        <p:spPr>
          <a:xfrm rot="10800000">
            <a:off x="10954872" y="0"/>
            <a:ext cx="412376" cy="6178859"/>
          </a:xfrm>
          <a:prstGeom prst="rect">
            <a:avLst/>
          </a:prstGeom>
          <a:solidFill>
            <a:srgbClr val="00457C">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8" name="Rectangle 7">
            <a:extLst>
              <a:ext uri="{FF2B5EF4-FFF2-40B4-BE49-F238E27FC236}">
                <a16:creationId xmlns:a16="http://schemas.microsoft.com/office/drawing/2014/main" id="{EFCD2BE3-838E-CC4E-B1C1-5563C36AE9E8}"/>
              </a:ext>
            </a:extLst>
          </p:cNvPr>
          <p:cNvSpPr/>
          <p:nvPr/>
        </p:nvSpPr>
        <p:spPr>
          <a:xfrm rot="10800000">
            <a:off x="11367248" y="-1"/>
            <a:ext cx="412376" cy="6178857"/>
          </a:xfrm>
          <a:prstGeom prst="rect">
            <a:avLst/>
          </a:prstGeom>
          <a:solidFill>
            <a:srgbClr val="00457C">
              <a:alpha val="53725"/>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 name="Rectangle 8">
            <a:extLst>
              <a:ext uri="{FF2B5EF4-FFF2-40B4-BE49-F238E27FC236}">
                <a16:creationId xmlns:a16="http://schemas.microsoft.com/office/drawing/2014/main" id="{A04EC2F0-9637-3943-9F5A-A950E8B7E17E}"/>
              </a:ext>
            </a:extLst>
          </p:cNvPr>
          <p:cNvSpPr/>
          <p:nvPr/>
        </p:nvSpPr>
        <p:spPr>
          <a:xfrm rot="10800000">
            <a:off x="11779624" y="0"/>
            <a:ext cx="412376" cy="6178859"/>
          </a:xfrm>
          <a:prstGeom prst="rect">
            <a:avLst/>
          </a:prstGeom>
          <a:solidFill>
            <a:srgbClr val="00457C">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Title Placeholder 1">
            <a:extLst>
              <a:ext uri="{FF2B5EF4-FFF2-40B4-BE49-F238E27FC236}">
                <a16:creationId xmlns:a16="http://schemas.microsoft.com/office/drawing/2014/main" id="{E184FC86-3DB7-F04B-BCD8-29B80CC1AEAE}"/>
              </a:ext>
            </a:extLst>
          </p:cNvPr>
          <p:cNvSpPr>
            <a:spLocks noGrp="1"/>
          </p:cNvSpPr>
          <p:nvPr>
            <p:ph type="title"/>
          </p:nvPr>
        </p:nvSpPr>
        <p:spPr>
          <a:xfrm>
            <a:off x="838201" y="347456"/>
            <a:ext cx="9777756" cy="871744"/>
          </a:xfrm>
          <a:prstGeom prst="rect">
            <a:avLst/>
          </a:prstGeom>
        </p:spPr>
        <p:txBody>
          <a:bodyPr vert="horz" lIns="0" tIns="0" rIns="0" bIns="0" rtlCol="0" anchor="b" anchorCtr="0">
            <a:normAutofit/>
          </a:bodyPr>
          <a:lstStyle/>
          <a:p>
            <a:r>
              <a:rPr lang="en-US"/>
              <a:t>Click to edit Master title style</a:t>
            </a:r>
          </a:p>
        </p:txBody>
      </p:sp>
      <p:sp>
        <p:nvSpPr>
          <p:cNvPr id="11" name="Text Placeholder 2">
            <a:extLst>
              <a:ext uri="{FF2B5EF4-FFF2-40B4-BE49-F238E27FC236}">
                <a16:creationId xmlns:a16="http://schemas.microsoft.com/office/drawing/2014/main" id="{576AB91F-2C0E-2944-8AD8-0BB2F80429F6}"/>
              </a:ext>
            </a:extLst>
          </p:cNvPr>
          <p:cNvSpPr>
            <a:spLocks noGrp="1"/>
          </p:cNvSpPr>
          <p:nvPr>
            <p:ph idx="1"/>
          </p:nvPr>
        </p:nvSpPr>
        <p:spPr>
          <a:xfrm>
            <a:off x="838201" y="1825625"/>
            <a:ext cx="9777756" cy="4351339"/>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71945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25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1+#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25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1+#ppt_w/2"/>
                                          </p:val>
                                        </p:tav>
                                        <p:tav tm="100000">
                                          <p:val>
                                            <p:strVal val="#ppt_x"/>
                                          </p:val>
                                        </p:tav>
                                      </p:tavLst>
                                    </p:anim>
                                    <p:anim calcmode="lin" valueType="num">
                                      <p:cBhvr additive="base">
                                        <p:cTn id="16"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hf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4_Custom Layout">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AB6402E2-51C6-B643-8346-E6A750C125A7}"/>
              </a:ext>
            </a:extLst>
          </p:cNvPr>
          <p:cNvGrpSpPr>
            <a:grpSpLocks noChangeAspect="1"/>
          </p:cNvGrpSpPr>
          <p:nvPr/>
        </p:nvGrpSpPr>
        <p:grpSpPr>
          <a:xfrm>
            <a:off x="3865524" y="2450235"/>
            <a:ext cx="243840" cy="3752299"/>
            <a:chOff x="792480" y="2316480"/>
            <a:chExt cx="198814" cy="3059419"/>
          </a:xfrm>
        </p:grpSpPr>
        <p:cxnSp>
          <p:nvCxnSpPr>
            <p:cNvPr id="5" name="Straight Connector 4">
              <a:extLst>
                <a:ext uri="{FF2B5EF4-FFF2-40B4-BE49-F238E27FC236}">
                  <a16:creationId xmlns:a16="http://schemas.microsoft.com/office/drawing/2014/main" id="{B9ADEA07-8891-984A-9750-3FF9A1489F14}"/>
                </a:ext>
              </a:extLst>
            </p:cNvPr>
            <p:cNvCxnSpPr>
              <a:cxnSpLocks/>
            </p:cNvCxnSpPr>
            <p:nvPr userDrawn="1"/>
          </p:nvCxnSpPr>
          <p:spPr>
            <a:xfrm flipV="1">
              <a:off x="891887" y="2517553"/>
              <a:ext cx="0" cy="2858346"/>
            </a:xfrm>
            <a:prstGeom prst="line">
              <a:avLst/>
            </a:prstGeom>
            <a:ln w="9525">
              <a:solidFill>
                <a:schemeClr val="bg1"/>
              </a:solidFill>
            </a:ln>
          </p:spPr>
          <p:style>
            <a:lnRef idx="1">
              <a:schemeClr val="accent6"/>
            </a:lnRef>
            <a:fillRef idx="0">
              <a:schemeClr val="accent6"/>
            </a:fillRef>
            <a:effectRef idx="0">
              <a:schemeClr val="accent6"/>
            </a:effectRef>
            <a:fontRef idx="minor">
              <a:schemeClr val="tx1"/>
            </a:fontRef>
          </p:style>
        </p:cxnSp>
        <p:sp>
          <p:nvSpPr>
            <p:cNvPr id="6" name="Oval 5">
              <a:extLst>
                <a:ext uri="{FF2B5EF4-FFF2-40B4-BE49-F238E27FC236}">
                  <a16:creationId xmlns:a16="http://schemas.microsoft.com/office/drawing/2014/main" id="{1BB4A413-A99C-C74B-A58C-0FEA700832B7}"/>
                </a:ext>
              </a:extLst>
            </p:cNvPr>
            <p:cNvSpPr/>
            <p:nvPr userDrawn="1"/>
          </p:nvSpPr>
          <p:spPr>
            <a:xfrm rot="10800000">
              <a:off x="792480" y="2316480"/>
              <a:ext cx="198814" cy="201072"/>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7" name="Rectangle 6">
            <a:extLst>
              <a:ext uri="{FF2B5EF4-FFF2-40B4-BE49-F238E27FC236}">
                <a16:creationId xmlns:a16="http://schemas.microsoft.com/office/drawing/2014/main" id="{BE7E6AFB-BD12-5D45-A14F-832E8277EC80}"/>
              </a:ext>
            </a:extLst>
          </p:cNvPr>
          <p:cNvSpPr/>
          <p:nvPr/>
        </p:nvSpPr>
        <p:spPr>
          <a:xfrm rot="10800000">
            <a:off x="10954872" y="0"/>
            <a:ext cx="412376" cy="6178859"/>
          </a:xfrm>
          <a:prstGeom prst="rect">
            <a:avLst/>
          </a:prstGeom>
          <a:solidFill>
            <a:srgbClr val="00457C">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8" name="Rectangle 7">
            <a:extLst>
              <a:ext uri="{FF2B5EF4-FFF2-40B4-BE49-F238E27FC236}">
                <a16:creationId xmlns:a16="http://schemas.microsoft.com/office/drawing/2014/main" id="{EFCD2BE3-838E-CC4E-B1C1-5563C36AE9E8}"/>
              </a:ext>
            </a:extLst>
          </p:cNvPr>
          <p:cNvSpPr/>
          <p:nvPr/>
        </p:nvSpPr>
        <p:spPr>
          <a:xfrm rot="10800000">
            <a:off x="11367248" y="-1"/>
            <a:ext cx="412376" cy="6178857"/>
          </a:xfrm>
          <a:prstGeom prst="rect">
            <a:avLst/>
          </a:prstGeom>
          <a:solidFill>
            <a:srgbClr val="00457C">
              <a:alpha val="53725"/>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 name="Rectangle 8">
            <a:extLst>
              <a:ext uri="{FF2B5EF4-FFF2-40B4-BE49-F238E27FC236}">
                <a16:creationId xmlns:a16="http://schemas.microsoft.com/office/drawing/2014/main" id="{A04EC2F0-9637-3943-9F5A-A950E8B7E17E}"/>
              </a:ext>
            </a:extLst>
          </p:cNvPr>
          <p:cNvSpPr/>
          <p:nvPr/>
        </p:nvSpPr>
        <p:spPr>
          <a:xfrm rot="10800000">
            <a:off x="11779624" y="0"/>
            <a:ext cx="412376" cy="6178859"/>
          </a:xfrm>
          <a:prstGeom prst="rect">
            <a:avLst/>
          </a:prstGeom>
          <a:solidFill>
            <a:srgbClr val="00457C">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Title Placeholder 1">
            <a:extLst>
              <a:ext uri="{FF2B5EF4-FFF2-40B4-BE49-F238E27FC236}">
                <a16:creationId xmlns:a16="http://schemas.microsoft.com/office/drawing/2014/main" id="{E184FC86-3DB7-F04B-BCD8-29B80CC1AEAE}"/>
              </a:ext>
            </a:extLst>
          </p:cNvPr>
          <p:cNvSpPr>
            <a:spLocks noGrp="1"/>
          </p:cNvSpPr>
          <p:nvPr>
            <p:ph type="title"/>
          </p:nvPr>
        </p:nvSpPr>
        <p:spPr>
          <a:xfrm>
            <a:off x="838201" y="347456"/>
            <a:ext cx="9777756" cy="871744"/>
          </a:xfrm>
          <a:prstGeom prst="rect">
            <a:avLst/>
          </a:prstGeom>
        </p:spPr>
        <p:txBody>
          <a:bodyPr vert="horz" lIns="0" tIns="0" rIns="0" bIns="0" rtlCol="0" anchor="b" anchorCtr="0">
            <a:normAutofit/>
          </a:bodyPr>
          <a:lstStyle/>
          <a:p>
            <a:r>
              <a:rPr lang="en-US"/>
              <a:t>Click to edit Master title style</a:t>
            </a:r>
          </a:p>
        </p:txBody>
      </p:sp>
      <p:sp>
        <p:nvSpPr>
          <p:cNvPr id="11" name="Text Placeholder 2">
            <a:extLst>
              <a:ext uri="{FF2B5EF4-FFF2-40B4-BE49-F238E27FC236}">
                <a16:creationId xmlns:a16="http://schemas.microsoft.com/office/drawing/2014/main" id="{576AB91F-2C0E-2944-8AD8-0BB2F80429F6}"/>
              </a:ext>
            </a:extLst>
          </p:cNvPr>
          <p:cNvSpPr>
            <a:spLocks noGrp="1"/>
          </p:cNvSpPr>
          <p:nvPr>
            <p:ph idx="1"/>
          </p:nvPr>
        </p:nvSpPr>
        <p:spPr>
          <a:xfrm>
            <a:off x="838201" y="1825625"/>
            <a:ext cx="9777756" cy="4351339"/>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57829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25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1+#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25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1+#ppt_w/2"/>
                                          </p:val>
                                        </p:tav>
                                        <p:tav tm="100000">
                                          <p:val>
                                            <p:strVal val="#ppt_x"/>
                                          </p:val>
                                        </p:tav>
                                      </p:tavLst>
                                    </p:anim>
                                    <p:anim calcmode="lin" valueType="num">
                                      <p:cBhvr additive="base">
                                        <p:cTn id="16"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hf hdr="0" ftr="0" dt="0"/>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47456"/>
            <a:ext cx="10515600" cy="871744"/>
          </a:xfrm>
          <a:prstGeom prst="rect">
            <a:avLst/>
          </a:prstGeom>
        </p:spPr>
        <p:txBody>
          <a:bodyPr vert="horz" lIns="0" tIns="0" rIns="0" bIns="0" rtlCol="0" anchor="b" anchorCtr="0">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9"/>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0" name="Picture 19">
            <a:extLst>
              <a:ext uri="{FF2B5EF4-FFF2-40B4-BE49-F238E27FC236}">
                <a16:creationId xmlns:a16="http://schemas.microsoft.com/office/drawing/2014/main" id="{E026C78E-3C29-B249-B02A-E5ED3FB61123}"/>
              </a:ext>
            </a:extLst>
          </p:cNvPr>
          <p:cNvPicPr>
            <a:picLocks noChangeAspect="1"/>
          </p:cNvPicPr>
          <p:nvPr/>
        </p:nvPicPr>
        <p:blipFill>
          <a:blip r:embed="rId54" cstate="email">
            <a:extLst>
              <a:ext uri="{28A0092B-C50C-407E-A947-70E740481C1C}">
                <a14:useLocalDpi xmlns:a14="http://schemas.microsoft.com/office/drawing/2010/main"/>
              </a:ext>
            </a:extLst>
          </a:blip>
          <a:stretch>
            <a:fillRect/>
          </a:stretch>
        </p:blipFill>
        <p:spPr>
          <a:xfrm>
            <a:off x="10544432" y="6463862"/>
            <a:ext cx="1414163" cy="235693"/>
          </a:xfrm>
          <a:prstGeom prst="rect">
            <a:avLst/>
          </a:prstGeom>
        </p:spPr>
      </p:pic>
      <p:sp>
        <p:nvSpPr>
          <p:cNvPr id="4" name="TextBox 3">
            <a:extLst>
              <a:ext uri="{FF2B5EF4-FFF2-40B4-BE49-F238E27FC236}">
                <a16:creationId xmlns:a16="http://schemas.microsoft.com/office/drawing/2014/main" id="{C7F6D12C-BFBC-5C4C-87F1-81F07E204465}"/>
              </a:ext>
            </a:extLst>
          </p:cNvPr>
          <p:cNvSpPr txBox="1"/>
          <p:nvPr/>
        </p:nvSpPr>
        <p:spPr>
          <a:xfrm>
            <a:off x="336275" y="6477588"/>
            <a:ext cx="3451860" cy="215444"/>
          </a:xfrm>
          <a:prstGeom prst="rect">
            <a:avLst/>
          </a:prstGeom>
          <a:noFill/>
        </p:spPr>
        <p:txBody>
          <a:bodyPr wrap="square" rtlCol="0">
            <a:spAutoFit/>
          </a:bodyPr>
          <a:lstStyle/>
          <a:p>
            <a:r>
              <a:rPr lang="en-US" sz="800" b="0" i="0">
                <a:solidFill>
                  <a:schemeClr val="accent6">
                    <a:lumMod val="40000"/>
                    <a:lumOff val="60000"/>
                  </a:schemeClr>
                </a:solidFill>
                <a:latin typeface="Lato" panose="020F0502020204030203" pitchFamily="34" charset="0"/>
                <a:ea typeface="Lato" panose="020F0502020204030203" pitchFamily="34" charset="0"/>
                <a:cs typeface="Lato" panose="020F0502020204030203" pitchFamily="34" charset="0"/>
              </a:rPr>
              <a:t>©2020 RealPage Inc.</a:t>
            </a:r>
          </a:p>
        </p:txBody>
      </p:sp>
      <p:sp>
        <p:nvSpPr>
          <p:cNvPr id="8" name="Slide Number Placeholder 5">
            <a:extLst>
              <a:ext uri="{FF2B5EF4-FFF2-40B4-BE49-F238E27FC236}">
                <a16:creationId xmlns:a16="http://schemas.microsoft.com/office/drawing/2014/main" id="{36DF9E3C-65D0-5A41-8EF5-6BF5853E1CFE}"/>
              </a:ext>
            </a:extLst>
          </p:cNvPr>
          <p:cNvSpPr txBox="1">
            <a:spLocks/>
          </p:cNvSpPr>
          <p:nvPr/>
        </p:nvSpPr>
        <p:spPr>
          <a:xfrm>
            <a:off x="46218" y="6471286"/>
            <a:ext cx="374375" cy="365125"/>
          </a:xfrm>
          <a:prstGeom prst="rect">
            <a:avLst/>
          </a:prstGeom>
        </p:spPr>
        <p:txBody>
          <a:bodyPr/>
          <a:lstStyle>
            <a:defPPr>
              <a:defRPr lang="en-US"/>
            </a:defPPr>
            <a:lvl1pPr marL="0" algn="l" defTabSz="457200" rtl="0" eaLnBrk="1" latinLnBrk="0" hangingPunct="1">
              <a:defRPr sz="600" b="0" i="0" kern="1200">
                <a:solidFill>
                  <a:schemeClr val="accent6">
                    <a:lumMod val="40000"/>
                    <a:lumOff val="60000"/>
                  </a:schemeClr>
                </a:solidFill>
                <a:latin typeface="Lato Light" panose="020F0502020204030203" pitchFamily="34" charset="0"/>
                <a:ea typeface="Lato Light" panose="020F0502020204030203" pitchFamily="34" charset="0"/>
                <a:cs typeface="Lato Light" panose="020F0502020204030203"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DE1F0DE-FBD3-414B-9485-E78F73017EBF}" type="slidenum">
              <a:rPr lang="en-US" sz="800" smtClean="0">
                <a:latin typeface="Lato" panose="020F0502020204030203" pitchFamily="34" charset="0"/>
                <a:ea typeface="Lato" panose="020F0502020204030203" pitchFamily="34" charset="0"/>
                <a:cs typeface="Lato" panose="020F0502020204030203" pitchFamily="34" charset="0"/>
              </a:rPr>
              <a:pPr/>
              <a:t>‹#›</a:t>
            </a:fld>
            <a:endParaRPr lang="en-US" sz="800">
              <a:latin typeface="Lato" panose="020F0502020204030203" pitchFamily="34" charset="0"/>
              <a:ea typeface="Lato" panose="020F0502020204030203" pitchFamily="34" charset="0"/>
              <a:cs typeface="Lato" panose="020F0502020204030203" pitchFamily="34" charset="0"/>
            </a:endParaRPr>
          </a:p>
        </p:txBody>
      </p:sp>
      <p:cxnSp>
        <p:nvCxnSpPr>
          <p:cNvPr id="7" name="Straight Connector 6">
            <a:extLst>
              <a:ext uri="{FF2B5EF4-FFF2-40B4-BE49-F238E27FC236}">
                <a16:creationId xmlns:a16="http://schemas.microsoft.com/office/drawing/2014/main" id="{0B2273DF-3996-204B-BD20-D644A0C3CCC3}"/>
              </a:ext>
            </a:extLst>
          </p:cNvPr>
          <p:cNvCxnSpPr>
            <a:cxnSpLocks/>
          </p:cNvCxnSpPr>
          <p:nvPr/>
        </p:nvCxnSpPr>
        <p:spPr>
          <a:xfrm>
            <a:off x="630099" y="-14533"/>
            <a:ext cx="0" cy="1521600"/>
          </a:xfrm>
          <a:prstGeom prst="line">
            <a:avLst/>
          </a:prstGeom>
          <a:ln>
            <a:solidFill>
              <a:srgbClr val="A3B5BA"/>
            </a:solidFill>
          </a:ln>
        </p:spPr>
        <p:style>
          <a:lnRef idx="1">
            <a:schemeClr val="accent6"/>
          </a:lnRef>
          <a:fillRef idx="0">
            <a:schemeClr val="accent6"/>
          </a:fillRef>
          <a:effectRef idx="0">
            <a:schemeClr val="accent6"/>
          </a:effectRef>
          <a:fontRef idx="minor">
            <a:schemeClr val="tx1"/>
          </a:fontRef>
        </p:style>
      </p:cxnSp>
      <p:sp>
        <p:nvSpPr>
          <p:cNvPr id="9" name="Rectangle 8">
            <a:extLst>
              <a:ext uri="{FF2B5EF4-FFF2-40B4-BE49-F238E27FC236}">
                <a16:creationId xmlns:a16="http://schemas.microsoft.com/office/drawing/2014/main" id="{653E5AE3-7C32-8A43-B817-07F548B40E88}"/>
              </a:ext>
            </a:extLst>
          </p:cNvPr>
          <p:cNvSpPr/>
          <p:nvPr/>
        </p:nvSpPr>
        <p:spPr>
          <a:xfrm>
            <a:off x="603346" y="804333"/>
            <a:ext cx="60959" cy="41486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661763602"/>
      </p:ext>
    </p:extLst>
  </p:cSld>
  <p:clrMap bg1="lt1" tx1="dk1" bg2="lt2" tx2="dk2" accent1="accent1" accent2="accent2" accent3="accent3" accent4="accent4" accent5="accent5" accent6="accent6" hlink="hlink" folHlink="folHlink"/>
  <p:sldLayoutIdLst>
    <p:sldLayoutId id="2147483917" r:id="rId1"/>
    <p:sldLayoutId id="2147483918" r:id="rId2"/>
    <p:sldLayoutId id="2147483919" r:id="rId3"/>
    <p:sldLayoutId id="2147483920" r:id="rId4"/>
    <p:sldLayoutId id="2147483974" r:id="rId5"/>
    <p:sldLayoutId id="2147483921" r:id="rId6"/>
    <p:sldLayoutId id="2147483922" r:id="rId7"/>
    <p:sldLayoutId id="2147483923" r:id="rId8"/>
    <p:sldLayoutId id="2147483924" r:id="rId9"/>
    <p:sldLayoutId id="2147483925" r:id="rId10"/>
    <p:sldLayoutId id="2147483926" r:id="rId11"/>
    <p:sldLayoutId id="2147483927" r:id="rId12"/>
    <p:sldLayoutId id="2147483975" r:id="rId13"/>
    <p:sldLayoutId id="2147483976" r:id="rId14"/>
    <p:sldLayoutId id="2147483928" r:id="rId15"/>
    <p:sldLayoutId id="2147483929" r:id="rId16"/>
    <p:sldLayoutId id="2147483930" r:id="rId17"/>
    <p:sldLayoutId id="2147483977" r:id="rId18"/>
    <p:sldLayoutId id="2147483931" r:id="rId19"/>
    <p:sldLayoutId id="2147483932" r:id="rId20"/>
    <p:sldLayoutId id="2147483933" r:id="rId21"/>
    <p:sldLayoutId id="2147483934" r:id="rId22"/>
    <p:sldLayoutId id="2147483935" r:id="rId23"/>
    <p:sldLayoutId id="2147483936" r:id="rId24"/>
    <p:sldLayoutId id="2147483937" r:id="rId25"/>
    <p:sldLayoutId id="2147483938" r:id="rId26"/>
    <p:sldLayoutId id="2147483939" r:id="rId27"/>
    <p:sldLayoutId id="2147483940" r:id="rId28"/>
    <p:sldLayoutId id="2147483941" r:id="rId29"/>
    <p:sldLayoutId id="2147483942" r:id="rId30"/>
    <p:sldLayoutId id="2147483943" r:id="rId31"/>
    <p:sldLayoutId id="2147483944" r:id="rId32"/>
    <p:sldLayoutId id="2147483945" r:id="rId33"/>
    <p:sldLayoutId id="2147483946" r:id="rId34"/>
    <p:sldLayoutId id="2147483947" r:id="rId35"/>
    <p:sldLayoutId id="2147483948" r:id="rId36"/>
    <p:sldLayoutId id="2147483949" r:id="rId37"/>
    <p:sldLayoutId id="2147483950" r:id="rId38"/>
    <p:sldLayoutId id="2147483951" r:id="rId39"/>
    <p:sldLayoutId id="2147483952" r:id="rId40"/>
    <p:sldLayoutId id="2147483953" r:id="rId41"/>
    <p:sldLayoutId id="2147483954" r:id="rId42"/>
    <p:sldLayoutId id="2147483955" r:id="rId43"/>
    <p:sldLayoutId id="2147483956" r:id="rId44"/>
    <p:sldLayoutId id="2147483957" r:id="rId45"/>
    <p:sldLayoutId id="2147483958" r:id="rId46"/>
    <p:sldLayoutId id="2147483959" r:id="rId47"/>
    <p:sldLayoutId id="2147483960" r:id="rId48"/>
    <p:sldLayoutId id="2147483961" r:id="rId49"/>
    <p:sldLayoutId id="2147483962" r:id="rId50"/>
    <p:sldLayoutId id="2147483963" r:id="rId51"/>
    <p:sldLayoutId id="2147483964" r:id="rId52"/>
  </p:sldLayoutIdLst>
  <p:transition>
    <p:fade/>
  </p:transition>
  <p:hf hdr="0" ftr="0" dt="0"/>
  <p:txStyles>
    <p:titleStyle>
      <a:lvl1pPr algn="l" defTabSz="914377" rtl="0" eaLnBrk="1" latinLnBrk="0" hangingPunct="1">
        <a:lnSpc>
          <a:spcPct val="90000"/>
        </a:lnSpc>
        <a:spcBef>
          <a:spcPct val="0"/>
        </a:spcBef>
        <a:buNone/>
        <a:defRPr sz="2933" kern="1200">
          <a:solidFill>
            <a:schemeClr val="tx1"/>
          </a:solidFill>
          <a:latin typeface="Lato" panose="020F0502020204030203" pitchFamily="34" charset="0"/>
          <a:ea typeface="Lato" panose="020F0502020204030203" pitchFamily="34" charset="0"/>
          <a:cs typeface="Lato" panose="020F0502020204030203" pitchFamily="34" charset="0"/>
        </a:defRPr>
      </a:lvl1pPr>
    </p:titleStyle>
    <p:bodyStyle>
      <a:lvl1pPr marL="0" indent="0" algn="l" defTabSz="914377" rtl="0" eaLnBrk="1" latinLnBrk="0" hangingPunct="1">
        <a:lnSpc>
          <a:spcPct val="90000"/>
        </a:lnSpc>
        <a:spcBef>
          <a:spcPts val="1000"/>
        </a:spcBef>
        <a:buFont typeface="Arial" panose="020B0604020202020204" pitchFamily="34" charset="0"/>
        <a:buNone/>
        <a:defRPr sz="1600" b="0" i="0" kern="1200" cap="none" baseline="0">
          <a:solidFill>
            <a:schemeClr val="accent6"/>
          </a:solidFill>
          <a:latin typeface="Lato" panose="020F0502020204030203" pitchFamily="34" charset="0"/>
          <a:ea typeface="Lato" panose="020F0502020204030203" pitchFamily="34" charset="0"/>
          <a:cs typeface="Lato" panose="020F0502020204030203" pitchFamily="34" charset="0"/>
        </a:defRPr>
      </a:lvl1pPr>
      <a:lvl2pPr marL="315376" indent="-158747" algn="l" defTabSz="914377" rtl="0" eaLnBrk="1" latinLnBrk="0" hangingPunct="1">
        <a:lnSpc>
          <a:spcPct val="90000"/>
        </a:lnSpc>
        <a:spcBef>
          <a:spcPts val="500"/>
        </a:spcBef>
        <a:buFont typeface="Arial" panose="020B0604020202020204" pitchFamily="34" charset="0"/>
        <a:buChar char="•"/>
        <a:tabLst/>
        <a:defRPr sz="1467" b="0" i="0" kern="1200">
          <a:solidFill>
            <a:schemeClr val="accent6"/>
          </a:solidFill>
          <a:latin typeface="Lato Light" panose="020F0502020204030203" pitchFamily="34" charset="0"/>
          <a:ea typeface="Lato Light" panose="020F0502020204030203" pitchFamily="34" charset="0"/>
          <a:cs typeface="Lato Light" panose="020F0502020204030203" pitchFamily="34" charset="0"/>
        </a:defRPr>
      </a:lvl2pPr>
      <a:lvl3pPr marL="461422" indent="-148163" algn="l" defTabSz="914377" rtl="0" eaLnBrk="1" latinLnBrk="0" hangingPunct="1">
        <a:lnSpc>
          <a:spcPct val="90000"/>
        </a:lnSpc>
        <a:spcBef>
          <a:spcPts val="500"/>
        </a:spcBef>
        <a:buFont typeface="Arial" panose="020B0604020202020204" pitchFamily="34" charset="0"/>
        <a:buChar char="•"/>
        <a:tabLst/>
        <a:defRPr sz="1400" b="0" i="0" kern="1200">
          <a:solidFill>
            <a:schemeClr val="accent6"/>
          </a:solidFill>
          <a:latin typeface="Lato Light" panose="020F0502020204030203" pitchFamily="34" charset="0"/>
          <a:ea typeface="Lato Light" panose="020F0502020204030203" pitchFamily="34" charset="0"/>
          <a:cs typeface="Lato Light" panose="020F0502020204030203" pitchFamily="34" charset="0"/>
        </a:defRPr>
      </a:lvl3pPr>
      <a:lvl4pPr marL="620168" indent="-158747" algn="l" defTabSz="914377" rtl="0" eaLnBrk="1" latinLnBrk="0" hangingPunct="1">
        <a:lnSpc>
          <a:spcPct val="90000"/>
        </a:lnSpc>
        <a:spcBef>
          <a:spcPts val="500"/>
        </a:spcBef>
        <a:buFont typeface="Arial" panose="020B0604020202020204" pitchFamily="34" charset="0"/>
        <a:buChar char="•"/>
        <a:tabLst/>
        <a:defRPr sz="1333" b="0" i="0" kern="1200">
          <a:solidFill>
            <a:schemeClr val="accent6"/>
          </a:solidFill>
          <a:latin typeface="Lato Light" panose="020F0502020204030203" pitchFamily="34" charset="0"/>
          <a:ea typeface="Lato Light" panose="020F0502020204030203" pitchFamily="34" charset="0"/>
          <a:cs typeface="Lato Light" panose="020F0502020204030203" pitchFamily="34" charset="0"/>
        </a:defRPr>
      </a:lvl4pPr>
      <a:lvl5pPr marL="766214" indent="-148163" algn="l" defTabSz="914377" rtl="0" eaLnBrk="1" latinLnBrk="0" hangingPunct="1">
        <a:lnSpc>
          <a:spcPct val="90000"/>
        </a:lnSpc>
        <a:spcBef>
          <a:spcPts val="500"/>
        </a:spcBef>
        <a:buFont typeface="Arial" panose="020B0604020202020204" pitchFamily="34" charset="0"/>
        <a:buChar char="•"/>
        <a:tabLst/>
        <a:defRPr sz="1333" b="0" i="0" kern="1200">
          <a:solidFill>
            <a:schemeClr val="accent6"/>
          </a:solidFill>
          <a:latin typeface="Lato Light" panose="020F0502020204030203" pitchFamily="34" charset="0"/>
          <a:ea typeface="Lato Light" panose="020F0502020204030203" pitchFamily="34" charset="0"/>
          <a:cs typeface="Lato Light" panose="020F0502020204030203"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32">
          <p15:clr>
            <a:srgbClr val="F26B43"/>
          </p15:clr>
        </p15:guide>
        <p15:guide id="2" pos="2880">
          <p15:clr>
            <a:srgbClr val="F26B43"/>
          </p15:clr>
        </p15:guide>
        <p15:guide id="3" orient="horz" pos="1740">
          <p15:clr>
            <a:srgbClr val="F26B43"/>
          </p15:clr>
        </p15:guide>
        <p15:guide id="4" pos="392">
          <p15:clr>
            <a:srgbClr val="F26B43"/>
          </p15:clr>
        </p15:guide>
        <p15:guide id="5" orient="horz" pos="1619">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eg"/><Relationship Id="rId1" Type="http://schemas.openxmlformats.org/officeDocument/2006/relationships/slideLayout" Target="../slideLayouts/slideLayout18.xml"/><Relationship Id="rId4" Type="http://schemas.openxmlformats.org/officeDocument/2006/relationships/image" Target="../media/image34.png"/></Relationships>
</file>

<file path=ppt/slides/_rels/slide10.xml.rels><?xml version="1.0" encoding="UTF-8" standalone="yes"?>
<Relationships xmlns="http://schemas.openxmlformats.org/package/2006/relationships"><Relationship Id="rId3" Type="http://schemas.openxmlformats.org/officeDocument/2006/relationships/hyperlink" Target="mailto:conversions@realpage.com" TargetMode="External"/><Relationship Id="rId2" Type="http://schemas.openxmlformats.org/officeDocument/2006/relationships/image" Target="../media/image32.jpeg"/><Relationship Id="rId1" Type="http://schemas.openxmlformats.org/officeDocument/2006/relationships/slideLayout" Target="../slideLayouts/slideLayout18.xml"/><Relationship Id="rId5" Type="http://schemas.openxmlformats.org/officeDocument/2006/relationships/hyperlink" Target="http://asm/OneSiteDashboard/portal_frame.asp?strUser=conv&amp;strCat=1,5,11,14" TargetMode="External"/><Relationship Id="rId4" Type="http://schemas.openxmlformats.org/officeDocument/2006/relationships/hyperlink" Target="https://realpage.lightning.force.com/lightning/r/Dashboard/01Z1G000000cc39UAA/view?queryScope=userFolders"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mailto:RealpageMigrations2@RealPage.com" TargetMode="External"/><Relationship Id="rId2" Type="http://schemas.openxmlformats.org/officeDocument/2006/relationships/hyperlink" Target="https://realpage.lightning.force.com/lightning/o/Conversion_Schedule_Week__c/list?filterName=Conventional1" TargetMode="External"/><Relationship Id="rId1" Type="http://schemas.openxmlformats.org/officeDocument/2006/relationships/slideLayout" Target="../slideLayouts/slideLayout18.xml"/><Relationship Id="rId4" Type="http://schemas.openxmlformats.org/officeDocument/2006/relationships/image" Target="../media/image35.jpeg"/></Relationships>
</file>

<file path=ppt/slides/_rels/slide1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hyperlink" Target="https://realpage.lightning.force.com/lightning/o/Conversion_Schedule_Week__c/list?filterName=All" TargetMode="Externa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4.xml"/><Relationship Id="rId1" Type="http://schemas.openxmlformats.org/officeDocument/2006/relationships/slideLayout" Target="../slideLayouts/slideLayout17.xml"/><Relationship Id="rId4" Type="http://schemas.openxmlformats.org/officeDocument/2006/relationships/image" Target="../media/image4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normAutofit/>
          </a:bodyPr>
          <a:lstStyle/>
          <a:p>
            <a:r>
              <a:rPr lang="en-US" sz="6000" dirty="0">
                <a:latin typeface="Lato"/>
                <a:ea typeface="Lato"/>
                <a:cs typeface="Lato"/>
              </a:rPr>
              <a:t>All About Leasing and Rents</a:t>
            </a:r>
            <a:endParaRPr lang="en-US" sz="6000" dirty="0"/>
          </a:p>
        </p:txBody>
      </p:sp>
      <p:sp>
        <p:nvSpPr>
          <p:cNvPr id="11" name="Subtitle 3"/>
          <p:cNvSpPr txBox="1">
            <a:spLocks/>
          </p:cNvSpPr>
          <p:nvPr/>
        </p:nvSpPr>
        <p:spPr>
          <a:xfrm>
            <a:off x="1524000" y="3477011"/>
            <a:ext cx="3869504" cy="1655762"/>
          </a:xfrm>
          <a:prstGeom prst="rect">
            <a:avLst/>
          </a:prstGeom>
        </p:spPr>
        <p:txBody>
          <a:bodyPr vert="horz" lIns="91440" tIns="45720" rIns="91440" bIns="45720" rtlCol="0" anchor="t">
            <a:normAutofit/>
          </a:bodyPr>
          <a:lstStyle>
            <a:lvl1pPr marL="0" marR="0" indent="0" algn="ctr" defTabSz="914400" rtl="0" eaLnBrk="1" fontAlgn="auto" latinLnBrk="0" hangingPunct="1">
              <a:lnSpc>
                <a:spcPts val="2600"/>
              </a:lnSpc>
              <a:spcBef>
                <a:spcPts val="1000"/>
              </a:spcBef>
              <a:spcAft>
                <a:spcPts val="0"/>
              </a:spcAft>
              <a:buClrTx/>
              <a:buSzTx/>
              <a:buFont typeface="Arial" panose="020B0604020202020204" pitchFamily="34" charset="0"/>
              <a:buNone/>
              <a:tabLst/>
              <a:defRPr sz="1500" b="0" i="0" kern="1200" cap="all" baseline="0">
                <a:solidFill>
                  <a:schemeClr val="bg1"/>
                </a:solidFill>
                <a:latin typeface="+mn-lt"/>
                <a:ea typeface="Helvetica LT Std Black Condensed" charset="0"/>
                <a:cs typeface="Helvetica LT Std Black Condensed" charset="0"/>
              </a:defRPr>
            </a:lvl1pPr>
            <a:lvl2pPr marL="457200" indent="0" algn="ctr" defTabSz="914400" rtl="0" eaLnBrk="1" latinLnBrk="0" hangingPunct="1">
              <a:lnSpc>
                <a:spcPts val="1500"/>
              </a:lnSpc>
              <a:spcBef>
                <a:spcPts val="0"/>
              </a:spcBef>
              <a:spcAft>
                <a:spcPts val="1200"/>
              </a:spcAft>
              <a:buFont typeface="Arial" panose="020B0604020202020204" pitchFamily="34" charset="0"/>
              <a:buNone/>
              <a:tabLst/>
              <a:defRPr sz="2000" kern="1200" cap="none" baseline="0">
                <a:solidFill>
                  <a:schemeClr val="tx1"/>
                </a:solidFill>
                <a:latin typeface="+mn-lt"/>
                <a:ea typeface="+mn-ea"/>
                <a:cs typeface="+mn-cs"/>
              </a:defRPr>
            </a:lvl2pPr>
            <a:lvl3pPr marL="914400" indent="0" algn="ctr" defTabSz="914400" rtl="0" eaLnBrk="1" latinLnBrk="0" hangingPunct="1">
              <a:lnSpc>
                <a:spcPts val="1500"/>
              </a:lnSpc>
              <a:spcBef>
                <a:spcPts val="0"/>
              </a:spcBef>
              <a:spcAft>
                <a:spcPts val="1200"/>
              </a:spcAft>
              <a:buClr>
                <a:schemeClr val="tx2"/>
              </a:buClr>
              <a:buFont typeface="Arial" charset="0"/>
              <a:buNone/>
              <a:tabLst/>
              <a:defRPr sz="1800" kern="1200">
                <a:solidFill>
                  <a:schemeClr val="tx1"/>
                </a:solidFill>
                <a:latin typeface="+mn-lt"/>
                <a:ea typeface="+mn-ea"/>
                <a:cs typeface="+mn-cs"/>
              </a:defRPr>
            </a:lvl3pPr>
            <a:lvl4pPr marL="1371600" indent="0" algn="ctr" defTabSz="914400" rtl="0" eaLnBrk="1" latinLnBrk="0" hangingPunct="1">
              <a:lnSpc>
                <a:spcPts val="1500"/>
              </a:lnSpc>
              <a:spcBef>
                <a:spcPts val="0"/>
              </a:spcBef>
              <a:spcAft>
                <a:spcPts val="1200"/>
              </a:spcAft>
              <a:buClr>
                <a:schemeClr val="tx2"/>
              </a:buClr>
              <a:buFont typeface="Arial" panose="020B0604020202020204" pitchFamily="34" charset="0"/>
              <a:buNone/>
              <a:tabLst/>
              <a:defRPr sz="1600" kern="1200">
                <a:solidFill>
                  <a:schemeClr val="tx1"/>
                </a:solidFill>
                <a:latin typeface="+mn-lt"/>
                <a:ea typeface="+mn-ea"/>
                <a:cs typeface="+mn-cs"/>
              </a:defRPr>
            </a:lvl4pPr>
            <a:lvl5pPr marL="1828800" indent="0" algn="ctr" defTabSz="914400" rtl="0" eaLnBrk="1" latinLnBrk="0" hangingPunct="1">
              <a:lnSpc>
                <a:spcPts val="1500"/>
              </a:lnSpc>
              <a:spcBef>
                <a:spcPts val="0"/>
              </a:spcBef>
              <a:spcAft>
                <a:spcPts val="1200"/>
              </a:spcAft>
              <a:buClr>
                <a:schemeClr val="tx2"/>
              </a:buClr>
              <a:buFont typeface="Arial" charset="0"/>
              <a:buNone/>
              <a:tabLst/>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dirty="0">
              <a:highlight>
                <a:srgbClr val="00FF00"/>
              </a:highlight>
              <a:latin typeface="Lato" panose="020F0502020204030203" pitchFamily="34" charset="77"/>
              <a:cs typeface="Arial Narrow" panose="020B0604020202020204" pitchFamily="34" charset="0"/>
            </a:endParaRPr>
          </a:p>
        </p:txBody>
      </p:sp>
    </p:spTree>
    <p:extLst>
      <p:ext uri="{BB962C8B-B14F-4D97-AF65-F5344CB8AC3E}">
        <p14:creationId xmlns:p14="http://schemas.microsoft.com/office/powerpoint/2010/main" val="2677119269"/>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descr="A clock sitting on top of a wooden table&#10;&#10;Description automatically generated">
            <a:extLst>
              <a:ext uri="{FF2B5EF4-FFF2-40B4-BE49-F238E27FC236}">
                <a16:creationId xmlns:a16="http://schemas.microsoft.com/office/drawing/2014/main" id="{AD3C0A05-5FCA-6742-9F34-A5CFF21170CE}"/>
              </a:ext>
            </a:extLst>
          </p:cNvPr>
          <p:cNvPicPr>
            <a:picLocks noGrp="1" noChangeAspect="1"/>
          </p:cNvPicPr>
          <p:nvPr>
            <p:ph type="pic" sz="quarter" idx="14"/>
          </p:nvPr>
        </p:nvPicPr>
        <p:blipFill rotWithShape="1">
          <a:blip r:embed="rId3" cstate="email">
            <a:extLst>
              <a:ext uri="{28A0092B-C50C-407E-A947-70E740481C1C}">
                <a14:useLocalDpi xmlns:a14="http://schemas.microsoft.com/office/drawing/2010/main"/>
              </a:ext>
            </a:extLst>
          </a:blip>
          <a:srcRect t="66" b="66"/>
          <a:stretch/>
        </p:blipFill>
        <p:spPr/>
      </p:pic>
      <p:sp>
        <p:nvSpPr>
          <p:cNvPr id="4" name="Title 3">
            <a:extLst>
              <a:ext uri="{FF2B5EF4-FFF2-40B4-BE49-F238E27FC236}">
                <a16:creationId xmlns:a16="http://schemas.microsoft.com/office/drawing/2014/main" id="{42323163-160A-834E-A312-4B42DC42BF13}"/>
              </a:ext>
            </a:extLst>
          </p:cNvPr>
          <p:cNvSpPr>
            <a:spLocks noGrp="1"/>
          </p:cNvSpPr>
          <p:nvPr>
            <p:ph type="title"/>
          </p:nvPr>
        </p:nvSpPr>
        <p:spPr/>
        <p:txBody>
          <a:bodyPr/>
          <a:lstStyle/>
          <a:p>
            <a:r>
              <a:rPr lang="en-US" dirty="0"/>
              <a:t>Agenda</a:t>
            </a:r>
          </a:p>
        </p:txBody>
      </p:sp>
      <p:sp>
        <p:nvSpPr>
          <p:cNvPr id="5" name="Content Placeholder 4">
            <a:extLst>
              <a:ext uri="{FF2B5EF4-FFF2-40B4-BE49-F238E27FC236}">
                <a16:creationId xmlns:a16="http://schemas.microsoft.com/office/drawing/2014/main" id="{7A134150-C335-8B45-BEF9-E6B270C90B7C}"/>
              </a:ext>
            </a:extLst>
          </p:cNvPr>
          <p:cNvSpPr>
            <a:spLocks noGrp="1"/>
          </p:cNvSpPr>
          <p:nvPr>
            <p:ph sz="half" idx="1"/>
          </p:nvPr>
        </p:nvSpPr>
        <p:spPr/>
        <p:txBody>
          <a:bodyPr vert="horz" lIns="0" tIns="0" rIns="0" bIns="0" rtlCol="0" anchor="t">
            <a:normAutofit/>
          </a:bodyPr>
          <a:lstStyle/>
          <a:p>
            <a:pPr marL="285750" indent="-285750">
              <a:buClr>
                <a:schemeClr val="tx1"/>
              </a:buClr>
              <a:buFont typeface="Arial" panose="020B0604020202020204" pitchFamily="34" charset="0"/>
              <a:buChar char="•"/>
            </a:pPr>
            <a:r>
              <a:rPr lang="en-US" sz="1800" dirty="0">
                <a:latin typeface="Tenorite" panose="00000500000000000000" pitchFamily="2" charset="0"/>
              </a:rPr>
              <a:t>OneSite</a:t>
            </a:r>
          </a:p>
          <a:p>
            <a:pPr marL="285750" indent="-285750">
              <a:buClr>
                <a:schemeClr val="tx1"/>
              </a:buClr>
              <a:buFont typeface="Arial" panose="020B0604020202020204" pitchFamily="34" charset="0"/>
              <a:buChar char="•"/>
            </a:pPr>
            <a:r>
              <a:rPr lang="en-US" sz="1800" dirty="0">
                <a:latin typeface="Tenorite" panose="00000500000000000000" pitchFamily="2" charset="0"/>
              </a:rPr>
              <a:t>Self-Start Conversion</a:t>
            </a:r>
          </a:p>
          <a:p>
            <a:pPr marL="285750" indent="-285750">
              <a:buClr>
                <a:schemeClr val="tx1"/>
              </a:buClr>
              <a:buFont typeface="Arial" panose="020B0604020202020204" pitchFamily="34" charset="0"/>
              <a:buChar char="•"/>
            </a:pPr>
            <a:r>
              <a:rPr lang="en-US" sz="1800" dirty="0">
                <a:latin typeface="Tenorite" panose="00000500000000000000" pitchFamily="2" charset="0"/>
              </a:rPr>
              <a:t>RO Assisted Conversion</a:t>
            </a:r>
          </a:p>
          <a:p>
            <a:pPr marL="285750" indent="-285750">
              <a:buClr>
                <a:schemeClr val="tx1"/>
              </a:buClr>
              <a:buFont typeface="Arial" panose="020B0604020202020204" pitchFamily="34" charset="0"/>
              <a:buChar char="•"/>
            </a:pPr>
            <a:r>
              <a:rPr lang="en-US" sz="1800" dirty="0">
                <a:latin typeface="Tenorite" panose="00000500000000000000" pitchFamily="2" charset="0"/>
              </a:rPr>
              <a:t>Conversion Scheduling Weeks</a:t>
            </a:r>
          </a:p>
          <a:p>
            <a:pPr marL="285750" indent="-285750">
              <a:buClr>
                <a:schemeClr val="tx1"/>
              </a:buClr>
              <a:buFont typeface="Arial" panose="020B0604020202020204" pitchFamily="34" charset="0"/>
              <a:buChar char="•"/>
            </a:pPr>
            <a:r>
              <a:rPr lang="en-US" sz="1800" dirty="0">
                <a:latin typeface="Tenorite" panose="00000500000000000000" pitchFamily="2" charset="0"/>
              </a:rPr>
              <a:t>Different Conversion Types</a:t>
            </a:r>
          </a:p>
          <a:p>
            <a:pPr marL="285750" indent="-285750">
              <a:buClr>
                <a:schemeClr val="tx1"/>
              </a:buClr>
              <a:buFont typeface="Arial" panose="020B0604020202020204" pitchFamily="34" charset="0"/>
              <a:buChar char="•"/>
            </a:pPr>
            <a:r>
              <a:rPr lang="en-US" sz="1800" dirty="0">
                <a:latin typeface="Tenorite" panose="00000500000000000000" pitchFamily="2" charset="0"/>
              </a:rPr>
              <a:t>Conversion Timelines</a:t>
            </a:r>
          </a:p>
          <a:p>
            <a:pPr marL="285750" indent="-285750">
              <a:buClr>
                <a:schemeClr val="tx1"/>
              </a:buClr>
              <a:buFont typeface="Arial" panose="020B0604020202020204" pitchFamily="34" charset="0"/>
              <a:buChar char="•"/>
            </a:pPr>
            <a:endParaRPr lang="en-US" dirty="0"/>
          </a:p>
          <a:p>
            <a:pPr marL="285750" indent="-285750">
              <a:buClr>
                <a:schemeClr val="tx1"/>
              </a:buClr>
              <a:buFont typeface="Arial" panose="020B0604020202020204" pitchFamily="34" charset="0"/>
              <a:buChar char="•"/>
            </a:pPr>
            <a:endParaRPr lang="en-US" dirty="0"/>
          </a:p>
        </p:txBody>
      </p:sp>
    </p:spTree>
    <p:extLst>
      <p:ext uri="{BB962C8B-B14F-4D97-AF65-F5344CB8AC3E}">
        <p14:creationId xmlns:p14="http://schemas.microsoft.com/office/powerpoint/2010/main" val="27317072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0" name="Rectangle 1039">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extBox 2">
            <a:extLst>
              <a:ext uri="{FF2B5EF4-FFF2-40B4-BE49-F238E27FC236}">
                <a16:creationId xmlns:a16="http://schemas.microsoft.com/office/drawing/2014/main" id="{C868C901-9104-3FB2-F2C3-250BB0E6A6AF}"/>
              </a:ext>
            </a:extLst>
          </p:cNvPr>
          <p:cNvSpPr txBox="1"/>
          <p:nvPr/>
        </p:nvSpPr>
        <p:spPr>
          <a:xfrm>
            <a:off x="838200" y="365125"/>
            <a:ext cx="7077364" cy="1325563"/>
          </a:xfrm>
          <a:prstGeom prst="rect">
            <a:avLst/>
          </a:prstGeom>
        </p:spPr>
        <p:txBody>
          <a:bodyPr vert="horz" lIns="91440" tIns="45720" rIns="91440" bIns="45720" rtlCol="0" anchor="ctr">
            <a:normAutofit/>
          </a:bodyPr>
          <a:lstStyle/>
          <a:p>
            <a:pPr>
              <a:lnSpc>
                <a:spcPct val="90000"/>
              </a:lnSpc>
              <a:spcBef>
                <a:spcPct val="0"/>
              </a:spcBef>
              <a:spcAft>
                <a:spcPts val="600"/>
              </a:spcAft>
            </a:pPr>
            <a:endParaRPr lang="en-US" sz="4400" dirty="0">
              <a:latin typeface="Lato" panose="020F0502020204030203" pitchFamily="34" charset="0"/>
              <a:ea typeface="+mj-ea"/>
              <a:cs typeface="+mj-cs"/>
            </a:endParaRPr>
          </a:p>
        </p:txBody>
      </p:sp>
      <p:sp>
        <p:nvSpPr>
          <p:cNvPr id="1042"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044"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4" name="Title 7">
            <a:extLst>
              <a:ext uri="{FF2B5EF4-FFF2-40B4-BE49-F238E27FC236}">
                <a16:creationId xmlns:a16="http://schemas.microsoft.com/office/drawing/2014/main" id="{EE00E4E0-E5EA-0151-C7FD-9A6B00071118}"/>
              </a:ext>
            </a:extLst>
          </p:cNvPr>
          <p:cNvSpPr txBox="1">
            <a:spLocks/>
          </p:cNvSpPr>
          <p:nvPr/>
        </p:nvSpPr>
        <p:spPr>
          <a:xfrm>
            <a:off x="555030" y="841979"/>
            <a:ext cx="10991504" cy="978274"/>
          </a:xfrm>
          <a:prstGeom prst="rect">
            <a:avLst/>
          </a:prstGeom>
        </p:spPr>
        <p:txBody>
          <a:bodyPr>
            <a:normAutofit/>
          </a:bodyPr>
          <a:lstStyle>
            <a:lvl1pPr algn="l" defTabSz="914377" rtl="0" eaLnBrk="1" latinLnBrk="0" hangingPunct="1">
              <a:lnSpc>
                <a:spcPct val="90000"/>
              </a:lnSpc>
              <a:spcBef>
                <a:spcPct val="0"/>
              </a:spcBef>
              <a:buNone/>
              <a:defRPr sz="2933" kern="1200">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a:solidFill>
                  <a:schemeClr val="accent1"/>
                </a:solidFill>
              </a:rPr>
              <a:t>ONESITE</a:t>
            </a:r>
            <a:endParaRPr lang="en-US" dirty="0">
              <a:solidFill>
                <a:schemeClr val="accent1"/>
              </a:solidFill>
            </a:endParaRPr>
          </a:p>
        </p:txBody>
      </p:sp>
      <p:sp>
        <p:nvSpPr>
          <p:cNvPr id="25" name="Text Placeholder 9">
            <a:extLst>
              <a:ext uri="{FF2B5EF4-FFF2-40B4-BE49-F238E27FC236}">
                <a16:creationId xmlns:a16="http://schemas.microsoft.com/office/drawing/2014/main" id="{62E4F724-C856-1917-14AE-D71A45F7E95C}"/>
              </a:ext>
            </a:extLst>
          </p:cNvPr>
          <p:cNvSpPr txBox="1">
            <a:spLocks/>
          </p:cNvSpPr>
          <p:nvPr/>
        </p:nvSpPr>
        <p:spPr>
          <a:xfrm>
            <a:off x="555031" y="425885"/>
            <a:ext cx="5534706" cy="364166"/>
          </a:xfrm>
          <a:prstGeom prst="rect">
            <a:avLst/>
          </a:prstGeom>
        </p:spPr>
        <p:txBody>
          <a:bodyPr/>
          <a:lstStyle>
            <a:lvl1pPr marL="0" indent="0" algn="l" defTabSz="914377" rtl="0" eaLnBrk="1" latinLnBrk="0" hangingPunct="1">
              <a:lnSpc>
                <a:spcPct val="90000"/>
              </a:lnSpc>
              <a:spcBef>
                <a:spcPts val="1000"/>
              </a:spcBef>
              <a:buFont typeface="Arial" panose="020B0604020202020204" pitchFamily="34" charset="0"/>
              <a:buNone/>
              <a:defRPr sz="1600" b="0" i="0" kern="1200" cap="none" baseline="0">
                <a:solidFill>
                  <a:schemeClr val="accent6"/>
                </a:solidFill>
                <a:latin typeface="Lato" panose="020F0502020204030203" pitchFamily="34" charset="0"/>
                <a:ea typeface="Lato" panose="020F0502020204030203" pitchFamily="34" charset="0"/>
                <a:cs typeface="Lato" panose="020F0502020204030203" pitchFamily="34" charset="0"/>
              </a:defRPr>
            </a:lvl1pPr>
            <a:lvl2pPr marL="315376" indent="-158747" algn="l" defTabSz="914377" rtl="0" eaLnBrk="1" latinLnBrk="0" hangingPunct="1">
              <a:lnSpc>
                <a:spcPct val="90000"/>
              </a:lnSpc>
              <a:spcBef>
                <a:spcPts val="500"/>
              </a:spcBef>
              <a:buFont typeface="Arial" panose="020B0604020202020204" pitchFamily="34" charset="0"/>
              <a:buChar char="•"/>
              <a:tabLst/>
              <a:defRPr sz="1467" b="0" i="0" kern="1200">
                <a:solidFill>
                  <a:schemeClr val="accent6"/>
                </a:solidFill>
                <a:latin typeface="Lato Light" panose="020F0502020204030203" pitchFamily="34" charset="0"/>
                <a:ea typeface="Lato Light" panose="020F0502020204030203" pitchFamily="34" charset="0"/>
                <a:cs typeface="Lato Light" panose="020F0502020204030203" pitchFamily="34" charset="0"/>
              </a:defRPr>
            </a:lvl2pPr>
            <a:lvl3pPr marL="461422" indent="-148163" algn="l" defTabSz="914377" rtl="0" eaLnBrk="1" latinLnBrk="0" hangingPunct="1">
              <a:lnSpc>
                <a:spcPct val="90000"/>
              </a:lnSpc>
              <a:spcBef>
                <a:spcPts val="500"/>
              </a:spcBef>
              <a:buFont typeface="Arial" panose="020B0604020202020204" pitchFamily="34" charset="0"/>
              <a:buChar char="•"/>
              <a:tabLst/>
              <a:defRPr sz="1400" b="0" i="0" kern="1200">
                <a:solidFill>
                  <a:schemeClr val="accent6"/>
                </a:solidFill>
                <a:latin typeface="Lato Light" panose="020F0502020204030203" pitchFamily="34" charset="0"/>
                <a:ea typeface="Lato Light" panose="020F0502020204030203" pitchFamily="34" charset="0"/>
                <a:cs typeface="Lato Light" panose="020F0502020204030203" pitchFamily="34" charset="0"/>
              </a:defRPr>
            </a:lvl3pPr>
            <a:lvl4pPr marL="620168" indent="-158747" algn="l" defTabSz="914377" rtl="0" eaLnBrk="1" latinLnBrk="0" hangingPunct="1">
              <a:lnSpc>
                <a:spcPct val="90000"/>
              </a:lnSpc>
              <a:spcBef>
                <a:spcPts val="500"/>
              </a:spcBef>
              <a:buFont typeface="Arial" panose="020B0604020202020204" pitchFamily="34" charset="0"/>
              <a:buChar char="•"/>
              <a:tabLst/>
              <a:defRPr sz="1333" b="0" i="0" kern="1200">
                <a:solidFill>
                  <a:schemeClr val="accent6"/>
                </a:solidFill>
                <a:latin typeface="Lato Light" panose="020F0502020204030203" pitchFamily="34" charset="0"/>
                <a:ea typeface="Lato Light" panose="020F0502020204030203" pitchFamily="34" charset="0"/>
                <a:cs typeface="Lato Light" panose="020F0502020204030203" pitchFamily="34" charset="0"/>
              </a:defRPr>
            </a:lvl4pPr>
            <a:lvl5pPr marL="766214" indent="-148163" algn="l" defTabSz="914377" rtl="0" eaLnBrk="1" latinLnBrk="0" hangingPunct="1">
              <a:lnSpc>
                <a:spcPct val="90000"/>
              </a:lnSpc>
              <a:spcBef>
                <a:spcPts val="500"/>
              </a:spcBef>
              <a:buFont typeface="Arial" panose="020B0604020202020204" pitchFamily="34" charset="0"/>
              <a:buChar char="•"/>
              <a:tabLst/>
              <a:defRPr sz="1333" b="0" i="0" kern="1200">
                <a:solidFill>
                  <a:schemeClr val="accent6"/>
                </a:solidFill>
                <a:latin typeface="Lato Light" panose="020F0502020204030203" pitchFamily="34" charset="0"/>
                <a:ea typeface="Lato Light" panose="020F0502020204030203" pitchFamily="34" charset="0"/>
                <a:cs typeface="Lato Light" panose="020F0502020204030203"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t>PROPERTY MANAGEMENT SOFTWARE</a:t>
            </a:r>
            <a:endParaRPr lang="en-GB" dirty="0"/>
          </a:p>
        </p:txBody>
      </p:sp>
      <p:pic>
        <p:nvPicPr>
          <p:cNvPr id="27" name="Picture 2" descr="OneSite Leasing &amp; Rents">
            <a:extLst>
              <a:ext uri="{FF2B5EF4-FFF2-40B4-BE49-F238E27FC236}">
                <a16:creationId xmlns:a16="http://schemas.microsoft.com/office/drawing/2014/main" id="{01CD203A-F30A-8450-9253-CAB7E790CE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68926" y="536810"/>
            <a:ext cx="3127967" cy="1754713"/>
          </a:xfrm>
          <a:prstGeom prst="rect">
            <a:avLst/>
          </a:prstGeom>
          <a:noFill/>
          <a:extLst>
            <a:ext uri="{909E8E84-426E-40DD-AFC4-6F175D3DCCD1}">
              <a14:hiddenFill xmlns:a14="http://schemas.microsoft.com/office/drawing/2010/main">
                <a:solidFill>
                  <a:srgbClr val="FFFFFF"/>
                </a:solidFill>
              </a14:hiddenFill>
            </a:ext>
          </a:extLst>
        </p:spPr>
      </p:pic>
      <p:sp>
        <p:nvSpPr>
          <p:cNvPr id="28" name="TextBox 27">
            <a:extLst>
              <a:ext uri="{FF2B5EF4-FFF2-40B4-BE49-F238E27FC236}">
                <a16:creationId xmlns:a16="http://schemas.microsoft.com/office/drawing/2014/main" id="{EF507397-81FC-1826-03E1-EA764AF48535}"/>
              </a:ext>
            </a:extLst>
          </p:cNvPr>
          <p:cNvSpPr txBox="1"/>
          <p:nvPr/>
        </p:nvSpPr>
        <p:spPr>
          <a:xfrm>
            <a:off x="2448927" y="761587"/>
            <a:ext cx="369012" cy="369332"/>
          </a:xfrm>
          <a:prstGeom prst="rect">
            <a:avLst/>
          </a:prstGeom>
          <a:noFill/>
        </p:spPr>
        <p:txBody>
          <a:bodyPr wrap="none" rtlCol="0">
            <a:spAutoFit/>
          </a:bodyPr>
          <a:lstStyle/>
          <a:p>
            <a:r>
              <a:rPr lang="en-US" dirty="0">
                <a:solidFill>
                  <a:schemeClr val="accent1"/>
                </a:solidFill>
              </a:rPr>
              <a:t>®</a:t>
            </a:r>
          </a:p>
        </p:txBody>
      </p:sp>
      <p:sp>
        <p:nvSpPr>
          <p:cNvPr id="29" name="Content Placeholder 43">
            <a:extLst>
              <a:ext uri="{FF2B5EF4-FFF2-40B4-BE49-F238E27FC236}">
                <a16:creationId xmlns:a16="http://schemas.microsoft.com/office/drawing/2014/main" id="{758578F7-BCE8-84D5-57AF-E35D090F339E}"/>
              </a:ext>
            </a:extLst>
          </p:cNvPr>
          <p:cNvSpPr txBox="1">
            <a:spLocks/>
          </p:cNvSpPr>
          <p:nvPr/>
        </p:nvSpPr>
        <p:spPr>
          <a:xfrm>
            <a:off x="794130" y="1535984"/>
            <a:ext cx="6208628" cy="681285"/>
          </a:xfrm>
          <a:prstGeom prst="rect">
            <a:avLst/>
          </a:prstGeom>
        </p:spPr>
        <p:txBody>
          <a:bodyPr>
            <a:noAutofit/>
          </a:bodyPr>
          <a:lstStyle>
            <a:lvl1pPr marL="11113" indent="0" algn="l" defTabSz="914400" rtl="0" eaLnBrk="1" latinLnBrk="0" hangingPunct="1">
              <a:lnSpc>
                <a:spcPct val="90000"/>
              </a:lnSpc>
              <a:spcBef>
                <a:spcPts val="400"/>
              </a:spcBef>
              <a:buFont typeface="Arial" panose="020B0604020202020204" pitchFamily="34" charset="0"/>
              <a:buNone/>
              <a:tabLst/>
              <a:defRPr sz="25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11113" indent="0" algn="l" defTabSz="914400" rtl="0" eaLnBrk="1" latinLnBrk="0" hangingPunct="1">
              <a:lnSpc>
                <a:spcPts val="2000"/>
              </a:lnSpc>
              <a:spcBef>
                <a:spcPts val="500"/>
              </a:spcBef>
              <a:spcAft>
                <a:spcPts val="700"/>
              </a:spcAft>
              <a:buFont typeface="Arial" panose="020B0604020202020204" pitchFamily="34" charset="0"/>
              <a:buNone/>
              <a:tabLst/>
              <a:defRPr sz="1500" b="1" i="0" kern="1200" cap="all" baseline="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2pPr>
            <a:lvl3pPr marL="11113" indent="0" algn="l" defTabSz="914400" rtl="0" eaLnBrk="1" latinLnBrk="0" hangingPunct="1">
              <a:lnSpc>
                <a:spcPts val="2000"/>
              </a:lnSpc>
              <a:spcBef>
                <a:spcPts val="500"/>
              </a:spcBef>
              <a:spcAft>
                <a:spcPts val="500"/>
              </a:spcAft>
              <a:buFont typeface="Arial" panose="020B0604020202020204" pitchFamily="34" charset="0"/>
              <a:buNone/>
              <a:tabLst/>
              <a:defRPr sz="15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3pPr>
            <a:lvl4pPr marL="11113" indent="0" algn="l" defTabSz="914400" rtl="0" eaLnBrk="1" latinLnBrk="0" hangingPunct="1">
              <a:lnSpc>
                <a:spcPts val="1600"/>
              </a:lnSpc>
              <a:spcBef>
                <a:spcPts val="500"/>
              </a:spcBef>
              <a:spcAft>
                <a:spcPts val="500"/>
              </a:spcAft>
              <a:buFont typeface="Arial" panose="020B0604020202020204" pitchFamily="34" charset="0"/>
              <a:buNone/>
              <a:tabLst/>
              <a:defRPr sz="1100" b="0" i="0" kern="1200">
                <a:solidFill>
                  <a:schemeClr val="tx1"/>
                </a:solidFill>
                <a:latin typeface="+mn-lt"/>
                <a:ea typeface="Lato" panose="020F0502020204030203" pitchFamily="34" charset="0"/>
                <a:cs typeface="Lato" panose="020F0502020204030203" pitchFamily="34" charset="0"/>
              </a:defRPr>
            </a:lvl4pPr>
            <a:lvl5pPr marL="182563" indent="-171450" algn="l" defTabSz="914400" rtl="0" eaLnBrk="1" latinLnBrk="0" hangingPunct="1">
              <a:lnSpc>
                <a:spcPts val="1600"/>
              </a:lnSpc>
              <a:spcBef>
                <a:spcPts val="500"/>
              </a:spcBef>
              <a:buFont typeface="Arial" panose="020B0604020202020204" pitchFamily="34" charset="0"/>
              <a:buChar char="•"/>
              <a:tabLst/>
              <a:defRPr sz="1100" b="0" i="0" kern="1200">
                <a:solidFill>
                  <a:schemeClr val="tx1"/>
                </a:solidFill>
                <a:latin typeface="+mn-lt"/>
                <a:ea typeface="Lato Light" panose="020F0502020204030203" pitchFamily="34" charset="0"/>
                <a:cs typeface="Lato Light" panose="020F0502020204030203" pitchFamily="34" charset="0"/>
              </a:defRPr>
            </a:lvl5pPr>
            <a:lvl6pPr marL="9525" indent="0" algn="l" defTabSz="914400" rtl="0" eaLnBrk="1" latinLnBrk="0" hangingPunct="1">
              <a:lnSpc>
                <a:spcPts val="1600"/>
              </a:lnSpc>
              <a:spcBef>
                <a:spcPts val="500"/>
              </a:spcBef>
              <a:spcAft>
                <a:spcPts val="600"/>
              </a:spcAft>
              <a:buFont typeface="Arial" panose="020B0604020202020204" pitchFamily="34" charset="0"/>
              <a:buNone/>
              <a:tabLst/>
              <a:defRPr sz="1000" b="0" i="0" kern="1200">
                <a:solidFill>
                  <a:schemeClr val="tx1"/>
                </a:solidFill>
                <a:latin typeface="+mn-lt"/>
                <a:ea typeface="Lato Light" panose="020F0502020204030203" pitchFamily="34" charset="0"/>
                <a:cs typeface="Lato Light" panose="020F0502020204030203" pitchFamily="34" charset="0"/>
              </a:defRPr>
            </a:lvl6pPr>
            <a:lvl7pPr marL="176213" indent="-166688" algn="l" defTabSz="914400" rtl="0" eaLnBrk="1" latinLnBrk="0" hangingPunct="1">
              <a:lnSpc>
                <a:spcPct val="90000"/>
              </a:lnSpc>
              <a:spcBef>
                <a:spcPts val="500"/>
              </a:spcBef>
              <a:buFont typeface="Arial" panose="020B0604020202020204" pitchFamily="34" charset="0"/>
              <a:buChar char="•"/>
              <a:tabLst/>
              <a:defRPr sz="1000" b="0" i="0" kern="1200">
                <a:solidFill>
                  <a:schemeClr val="tx1"/>
                </a:solidFill>
                <a:latin typeface="+mn-lt"/>
                <a:ea typeface="Lato Light" panose="020F0502020204030203" pitchFamily="34" charset="0"/>
                <a:cs typeface="Lato Light" panose="020F0502020204030203" pitchFamily="34" charset="0"/>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sz="1200" dirty="0">
                <a:solidFill>
                  <a:schemeClr val="bg1">
                    <a:lumMod val="50000"/>
                  </a:schemeClr>
                </a:solidFill>
              </a:rPr>
              <a:t>This software simplifies the entire management process, giving clients the confidence on their business policies being integrated into daily workflows across their properties.</a:t>
            </a:r>
          </a:p>
        </p:txBody>
      </p:sp>
      <p:sp>
        <p:nvSpPr>
          <p:cNvPr id="30" name="Content Placeholder 10">
            <a:extLst>
              <a:ext uri="{FF2B5EF4-FFF2-40B4-BE49-F238E27FC236}">
                <a16:creationId xmlns:a16="http://schemas.microsoft.com/office/drawing/2014/main" id="{13614B6A-C363-0422-E621-E1C9F2CC8EDB}"/>
              </a:ext>
            </a:extLst>
          </p:cNvPr>
          <p:cNvSpPr txBox="1">
            <a:spLocks/>
          </p:cNvSpPr>
          <p:nvPr/>
        </p:nvSpPr>
        <p:spPr>
          <a:xfrm>
            <a:off x="806224" y="4473545"/>
            <a:ext cx="3557588" cy="681287"/>
          </a:xfrm>
          <a:prstGeom prst="rect">
            <a:avLst/>
          </a:prstGeom>
        </p:spPr>
        <p:txBody>
          <a:bodyPr vert="horz" lIns="91440" tIns="45720" rIns="91440" bIns="45720" rtlCol="0">
            <a:normAutofit/>
          </a:bodyPr>
          <a:lstStyle>
            <a:lvl1pPr marL="11113" indent="0" algn="l" defTabSz="914400" rtl="0" eaLnBrk="1" latinLnBrk="0" hangingPunct="1">
              <a:lnSpc>
                <a:spcPct val="90000"/>
              </a:lnSpc>
              <a:spcBef>
                <a:spcPts val="400"/>
              </a:spcBef>
              <a:buFont typeface="Arial" panose="020B0604020202020204" pitchFamily="34" charset="0"/>
              <a:buNone/>
              <a:tabLst/>
              <a:defRPr sz="25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11113" indent="0" algn="l" defTabSz="914400" rtl="0" eaLnBrk="1" latinLnBrk="0" hangingPunct="1">
              <a:lnSpc>
                <a:spcPts val="2000"/>
              </a:lnSpc>
              <a:spcBef>
                <a:spcPts val="500"/>
              </a:spcBef>
              <a:spcAft>
                <a:spcPts val="700"/>
              </a:spcAft>
              <a:buFont typeface="Arial" panose="020B0604020202020204" pitchFamily="34" charset="0"/>
              <a:buNone/>
              <a:tabLst/>
              <a:defRPr sz="1500" b="1" i="0" kern="1200" cap="all" baseline="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2pPr>
            <a:lvl3pPr marL="11113" indent="0" algn="l" defTabSz="914400" rtl="0" eaLnBrk="1" latinLnBrk="0" hangingPunct="1">
              <a:lnSpc>
                <a:spcPts val="2000"/>
              </a:lnSpc>
              <a:spcBef>
                <a:spcPts val="500"/>
              </a:spcBef>
              <a:spcAft>
                <a:spcPts val="500"/>
              </a:spcAft>
              <a:buFont typeface="Arial" panose="020B0604020202020204" pitchFamily="34" charset="0"/>
              <a:buNone/>
              <a:tabLst/>
              <a:defRPr sz="15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3pPr>
            <a:lvl4pPr marL="11113" indent="0" algn="l" defTabSz="914400" rtl="0" eaLnBrk="1" latinLnBrk="0" hangingPunct="1">
              <a:lnSpc>
                <a:spcPts val="1600"/>
              </a:lnSpc>
              <a:spcBef>
                <a:spcPts val="500"/>
              </a:spcBef>
              <a:spcAft>
                <a:spcPts val="500"/>
              </a:spcAft>
              <a:buFont typeface="Arial" panose="020B0604020202020204" pitchFamily="34" charset="0"/>
              <a:buNone/>
              <a:tabLst/>
              <a:defRPr sz="1100" b="0" i="0" kern="1200">
                <a:solidFill>
                  <a:schemeClr val="tx1"/>
                </a:solidFill>
                <a:latin typeface="+mn-lt"/>
                <a:ea typeface="Lato" panose="020F0502020204030203" pitchFamily="34" charset="0"/>
                <a:cs typeface="Lato" panose="020F0502020204030203" pitchFamily="34" charset="0"/>
              </a:defRPr>
            </a:lvl4pPr>
            <a:lvl5pPr marL="182563" indent="-171450" algn="l" defTabSz="914400" rtl="0" eaLnBrk="1" latinLnBrk="0" hangingPunct="1">
              <a:lnSpc>
                <a:spcPts val="1600"/>
              </a:lnSpc>
              <a:spcBef>
                <a:spcPts val="500"/>
              </a:spcBef>
              <a:buFont typeface="Arial" panose="020B0604020202020204" pitchFamily="34" charset="0"/>
              <a:buChar char="•"/>
              <a:tabLst/>
              <a:defRPr sz="1100" b="0" i="0" kern="1200">
                <a:solidFill>
                  <a:schemeClr val="tx1"/>
                </a:solidFill>
                <a:latin typeface="+mn-lt"/>
                <a:ea typeface="Lato Light" panose="020F0502020204030203" pitchFamily="34" charset="0"/>
                <a:cs typeface="Lato Light" panose="020F0502020204030203" pitchFamily="34" charset="0"/>
              </a:defRPr>
            </a:lvl5pPr>
            <a:lvl6pPr marL="9525" indent="0" algn="l" defTabSz="914400" rtl="0" eaLnBrk="1" latinLnBrk="0" hangingPunct="1">
              <a:lnSpc>
                <a:spcPts val="1600"/>
              </a:lnSpc>
              <a:spcBef>
                <a:spcPts val="500"/>
              </a:spcBef>
              <a:spcAft>
                <a:spcPts val="600"/>
              </a:spcAft>
              <a:buFont typeface="Arial" panose="020B0604020202020204" pitchFamily="34" charset="0"/>
              <a:buNone/>
              <a:tabLst/>
              <a:defRPr sz="1000" b="0" i="0" kern="1200">
                <a:solidFill>
                  <a:schemeClr val="tx1"/>
                </a:solidFill>
                <a:latin typeface="+mn-lt"/>
                <a:ea typeface="Lato Light" panose="020F0502020204030203" pitchFamily="34" charset="0"/>
                <a:cs typeface="Lato Light" panose="020F0502020204030203" pitchFamily="34" charset="0"/>
              </a:defRPr>
            </a:lvl6pPr>
            <a:lvl7pPr marL="176213" indent="-166688" algn="l" defTabSz="914400" rtl="0" eaLnBrk="1" latinLnBrk="0" hangingPunct="1">
              <a:lnSpc>
                <a:spcPct val="90000"/>
              </a:lnSpc>
              <a:spcBef>
                <a:spcPts val="500"/>
              </a:spcBef>
              <a:buFont typeface="Arial" panose="020B0604020202020204" pitchFamily="34" charset="0"/>
              <a:buChar char="•"/>
              <a:tabLst/>
              <a:defRPr sz="1000" b="0" i="0" kern="1200">
                <a:solidFill>
                  <a:schemeClr val="tx1"/>
                </a:solidFill>
                <a:latin typeface="+mn-lt"/>
                <a:ea typeface="Lato Light" panose="020F0502020204030203" pitchFamily="34" charset="0"/>
                <a:cs typeface="Lato Light" panose="020F0502020204030203" pitchFamily="34" charset="0"/>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a:r>
              <a:rPr lang="en-US" sz="2800" dirty="0">
                <a:solidFill>
                  <a:schemeClr val="tx2">
                    <a:lumMod val="50000"/>
                  </a:schemeClr>
                </a:solidFill>
              </a:rPr>
              <a:t>OneSite Affordable</a:t>
            </a:r>
          </a:p>
        </p:txBody>
      </p:sp>
      <p:sp>
        <p:nvSpPr>
          <p:cNvPr id="31" name="Content Placeholder 10">
            <a:extLst>
              <a:ext uri="{FF2B5EF4-FFF2-40B4-BE49-F238E27FC236}">
                <a16:creationId xmlns:a16="http://schemas.microsoft.com/office/drawing/2014/main" id="{DD6464F5-7734-FEA9-BBFB-BF46BFEA899A}"/>
              </a:ext>
            </a:extLst>
          </p:cNvPr>
          <p:cNvSpPr txBox="1">
            <a:spLocks/>
          </p:cNvSpPr>
          <p:nvPr/>
        </p:nvSpPr>
        <p:spPr>
          <a:xfrm>
            <a:off x="6089737" y="2779423"/>
            <a:ext cx="3557588" cy="494667"/>
          </a:xfrm>
          <a:prstGeom prst="rect">
            <a:avLst/>
          </a:prstGeom>
        </p:spPr>
        <p:txBody>
          <a:bodyPr vert="horz" lIns="91440" tIns="45720" rIns="91440" bIns="45720" rtlCol="0">
            <a:normAutofit/>
          </a:bodyPr>
          <a:lstStyle>
            <a:lvl1pPr marL="11113" indent="0" algn="l" defTabSz="914400" rtl="0" eaLnBrk="1" latinLnBrk="0" hangingPunct="1">
              <a:lnSpc>
                <a:spcPct val="90000"/>
              </a:lnSpc>
              <a:spcBef>
                <a:spcPts val="400"/>
              </a:spcBef>
              <a:buFont typeface="Arial" panose="020B0604020202020204" pitchFamily="34" charset="0"/>
              <a:buNone/>
              <a:tabLst/>
              <a:defRPr sz="25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11113" indent="0" algn="l" defTabSz="914400" rtl="0" eaLnBrk="1" latinLnBrk="0" hangingPunct="1">
              <a:lnSpc>
                <a:spcPts val="2000"/>
              </a:lnSpc>
              <a:spcBef>
                <a:spcPts val="500"/>
              </a:spcBef>
              <a:spcAft>
                <a:spcPts val="700"/>
              </a:spcAft>
              <a:buFont typeface="Arial" panose="020B0604020202020204" pitchFamily="34" charset="0"/>
              <a:buNone/>
              <a:tabLst/>
              <a:defRPr sz="1500" b="1" i="0" kern="1200" cap="all" baseline="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2pPr>
            <a:lvl3pPr marL="11113" indent="0" algn="l" defTabSz="914400" rtl="0" eaLnBrk="1" latinLnBrk="0" hangingPunct="1">
              <a:lnSpc>
                <a:spcPts val="2000"/>
              </a:lnSpc>
              <a:spcBef>
                <a:spcPts val="500"/>
              </a:spcBef>
              <a:spcAft>
                <a:spcPts val="500"/>
              </a:spcAft>
              <a:buFont typeface="Arial" panose="020B0604020202020204" pitchFamily="34" charset="0"/>
              <a:buNone/>
              <a:tabLst/>
              <a:defRPr sz="15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3pPr>
            <a:lvl4pPr marL="11113" indent="0" algn="l" defTabSz="914400" rtl="0" eaLnBrk="1" latinLnBrk="0" hangingPunct="1">
              <a:lnSpc>
                <a:spcPts val="1600"/>
              </a:lnSpc>
              <a:spcBef>
                <a:spcPts val="500"/>
              </a:spcBef>
              <a:spcAft>
                <a:spcPts val="500"/>
              </a:spcAft>
              <a:buFont typeface="Arial" panose="020B0604020202020204" pitchFamily="34" charset="0"/>
              <a:buNone/>
              <a:tabLst/>
              <a:defRPr sz="1100" b="0" i="0" kern="1200">
                <a:solidFill>
                  <a:schemeClr val="tx1"/>
                </a:solidFill>
                <a:latin typeface="+mn-lt"/>
                <a:ea typeface="Lato" panose="020F0502020204030203" pitchFamily="34" charset="0"/>
                <a:cs typeface="Lato" panose="020F0502020204030203" pitchFamily="34" charset="0"/>
              </a:defRPr>
            </a:lvl4pPr>
            <a:lvl5pPr marL="182563" indent="-171450" algn="l" defTabSz="914400" rtl="0" eaLnBrk="1" latinLnBrk="0" hangingPunct="1">
              <a:lnSpc>
                <a:spcPts val="1600"/>
              </a:lnSpc>
              <a:spcBef>
                <a:spcPts val="500"/>
              </a:spcBef>
              <a:buFont typeface="Arial" panose="020B0604020202020204" pitchFamily="34" charset="0"/>
              <a:buChar char="•"/>
              <a:tabLst/>
              <a:defRPr sz="1100" b="0" i="0" kern="1200">
                <a:solidFill>
                  <a:schemeClr val="tx1"/>
                </a:solidFill>
                <a:latin typeface="+mn-lt"/>
                <a:ea typeface="Lato Light" panose="020F0502020204030203" pitchFamily="34" charset="0"/>
                <a:cs typeface="Lato Light" panose="020F0502020204030203" pitchFamily="34" charset="0"/>
              </a:defRPr>
            </a:lvl5pPr>
            <a:lvl6pPr marL="9525" indent="0" algn="l" defTabSz="914400" rtl="0" eaLnBrk="1" latinLnBrk="0" hangingPunct="1">
              <a:lnSpc>
                <a:spcPts val="1600"/>
              </a:lnSpc>
              <a:spcBef>
                <a:spcPts val="500"/>
              </a:spcBef>
              <a:spcAft>
                <a:spcPts val="600"/>
              </a:spcAft>
              <a:buFont typeface="Arial" panose="020B0604020202020204" pitchFamily="34" charset="0"/>
              <a:buNone/>
              <a:tabLst/>
              <a:defRPr sz="1000" b="0" i="0" kern="1200">
                <a:solidFill>
                  <a:schemeClr val="tx1"/>
                </a:solidFill>
                <a:latin typeface="+mn-lt"/>
                <a:ea typeface="Lato Light" panose="020F0502020204030203" pitchFamily="34" charset="0"/>
                <a:cs typeface="Lato Light" panose="020F0502020204030203" pitchFamily="34" charset="0"/>
              </a:defRPr>
            </a:lvl6pPr>
            <a:lvl7pPr marL="176213" indent="-166688" algn="l" defTabSz="914400" rtl="0" eaLnBrk="1" latinLnBrk="0" hangingPunct="1">
              <a:lnSpc>
                <a:spcPct val="90000"/>
              </a:lnSpc>
              <a:spcBef>
                <a:spcPts val="500"/>
              </a:spcBef>
              <a:buFont typeface="Arial" panose="020B0604020202020204" pitchFamily="34" charset="0"/>
              <a:buChar char="•"/>
              <a:tabLst/>
              <a:defRPr sz="1000" b="0" i="0" kern="1200">
                <a:solidFill>
                  <a:schemeClr val="tx1"/>
                </a:solidFill>
                <a:latin typeface="+mn-lt"/>
                <a:ea typeface="Lato Light" panose="020F0502020204030203" pitchFamily="34" charset="0"/>
                <a:cs typeface="Lato Light" panose="020F0502020204030203" pitchFamily="34" charset="0"/>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a:r>
              <a:rPr lang="en-US" sz="2800" dirty="0">
                <a:solidFill>
                  <a:schemeClr val="tx2">
                    <a:lumMod val="50000"/>
                  </a:schemeClr>
                </a:solidFill>
              </a:rPr>
              <a:t>Rent Stabilization</a:t>
            </a:r>
          </a:p>
        </p:txBody>
      </p:sp>
      <p:sp>
        <p:nvSpPr>
          <p:cNvPr id="32" name="Content Placeholder 10">
            <a:extLst>
              <a:ext uri="{FF2B5EF4-FFF2-40B4-BE49-F238E27FC236}">
                <a16:creationId xmlns:a16="http://schemas.microsoft.com/office/drawing/2014/main" id="{D317BD61-EC59-8644-0D61-F936DD332919}"/>
              </a:ext>
            </a:extLst>
          </p:cNvPr>
          <p:cNvSpPr txBox="1">
            <a:spLocks/>
          </p:cNvSpPr>
          <p:nvPr/>
        </p:nvSpPr>
        <p:spPr>
          <a:xfrm>
            <a:off x="6085606" y="3982833"/>
            <a:ext cx="3557588" cy="494667"/>
          </a:xfrm>
          <a:prstGeom prst="rect">
            <a:avLst/>
          </a:prstGeom>
        </p:spPr>
        <p:txBody>
          <a:bodyPr vert="horz" lIns="91440" tIns="45720" rIns="91440" bIns="45720" rtlCol="0">
            <a:normAutofit/>
          </a:bodyPr>
          <a:lstStyle>
            <a:lvl1pPr marL="11113" indent="0" algn="l" defTabSz="914400" rtl="0" eaLnBrk="1" latinLnBrk="0" hangingPunct="1">
              <a:lnSpc>
                <a:spcPct val="90000"/>
              </a:lnSpc>
              <a:spcBef>
                <a:spcPts val="400"/>
              </a:spcBef>
              <a:buFont typeface="Arial" panose="020B0604020202020204" pitchFamily="34" charset="0"/>
              <a:buNone/>
              <a:tabLst/>
              <a:defRPr sz="25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11113" indent="0" algn="l" defTabSz="914400" rtl="0" eaLnBrk="1" latinLnBrk="0" hangingPunct="1">
              <a:lnSpc>
                <a:spcPts val="2000"/>
              </a:lnSpc>
              <a:spcBef>
                <a:spcPts val="500"/>
              </a:spcBef>
              <a:spcAft>
                <a:spcPts val="700"/>
              </a:spcAft>
              <a:buFont typeface="Arial" panose="020B0604020202020204" pitchFamily="34" charset="0"/>
              <a:buNone/>
              <a:tabLst/>
              <a:defRPr sz="1500" b="1" i="0" kern="1200" cap="all" baseline="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2pPr>
            <a:lvl3pPr marL="11113" indent="0" algn="l" defTabSz="914400" rtl="0" eaLnBrk="1" latinLnBrk="0" hangingPunct="1">
              <a:lnSpc>
                <a:spcPts val="2000"/>
              </a:lnSpc>
              <a:spcBef>
                <a:spcPts val="500"/>
              </a:spcBef>
              <a:spcAft>
                <a:spcPts val="500"/>
              </a:spcAft>
              <a:buFont typeface="Arial" panose="020B0604020202020204" pitchFamily="34" charset="0"/>
              <a:buNone/>
              <a:tabLst/>
              <a:defRPr sz="15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3pPr>
            <a:lvl4pPr marL="11113" indent="0" algn="l" defTabSz="914400" rtl="0" eaLnBrk="1" latinLnBrk="0" hangingPunct="1">
              <a:lnSpc>
                <a:spcPts val="1600"/>
              </a:lnSpc>
              <a:spcBef>
                <a:spcPts val="500"/>
              </a:spcBef>
              <a:spcAft>
                <a:spcPts val="500"/>
              </a:spcAft>
              <a:buFont typeface="Arial" panose="020B0604020202020204" pitchFamily="34" charset="0"/>
              <a:buNone/>
              <a:tabLst/>
              <a:defRPr sz="1100" b="0" i="0" kern="1200">
                <a:solidFill>
                  <a:schemeClr val="tx1"/>
                </a:solidFill>
                <a:latin typeface="+mn-lt"/>
                <a:ea typeface="Lato" panose="020F0502020204030203" pitchFamily="34" charset="0"/>
                <a:cs typeface="Lato" panose="020F0502020204030203" pitchFamily="34" charset="0"/>
              </a:defRPr>
            </a:lvl4pPr>
            <a:lvl5pPr marL="182563" indent="-171450" algn="l" defTabSz="914400" rtl="0" eaLnBrk="1" latinLnBrk="0" hangingPunct="1">
              <a:lnSpc>
                <a:spcPts val="1600"/>
              </a:lnSpc>
              <a:spcBef>
                <a:spcPts val="500"/>
              </a:spcBef>
              <a:buFont typeface="Arial" panose="020B0604020202020204" pitchFamily="34" charset="0"/>
              <a:buChar char="•"/>
              <a:tabLst/>
              <a:defRPr sz="1100" b="0" i="0" kern="1200">
                <a:solidFill>
                  <a:schemeClr val="tx1"/>
                </a:solidFill>
                <a:latin typeface="+mn-lt"/>
                <a:ea typeface="Lato Light" panose="020F0502020204030203" pitchFamily="34" charset="0"/>
                <a:cs typeface="Lato Light" panose="020F0502020204030203" pitchFamily="34" charset="0"/>
              </a:defRPr>
            </a:lvl5pPr>
            <a:lvl6pPr marL="9525" indent="0" algn="l" defTabSz="914400" rtl="0" eaLnBrk="1" latinLnBrk="0" hangingPunct="1">
              <a:lnSpc>
                <a:spcPts val="1600"/>
              </a:lnSpc>
              <a:spcBef>
                <a:spcPts val="500"/>
              </a:spcBef>
              <a:spcAft>
                <a:spcPts val="600"/>
              </a:spcAft>
              <a:buFont typeface="Arial" panose="020B0604020202020204" pitchFamily="34" charset="0"/>
              <a:buNone/>
              <a:tabLst/>
              <a:defRPr sz="1000" b="0" i="0" kern="1200">
                <a:solidFill>
                  <a:schemeClr val="tx1"/>
                </a:solidFill>
                <a:latin typeface="+mn-lt"/>
                <a:ea typeface="Lato Light" panose="020F0502020204030203" pitchFamily="34" charset="0"/>
                <a:cs typeface="Lato Light" panose="020F0502020204030203" pitchFamily="34" charset="0"/>
              </a:defRPr>
            </a:lvl6pPr>
            <a:lvl7pPr marL="176213" indent="-166688" algn="l" defTabSz="914400" rtl="0" eaLnBrk="1" latinLnBrk="0" hangingPunct="1">
              <a:lnSpc>
                <a:spcPct val="90000"/>
              </a:lnSpc>
              <a:spcBef>
                <a:spcPts val="500"/>
              </a:spcBef>
              <a:buFont typeface="Arial" panose="020B0604020202020204" pitchFamily="34" charset="0"/>
              <a:buChar char="•"/>
              <a:tabLst/>
              <a:defRPr sz="1000" b="0" i="0" kern="1200">
                <a:solidFill>
                  <a:schemeClr val="tx1"/>
                </a:solidFill>
                <a:latin typeface="+mn-lt"/>
                <a:ea typeface="Lato Light" panose="020F0502020204030203" pitchFamily="34" charset="0"/>
                <a:cs typeface="Lato Light" panose="020F0502020204030203" pitchFamily="34" charset="0"/>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a:r>
              <a:rPr lang="en-US" sz="2800" dirty="0">
                <a:solidFill>
                  <a:schemeClr val="tx2">
                    <a:lumMod val="50000"/>
                  </a:schemeClr>
                </a:solidFill>
              </a:rPr>
              <a:t>Senior Living</a:t>
            </a:r>
          </a:p>
        </p:txBody>
      </p:sp>
      <p:sp>
        <p:nvSpPr>
          <p:cNvPr id="33" name="Content Placeholder 10">
            <a:extLst>
              <a:ext uri="{FF2B5EF4-FFF2-40B4-BE49-F238E27FC236}">
                <a16:creationId xmlns:a16="http://schemas.microsoft.com/office/drawing/2014/main" id="{84E17F50-2146-10C8-05ED-34F52F8FA2F9}"/>
              </a:ext>
            </a:extLst>
          </p:cNvPr>
          <p:cNvSpPr txBox="1">
            <a:spLocks/>
          </p:cNvSpPr>
          <p:nvPr/>
        </p:nvSpPr>
        <p:spPr>
          <a:xfrm>
            <a:off x="6085606" y="5169346"/>
            <a:ext cx="3557588" cy="494667"/>
          </a:xfrm>
          <a:prstGeom prst="rect">
            <a:avLst/>
          </a:prstGeom>
        </p:spPr>
        <p:txBody>
          <a:bodyPr vert="horz" lIns="91440" tIns="45720" rIns="91440" bIns="45720" rtlCol="0">
            <a:normAutofit/>
          </a:bodyPr>
          <a:lstStyle>
            <a:lvl1pPr marL="11113" indent="0" algn="l" defTabSz="914400" rtl="0" eaLnBrk="1" latinLnBrk="0" hangingPunct="1">
              <a:lnSpc>
                <a:spcPct val="90000"/>
              </a:lnSpc>
              <a:spcBef>
                <a:spcPts val="400"/>
              </a:spcBef>
              <a:buFont typeface="Arial" panose="020B0604020202020204" pitchFamily="34" charset="0"/>
              <a:buNone/>
              <a:tabLst/>
              <a:defRPr sz="25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11113" indent="0" algn="l" defTabSz="914400" rtl="0" eaLnBrk="1" latinLnBrk="0" hangingPunct="1">
              <a:lnSpc>
                <a:spcPts val="2000"/>
              </a:lnSpc>
              <a:spcBef>
                <a:spcPts val="500"/>
              </a:spcBef>
              <a:spcAft>
                <a:spcPts val="700"/>
              </a:spcAft>
              <a:buFont typeface="Arial" panose="020B0604020202020204" pitchFamily="34" charset="0"/>
              <a:buNone/>
              <a:tabLst/>
              <a:defRPr sz="1500" b="1" i="0" kern="1200" cap="all" baseline="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2pPr>
            <a:lvl3pPr marL="11113" indent="0" algn="l" defTabSz="914400" rtl="0" eaLnBrk="1" latinLnBrk="0" hangingPunct="1">
              <a:lnSpc>
                <a:spcPts val="2000"/>
              </a:lnSpc>
              <a:spcBef>
                <a:spcPts val="500"/>
              </a:spcBef>
              <a:spcAft>
                <a:spcPts val="500"/>
              </a:spcAft>
              <a:buFont typeface="Arial" panose="020B0604020202020204" pitchFamily="34" charset="0"/>
              <a:buNone/>
              <a:tabLst/>
              <a:defRPr sz="15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3pPr>
            <a:lvl4pPr marL="11113" indent="0" algn="l" defTabSz="914400" rtl="0" eaLnBrk="1" latinLnBrk="0" hangingPunct="1">
              <a:lnSpc>
                <a:spcPts val="1600"/>
              </a:lnSpc>
              <a:spcBef>
                <a:spcPts val="500"/>
              </a:spcBef>
              <a:spcAft>
                <a:spcPts val="500"/>
              </a:spcAft>
              <a:buFont typeface="Arial" panose="020B0604020202020204" pitchFamily="34" charset="0"/>
              <a:buNone/>
              <a:tabLst/>
              <a:defRPr sz="1100" b="0" i="0" kern="1200">
                <a:solidFill>
                  <a:schemeClr val="tx1"/>
                </a:solidFill>
                <a:latin typeface="+mn-lt"/>
                <a:ea typeface="Lato" panose="020F0502020204030203" pitchFamily="34" charset="0"/>
                <a:cs typeface="Lato" panose="020F0502020204030203" pitchFamily="34" charset="0"/>
              </a:defRPr>
            </a:lvl4pPr>
            <a:lvl5pPr marL="182563" indent="-171450" algn="l" defTabSz="914400" rtl="0" eaLnBrk="1" latinLnBrk="0" hangingPunct="1">
              <a:lnSpc>
                <a:spcPts val="1600"/>
              </a:lnSpc>
              <a:spcBef>
                <a:spcPts val="500"/>
              </a:spcBef>
              <a:buFont typeface="Arial" panose="020B0604020202020204" pitchFamily="34" charset="0"/>
              <a:buChar char="•"/>
              <a:tabLst/>
              <a:defRPr sz="1100" b="0" i="0" kern="1200">
                <a:solidFill>
                  <a:schemeClr val="tx1"/>
                </a:solidFill>
                <a:latin typeface="+mn-lt"/>
                <a:ea typeface="Lato Light" panose="020F0502020204030203" pitchFamily="34" charset="0"/>
                <a:cs typeface="Lato Light" panose="020F0502020204030203" pitchFamily="34" charset="0"/>
              </a:defRPr>
            </a:lvl5pPr>
            <a:lvl6pPr marL="9525" indent="0" algn="l" defTabSz="914400" rtl="0" eaLnBrk="1" latinLnBrk="0" hangingPunct="1">
              <a:lnSpc>
                <a:spcPts val="1600"/>
              </a:lnSpc>
              <a:spcBef>
                <a:spcPts val="500"/>
              </a:spcBef>
              <a:spcAft>
                <a:spcPts val="600"/>
              </a:spcAft>
              <a:buFont typeface="Arial" panose="020B0604020202020204" pitchFamily="34" charset="0"/>
              <a:buNone/>
              <a:tabLst/>
              <a:defRPr sz="1000" b="0" i="0" kern="1200">
                <a:solidFill>
                  <a:schemeClr val="tx1"/>
                </a:solidFill>
                <a:latin typeface="+mn-lt"/>
                <a:ea typeface="Lato Light" panose="020F0502020204030203" pitchFamily="34" charset="0"/>
                <a:cs typeface="Lato Light" panose="020F0502020204030203" pitchFamily="34" charset="0"/>
              </a:defRPr>
            </a:lvl6pPr>
            <a:lvl7pPr marL="176213" indent="-166688" algn="l" defTabSz="914400" rtl="0" eaLnBrk="1" latinLnBrk="0" hangingPunct="1">
              <a:lnSpc>
                <a:spcPct val="90000"/>
              </a:lnSpc>
              <a:spcBef>
                <a:spcPts val="500"/>
              </a:spcBef>
              <a:buFont typeface="Arial" panose="020B0604020202020204" pitchFamily="34" charset="0"/>
              <a:buChar char="•"/>
              <a:tabLst/>
              <a:defRPr sz="1000" b="0" i="0" kern="1200">
                <a:solidFill>
                  <a:schemeClr val="tx1"/>
                </a:solidFill>
                <a:latin typeface="+mn-lt"/>
                <a:ea typeface="Lato Light" panose="020F0502020204030203" pitchFamily="34" charset="0"/>
                <a:cs typeface="Lato Light" panose="020F0502020204030203" pitchFamily="34" charset="0"/>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a:r>
              <a:rPr lang="en-US" sz="2800" dirty="0">
                <a:solidFill>
                  <a:schemeClr val="tx2">
                    <a:lumMod val="50000"/>
                  </a:schemeClr>
                </a:solidFill>
              </a:rPr>
              <a:t>Student Living</a:t>
            </a:r>
          </a:p>
        </p:txBody>
      </p:sp>
      <p:sp>
        <p:nvSpPr>
          <p:cNvPr id="34" name="Content Placeholder 43">
            <a:extLst>
              <a:ext uri="{FF2B5EF4-FFF2-40B4-BE49-F238E27FC236}">
                <a16:creationId xmlns:a16="http://schemas.microsoft.com/office/drawing/2014/main" id="{A3FA2CDE-5AE0-A46C-386D-D89F61965B18}"/>
              </a:ext>
            </a:extLst>
          </p:cNvPr>
          <p:cNvSpPr txBox="1">
            <a:spLocks/>
          </p:cNvSpPr>
          <p:nvPr/>
        </p:nvSpPr>
        <p:spPr>
          <a:xfrm>
            <a:off x="806224" y="3138015"/>
            <a:ext cx="4184271" cy="1102722"/>
          </a:xfrm>
          <a:prstGeom prst="rect">
            <a:avLst/>
          </a:prstGeom>
        </p:spPr>
        <p:txBody>
          <a:bodyPr>
            <a:noAutofit/>
          </a:bodyPr>
          <a:lstStyle>
            <a:lvl1pPr marL="11113" indent="0" algn="l" defTabSz="914400" rtl="0" eaLnBrk="1" latinLnBrk="0" hangingPunct="1">
              <a:lnSpc>
                <a:spcPct val="90000"/>
              </a:lnSpc>
              <a:spcBef>
                <a:spcPts val="400"/>
              </a:spcBef>
              <a:buFont typeface="Arial" panose="020B0604020202020204" pitchFamily="34" charset="0"/>
              <a:buNone/>
              <a:tabLst/>
              <a:defRPr sz="25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11113" indent="0" algn="l" defTabSz="914400" rtl="0" eaLnBrk="1" latinLnBrk="0" hangingPunct="1">
              <a:lnSpc>
                <a:spcPts val="2000"/>
              </a:lnSpc>
              <a:spcBef>
                <a:spcPts val="500"/>
              </a:spcBef>
              <a:spcAft>
                <a:spcPts val="700"/>
              </a:spcAft>
              <a:buFont typeface="Arial" panose="020B0604020202020204" pitchFamily="34" charset="0"/>
              <a:buNone/>
              <a:tabLst/>
              <a:defRPr sz="1500" b="1" i="0" kern="1200" cap="all" baseline="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2pPr>
            <a:lvl3pPr marL="11113" indent="0" algn="l" defTabSz="914400" rtl="0" eaLnBrk="1" latinLnBrk="0" hangingPunct="1">
              <a:lnSpc>
                <a:spcPts val="2000"/>
              </a:lnSpc>
              <a:spcBef>
                <a:spcPts val="500"/>
              </a:spcBef>
              <a:spcAft>
                <a:spcPts val="500"/>
              </a:spcAft>
              <a:buFont typeface="Arial" panose="020B0604020202020204" pitchFamily="34" charset="0"/>
              <a:buNone/>
              <a:tabLst/>
              <a:defRPr sz="15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3pPr>
            <a:lvl4pPr marL="11113" indent="0" algn="l" defTabSz="914400" rtl="0" eaLnBrk="1" latinLnBrk="0" hangingPunct="1">
              <a:lnSpc>
                <a:spcPts val="1600"/>
              </a:lnSpc>
              <a:spcBef>
                <a:spcPts val="500"/>
              </a:spcBef>
              <a:spcAft>
                <a:spcPts val="500"/>
              </a:spcAft>
              <a:buFont typeface="Arial" panose="020B0604020202020204" pitchFamily="34" charset="0"/>
              <a:buNone/>
              <a:tabLst/>
              <a:defRPr sz="1100" b="0" i="0" kern="1200">
                <a:solidFill>
                  <a:schemeClr val="tx1"/>
                </a:solidFill>
                <a:latin typeface="+mn-lt"/>
                <a:ea typeface="Lato" panose="020F0502020204030203" pitchFamily="34" charset="0"/>
                <a:cs typeface="Lato" panose="020F0502020204030203" pitchFamily="34" charset="0"/>
              </a:defRPr>
            </a:lvl4pPr>
            <a:lvl5pPr marL="182563" indent="-171450" algn="l" defTabSz="914400" rtl="0" eaLnBrk="1" latinLnBrk="0" hangingPunct="1">
              <a:lnSpc>
                <a:spcPts val="1600"/>
              </a:lnSpc>
              <a:spcBef>
                <a:spcPts val="500"/>
              </a:spcBef>
              <a:buFont typeface="Arial" panose="020B0604020202020204" pitchFamily="34" charset="0"/>
              <a:buChar char="•"/>
              <a:tabLst/>
              <a:defRPr sz="1100" b="0" i="0" kern="1200">
                <a:solidFill>
                  <a:schemeClr val="tx1"/>
                </a:solidFill>
                <a:latin typeface="+mn-lt"/>
                <a:ea typeface="Lato Light" panose="020F0502020204030203" pitchFamily="34" charset="0"/>
                <a:cs typeface="Lato Light" panose="020F0502020204030203" pitchFamily="34" charset="0"/>
              </a:defRPr>
            </a:lvl5pPr>
            <a:lvl6pPr marL="9525" indent="0" algn="l" defTabSz="914400" rtl="0" eaLnBrk="1" latinLnBrk="0" hangingPunct="1">
              <a:lnSpc>
                <a:spcPts val="1600"/>
              </a:lnSpc>
              <a:spcBef>
                <a:spcPts val="500"/>
              </a:spcBef>
              <a:spcAft>
                <a:spcPts val="600"/>
              </a:spcAft>
              <a:buFont typeface="Arial" panose="020B0604020202020204" pitchFamily="34" charset="0"/>
              <a:buNone/>
              <a:tabLst/>
              <a:defRPr sz="1000" b="0" i="0" kern="1200">
                <a:solidFill>
                  <a:schemeClr val="tx1"/>
                </a:solidFill>
                <a:latin typeface="+mn-lt"/>
                <a:ea typeface="Lato Light" panose="020F0502020204030203" pitchFamily="34" charset="0"/>
                <a:cs typeface="Lato Light" panose="020F0502020204030203" pitchFamily="34" charset="0"/>
              </a:defRPr>
            </a:lvl6pPr>
            <a:lvl7pPr marL="176213" indent="-166688" algn="l" defTabSz="914400" rtl="0" eaLnBrk="1" latinLnBrk="0" hangingPunct="1">
              <a:lnSpc>
                <a:spcPct val="90000"/>
              </a:lnSpc>
              <a:spcBef>
                <a:spcPts val="500"/>
              </a:spcBef>
              <a:buFont typeface="Arial" panose="020B0604020202020204" pitchFamily="34" charset="0"/>
              <a:buChar char="•"/>
              <a:tabLst/>
              <a:defRPr sz="1000" b="0" i="0" kern="1200">
                <a:solidFill>
                  <a:schemeClr val="tx1"/>
                </a:solidFill>
                <a:latin typeface="+mn-lt"/>
                <a:ea typeface="Lato Light" panose="020F0502020204030203" pitchFamily="34" charset="0"/>
                <a:cs typeface="Lato Light" panose="020F0502020204030203" pitchFamily="34" charset="0"/>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sz="1200" dirty="0">
                <a:solidFill>
                  <a:schemeClr val="bg1">
                    <a:lumMod val="50000"/>
                  </a:schemeClr>
                </a:solidFill>
              </a:rPr>
              <a:t>manages the entire renter lifecycle, simply and seamlessly, from the moment they enter the system as prospects until the day they move out.</a:t>
            </a:r>
          </a:p>
        </p:txBody>
      </p:sp>
      <p:sp>
        <p:nvSpPr>
          <p:cNvPr id="35" name="Content Placeholder 43">
            <a:extLst>
              <a:ext uri="{FF2B5EF4-FFF2-40B4-BE49-F238E27FC236}">
                <a16:creationId xmlns:a16="http://schemas.microsoft.com/office/drawing/2014/main" id="{ED604411-73D1-EE5E-E96B-59BEBBA5694F}"/>
              </a:ext>
            </a:extLst>
          </p:cNvPr>
          <p:cNvSpPr txBox="1">
            <a:spLocks/>
          </p:cNvSpPr>
          <p:nvPr/>
        </p:nvSpPr>
        <p:spPr>
          <a:xfrm>
            <a:off x="829188" y="4836279"/>
            <a:ext cx="4184271" cy="1102722"/>
          </a:xfrm>
          <a:prstGeom prst="rect">
            <a:avLst/>
          </a:prstGeom>
        </p:spPr>
        <p:txBody>
          <a:bodyPr>
            <a:noAutofit/>
          </a:bodyPr>
          <a:lstStyle>
            <a:lvl1pPr marL="11113" indent="0" algn="l" defTabSz="914400" rtl="0" eaLnBrk="1" latinLnBrk="0" hangingPunct="1">
              <a:lnSpc>
                <a:spcPct val="90000"/>
              </a:lnSpc>
              <a:spcBef>
                <a:spcPts val="400"/>
              </a:spcBef>
              <a:buFont typeface="Arial" panose="020B0604020202020204" pitchFamily="34" charset="0"/>
              <a:buNone/>
              <a:tabLst/>
              <a:defRPr sz="25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11113" indent="0" algn="l" defTabSz="914400" rtl="0" eaLnBrk="1" latinLnBrk="0" hangingPunct="1">
              <a:lnSpc>
                <a:spcPts val="2000"/>
              </a:lnSpc>
              <a:spcBef>
                <a:spcPts val="500"/>
              </a:spcBef>
              <a:spcAft>
                <a:spcPts val="700"/>
              </a:spcAft>
              <a:buFont typeface="Arial" panose="020B0604020202020204" pitchFamily="34" charset="0"/>
              <a:buNone/>
              <a:tabLst/>
              <a:defRPr sz="1500" b="1" i="0" kern="1200" cap="all" baseline="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2pPr>
            <a:lvl3pPr marL="11113" indent="0" algn="l" defTabSz="914400" rtl="0" eaLnBrk="1" latinLnBrk="0" hangingPunct="1">
              <a:lnSpc>
                <a:spcPts val="2000"/>
              </a:lnSpc>
              <a:spcBef>
                <a:spcPts val="500"/>
              </a:spcBef>
              <a:spcAft>
                <a:spcPts val="500"/>
              </a:spcAft>
              <a:buFont typeface="Arial" panose="020B0604020202020204" pitchFamily="34" charset="0"/>
              <a:buNone/>
              <a:tabLst/>
              <a:defRPr sz="15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3pPr>
            <a:lvl4pPr marL="11113" indent="0" algn="l" defTabSz="914400" rtl="0" eaLnBrk="1" latinLnBrk="0" hangingPunct="1">
              <a:lnSpc>
                <a:spcPts val="1600"/>
              </a:lnSpc>
              <a:spcBef>
                <a:spcPts val="500"/>
              </a:spcBef>
              <a:spcAft>
                <a:spcPts val="500"/>
              </a:spcAft>
              <a:buFont typeface="Arial" panose="020B0604020202020204" pitchFamily="34" charset="0"/>
              <a:buNone/>
              <a:tabLst/>
              <a:defRPr sz="1100" b="0" i="0" kern="1200">
                <a:solidFill>
                  <a:schemeClr val="tx1"/>
                </a:solidFill>
                <a:latin typeface="+mn-lt"/>
                <a:ea typeface="Lato" panose="020F0502020204030203" pitchFamily="34" charset="0"/>
                <a:cs typeface="Lato" panose="020F0502020204030203" pitchFamily="34" charset="0"/>
              </a:defRPr>
            </a:lvl4pPr>
            <a:lvl5pPr marL="182563" indent="-171450" algn="l" defTabSz="914400" rtl="0" eaLnBrk="1" latinLnBrk="0" hangingPunct="1">
              <a:lnSpc>
                <a:spcPts val="1600"/>
              </a:lnSpc>
              <a:spcBef>
                <a:spcPts val="500"/>
              </a:spcBef>
              <a:buFont typeface="Arial" panose="020B0604020202020204" pitchFamily="34" charset="0"/>
              <a:buChar char="•"/>
              <a:tabLst/>
              <a:defRPr sz="1100" b="0" i="0" kern="1200">
                <a:solidFill>
                  <a:schemeClr val="tx1"/>
                </a:solidFill>
                <a:latin typeface="+mn-lt"/>
                <a:ea typeface="Lato Light" panose="020F0502020204030203" pitchFamily="34" charset="0"/>
                <a:cs typeface="Lato Light" panose="020F0502020204030203" pitchFamily="34" charset="0"/>
              </a:defRPr>
            </a:lvl5pPr>
            <a:lvl6pPr marL="9525" indent="0" algn="l" defTabSz="914400" rtl="0" eaLnBrk="1" latinLnBrk="0" hangingPunct="1">
              <a:lnSpc>
                <a:spcPts val="1600"/>
              </a:lnSpc>
              <a:spcBef>
                <a:spcPts val="500"/>
              </a:spcBef>
              <a:spcAft>
                <a:spcPts val="600"/>
              </a:spcAft>
              <a:buFont typeface="Arial" panose="020B0604020202020204" pitchFamily="34" charset="0"/>
              <a:buNone/>
              <a:tabLst/>
              <a:defRPr sz="1000" b="0" i="0" kern="1200">
                <a:solidFill>
                  <a:schemeClr val="tx1"/>
                </a:solidFill>
                <a:latin typeface="+mn-lt"/>
                <a:ea typeface="Lato Light" panose="020F0502020204030203" pitchFamily="34" charset="0"/>
                <a:cs typeface="Lato Light" panose="020F0502020204030203" pitchFamily="34" charset="0"/>
              </a:defRPr>
            </a:lvl6pPr>
            <a:lvl7pPr marL="176213" indent="-166688" algn="l" defTabSz="914400" rtl="0" eaLnBrk="1" latinLnBrk="0" hangingPunct="1">
              <a:lnSpc>
                <a:spcPct val="90000"/>
              </a:lnSpc>
              <a:spcBef>
                <a:spcPts val="500"/>
              </a:spcBef>
              <a:buFont typeface="Arial" panose="020B0604020202020204" pitchFamily="34" charset="0"/>
              <a:buChar char="•"/>
              <a:tabLst/>
              <a:defRPr sz="1000" b="0" i="0" kern="1200">
                <a:solidFill>
                  <a:schemeClr val="tx1"/>
                </a:solidFill>
                <a:latin typeface="+mn-lt"/>
                <a:ea typeface="Lato Light" panose="020F0502020204030203" pitchFamily="34" charset="0"/>
                <a:cs typeface="Lato Light" panose="020F0502020204030203" pitchFamily="34" charset="0"/>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sz="1200" dirty="0">
                <a:solidFill>
                  <a:schemeClr val="bg1">
                    <a:lumMod val="50000"/>
                  </a:schemeClr>
                </a:solidFill>
              </a:rPr>
              <a:t>Seamlessly stay in compliance with HUD, Tax Credits, Rural Housing regulations and the 50058 Public Housing program. </a:t>
            </a:r>
          </a:p>
        </p:txBody>
      </p:sp>
      <p:sp>
        <p:nvSpPr>
          <p:cNvPr id="36" name="Content Placeholder 43">
            <a:extLst>
              <a:ext uri="{FF2B5EF4-FFF2-40B4-BE49-F238E27FC236}">
                <a16:creationId xmlns:a16="http://schemas.microsoft.com/office/drawing/2014/main" id="{1D132F6F-08A6-1BE5-E698-675785407459}"/>
              </a:ext>
            </a:extLst>
          </p:cNvPr>
          <p:cNvSpPr txBox="1">
            <a:spLocks/>
          </p:cNvSpPr>
          <p:nvPr/>
        </p:nvSpPr>
        <p:spPr>
          <a:xfrm>
            <a:off x="6089737" y="3130538"/>
            <a:ext cx="5085877" cy="453373"/>
          </a:xfrm>
          <a:prstGeom prst="rect">
            <a:avLst/>
          </a:prstGeom>
        </p:spPr>
        <p:txBody>
          <a:bodyPr>
            <a:noAutofit/>
          </a:bodyPr>
          <a:lstStyle>
            <a:lvl1pPr marL="11113" indent="0" algn="l" defTabSz="914400" rtl="0" eaLnBrk="1" latinLnBrk="0" hangingPunct="1">
              <a:lnSpc>
                <a:spcPct val="90000"/>
              </a:lnSpc>
              <a:spcBef>
                <a:spcPts val="400"/>
              </a:spcBef>
              <a:buFont typeface="Arial" panose="020B0604020202020204" pitchFamily="34" charset="0"/>
              <a:buNone/>
              <a:tabLst/>
              <a:defRPr sz="25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11113" indent="0" algn="l" defTabSz="914400" rtl="0" eaLnBrk="1" latinLnBrk="0" hangingPunct="1">
              <a:lnSpc>
                <a:spcPts val="2000"/>
              </a:lnSpc>
              <a:spcBef>
                <a:spcPts val="500"/>
              </a:spcBef>
              <a:spcAft>
                <a:spcPts val="700"/>
              </a:spcAft>
              <a:buFont typeface="Arial" panose="020B0604020202020204" pitchFamily="34" charset="0"/>
              <a:buNone/>
              <a:tabLst/>
              <a:defRPr sz="1500" b="1" i="0" kern="1200" cap="all" baseline="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2pPr>
            <a:lvl3pPr marL="11113" indent="0" algn="l" defTabSz="914400" rtl="0" eaLnBrk="1" latinLnBrk="0" hangingPunct="1">
              <a:lnSpc>
                <a:spcPts val="2000"/>
              </a:lnSpc>
              <a:spcBef>
                <a:spcPts val="500"/>
              </a:spcBef>
              <a:spcAft>
                <a:spcPts val="500"/>
              </a:spcAft>
              <a:buFont typeface="Arial" panose="020B0604020202020204" pitchFamily="34" charset="0"/>
              <a:buNone/>
              <a:tabLst/>
              <a:defRPr sz="15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3pPr>
            <a:lvl4pPr marL="11113" indent="0" algn="l" defTabSz="914400" rtl="0" eaLnBrk="1" latinLnBrk="0" hangingPunct="1">
              <a:lnSpc>
                <a:spcPts val="1600"/>
              </a:lnSpc>
              <a:spcBef>
                <a:spcPts val="500"/>
              </a:spcBef>
              <a:spcAft>
                <a:spcPts val="500"/>
              </a:spcAft>
              <a:buFont typeface="Arial" panose="020B0604020202020204" pitchFamily="34" charset="0"/>
              <a:buNone/>
              <a:tabLst/>
              <a:defRPr sz="1100" b="0" i="0" kern="1200">
                <a:solidFill>
                  <a:schemeClr val="tx1"/>
                </a:solidFill>
                <a:latin typeface="+mn-lt"/>
                <a:ea typeface="Lato" panose="020F0502020204030203" pitchFamily="34" charset="0"/>
                <a:cs typeface="Lato" panose="020F0502020204030203" pitchFamily="34" charset="0"/>
              </a:defRPr>
            </a:lvl4pPr>
            <a:lvl5pPr marL="182563" indent="-171450" algn="l" defTabSz="914400" rtl="0" eaLnBrk="1" latinLnBrk="0" hangingPunct="1">
              <a:lnSpc>
                <a:spcPts val="1600"/>
              </a:lnSpc>
              <a:spcBef>
                <a:spcPts val="500"/>
              </a:spcBef>
              <a:buFont typeface="Arial" panose="020B0604020202020204" pitchFamily="34" charset="0"/>
              <a:buChar char="•"/>
              <a:tabLst/>
              <a:defRPr sz="1100" b="0" i="0" kern="1200">
                <a:solidFill>
                  <a:schemeClr val="tx1"/>
                </a:solidFill>
                <a:latin typeface="+mn-lt"/>
                <a:ea typeface="Lato Light" panose="020F0502020204030203" pitchFamily="34" charset="0"/>
                <a:cs typeface="Lato Light" panose="020F0502020204030203" pitchFamily="34" charset="0"/>
              </a:defRPr>
            </a:lvl5pPr>
            <a:lvl6pPr marL="9525" indent="0" algn="l" defTabSz="914400" rtl="0" eaLnBrk="1" latinLnBrk="0" hangingPunct="1">
              <a:lnSpc>
                <a:spcPts val="1600"/>
              </a:lnSpc>
              <a:spcBef>
                <a:spcPts val="500"/>
              </a:spcBef>
              <a:spcAft>
                <a:spcPts val="600"/>
              </a:spcAft>
              <a:buFont typeface="Arial" panose="020B0604020202020204" pitchFamily="34" charset="0"/>
              <a:buNone/>
              <a:tabLst/>
              <a:defRPr sz="1000" b="0" i="0" kern="1200">
                <a:solidFill>
                  <a:schemeClr val="tx1"/>
                </a:solidFill>
                <a:latin typeface="+mn-lt"/>
                <a:ea typeface="Lato Light" panose="020F0502020204030203" pitchFamily="34" charset="0"/>
                <a:cs typeface="Lato Light" panose="020F0502020204030203" pitchFamily="34" charset="0"/>
              </a:defRPr>
            </a:lvl6pPr>
            <a:lvl7pPr marL="176213" indent="-166688" algn="l" defTabSz="914400" rtl="0" eaLnBrk="1" latinLnBrk="0" hangingPunct="1">
              <a:lnSpc>
                <a:spcPct val="90000"/>
              </a:lnSpc>
              <a:spcBef>
                <a:spcPts val="500"/>
              </a:spcBef>
              <a:buFont typeface="Arial" panose="020B0604020202020204" pitchFamily="34" charset="0"/>
              <a:buChar char="•"/>
              <a:tabLst/>
              <a:defRPr sz="1000" b="0" i="0" kern="1200">
                <a:solidFill>
                  <a:schemeClr val="tx1"/>
                </a:solidFill>
                <a:latin typeface="+mn-lt"/>
                <a:ea typeface="Lato Light" panose="020F0502020204030203" pitchFamily="34" charset="0"/>
                <a:cs typeface="Lato Light" panose="020F0502020204030203" pitchFamily="34" charset="0"/>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sz="1200" dirty="0">
                <a:solidFill>
                  <a:schemeClr val="bg1">
                    <a:lumMod val="50000"/>
                  </a:schemeClr>
                </a:solidFill>
              </a:rPr>
              <a:t>Manage and automate the renter lifecycle for properties under Rent regulation laws (New York)</a:t>
            </a:r>
          </a:p>
        </p:txBody>
      </p:sp>
      <p:sp>
        <p:nvSpPr>
          <p:cNvPr id="37" name="Content Placeholder 43">
            <a:extLst>
              <a:ext uri="{FF2B5EF4-FFF2-40B4-BE49-F238E27FC236}">
                <a16:creationId xmlns:a16="http://schemas.microsoft.com/office/drawing/2014/main" id="{2054DD88-E3B6-9723-21C0-265E3D469117}"/>
              </a:ext>
            </a:extLst>
          </p:cNvPr>
          <p:cNvSpPr txBox="1">
            <a:spLocks/>
          </p:cNvSpPr>
          <p:nvPr/>
        </p:nvSpPr>
        <p:spPr>
          <a:xfrm>
            <a:off x="6096000" y="4257818"/>
            <a:ext cx="5085877" cy="794017"/>
          </a:xfrm>
          <a:prstGeom prst="rect">
            <a:avLst/>
          </a:prstGeom>
        </p:spPr>
        <p:txBody>
          <a:bodyPr>
            <a:noAutofit/>
          </a:bodyPr>
          <a:lstStyle>
            <a:lvl1pPr marL="11113" indent="0" algn="l" defTabSz="914400" rtl="0" eaLnBrk="1" latinLnBrk="0" hangingPunct="1">
              <a:lnSpc>
                <a:spcPct val="90000"/>
              </a:lnSpc>
              <a:spcBef>
                <a:spcPts val="400"/>
              </a:spcBef>
              <a:buFont typeface="Arial" panose="020B0604020202020204" pitchFamily="34" charset="0"/>
              <a:buNone/>
              <a:tabLst/>
              <a:defRPr sz="25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11113" indent="0" algn="l" defTabSz="914400" rtl="0" eaLnBrk="1" latinLnBrk="0" hangingPunct="1">
              <a:lnSpc>
                <a:spcPts val="2000"/>
              </a:lnSpc>
              <a:spcBef>
                <a:spcPts val="500"/>
              </a:spcBef>
              <a:spcAft>
                <a:spcPts val="700"/>
              </a:spcAft>
              <a:buFont typeface="Arial" panose="020B0604020202020204" pitchFamily="34" charset="0"/>
              <a:buNone/>
              <a:tabLst/>
              <a:defRPr sz="1500" b="1" i="0" kern="1200" cap="all" baseline="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2pPr>
            <a:lvl3pPr marL="11113" indent="0" algn="l" defTabSz="914400" rtl="0" eaLnBrk="1" latinLnBrk="0" hangingPunct="1">
              <a:lnSpc>
                <a:spcPts val="2000"/>
              </a:lnSpc>
              <a:spcBef>
                <a:spcPts val="500"/>
              </a:spcBef>
              <a:spcAft>
                <a:spcPts val="500"/>
              </a:spcAft>
              <a:buFont typeface="Arial" panose="020B0604020202020204" pitchFamily="34" charset="0"/>
              <a:buNone/>
              <a:tabLst/>
              <a:defRPr sz="15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3pPr>
            <a:lvl4pPr marL="11113" indent="0" algn="l" defTabSz="914400" rtl="0" eaLnBrk="1" latinLnBrk="0" hangingPunct="1">
              <a:lnSpc>
                <a:spcPts val="1600"/>
              </a:lnSpc>
              <a:spcBef>
                <a:spcPts val="500"/>
              </a:spcBef>
              <a:spcAft>
                <a:spcPts val="500"/>
              </a:spcAft>
              <a:buFont typeface="Arial" panose="020B0604020202020204" pitchFamily="34" charset="0"/>
              <a:buNone/>
              <a:tabLst/>
              <a:defRPr sz="1100" b="0" i="0" kern="1200">
                <a:solidFill>
                  <a:schemeClr val="tx1"/>
                </a:solidFill>
                <a:latin typeface="+mn-lt"/>
                <a:ea typeface="Lato" panose="020F0502020204030203" pitchFamily="34" charset="0"/>
                <a:cs typeface="Lato" panose="020F0502020204030203" pitchFamily="34" charset="0"/>
              </a:defRPr>
            </a:lvl4pPr>
            <a:lvl5pPr marL="182563" indent="-171450" algn="l" defTabSz="914400" rtl="0" eaLnBrk="1" latinLnBrk="0" hangingPunct="1">
              <a:lnSpc>
                <a:spcPts val="1600"/>
              </a:lnSpc>
              <a:spcBef>
                <a:spcPts val="500"/>
              </a:spcBef>
              <a:buFont typeface="Arial" panose="020B0604020202020204" pitchFamily="34" charset="0"/>
              <a:buChar char="•"/>
              <a:tabLst/>
              <a:defRPr sz="1100" b="0" i="0" kern="1200">
                <a:solidFill>
                  <a:schemeClr val="tx1"/>
                </a:solidFill>
                <a:latin typeface="+mn-lt"/>
                <a:ea typeface="Lato Light" panose="020F0502020204030203" pitchFamily="34" charset="0"/>
                <a:cs typeface="Lato Light" panose="020F0502020204030203" pitchFamily="34" charset="0"/>
              </a:defRPr>
            </a:lvl5pPr>
            <a:lvl6pPr marL="9525" indent="0" algn="l" defTabSz="914400" rtl="0" eaLnBrk="1" latinLnBrk="0" hangingPunct="1">
              <a:lnSpc>
                <a:spcPts val="1600"/>
              </a:lnSpc>
              <a:spcBef>
                <a:spcPts val="500"/>
              </a:spcBef>
              <a:spcAft>
                <a:spcPts val="600"/>
              </a:spcAft>
              <a:buFont typeface="Arial" panose="020B0604020202020204" pitchFamily="34" charset="0"/>
              <a:buNone/>
              <a:tabLst/>
              <a:defRPr sz="1000" b="0" i="0" kern="1200">
                <a:solidFill>
                  <a:schemeClr val="tx1"/>
                </a:solidFill>
                <a:latin typeface="+mn-lt"/>
                <a:ea typeface="Lato Light" panose="020F0502020204030203" pitchFamily="34" charset="0"/>
                <a:cs typeface="Lato Light" panose="020F0502020204030203" pitchFamily="34" charset="0"/>
              </a:defRPr>
            </a:lvl6pPr>
            <a:lvl7pPr marL="176213" indent="-166688" algn="l" defTabSz="914400" rtl="0" eaLnBrk="1" latinLnBrk="0" hangingPunct="1">
              <a:lnSpc>
                <a:spcPct val="90000"/>
              </a:lnSpc>
              <a:spcBef>
                <a:spcPts val="500"/>
              </a:spcBef>
              <a:buFont typeface="Arial" panose="020B0604020202020204" pitchFamily="34" charset="0"/>
              <a:buChar char="•"/>
              <a:tabLst/>
              <a:defRPr sz="1000" b="0" i="0" kern="1200">
                <a:solidFill>
                  <a:schemeClr val="tx1"/>
                </a:solidFill>
                <a:latin typeface="+mn-lt"/>
                <a:ea typeface="Lato Light" panose="020F0502020204030203" pitchFamily="34" charset="0"/>
                <a:cs typeface="Lato Light" panose="020F0502020204030203" pitchFamily="34" charset="0"/>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sz="1200" dirty="0">
                <a:solidFill>
                  <a:schemeClr val="bg1">
                    <a:lumMod val="50000"/>
                  </a:schemeClr>
                </a:solidFill>
              </a:rPr>
              <a:t>integrates and automates every functionality to make the most of clients’ senior living property assets</a:t>
            </a:r>
          </a:p>
        </p:txBody>
      </p:sp>
      <p:sp>
        <p:nvSpPr>
          <p:cNvPr id="38" name="Content Placeholder 43">
            <a:extLst>
              <a:ext uri="{FF2B5EF4-FFF2-40B4-BE49-F238E27FC236}">
                <a16:creationId xmlns:a16="http://schemas.microsoft.com/office/drawing/2014/main" id="{3B5B4E3F-1E5E-A79D-B5EC-153F96ACAAE6}"/>
              </a:ext>
            </a:extLst>
          </p:cNvPr>
          <p:cNvSpPr txBox="1">
            <a:spLocks/>
          </p:cNvSpPr>
          <p:nvPr/>
        </p:nvSpPr>
        <p:spPr>
          <a:xfrm>
            <a:off x="6089736" y="5473478"/>
            <a:ext cx="5085877" cy="794017"/>
          </a:xfrm>
          <a:prstGeom prst="rect">
            <a:avLst/>
          </a:prstGeom>
        </p:spPr>
        <p:txBody>
          <a:bodyPr>
            <a:noAutofit/>
          </a:bodyPr>
          <a:lstStyle>
            <a:lvl1pPr marL="11113" indent="0" algn="l" defTabSz="914400" rtl="0" eaLnBrk="1" latinLnBrk="0" hangingPunct="1">
              <a:lnSpc>
                <a:spcPct val="90000"/>
              </a:lnSpc>
              <a:spcBef>
                <a:spcPts val="400"/>
              </a:spcBef>
              <a:buFont typeface="Arial" panose="020B0604020202020204" pitchFamily="34" charset="0"/>
              <a:buNone/>
              <a:tabLst/>
              <a:defRPr sz="25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11113" indent="0" algn="l" defTabSz="914400" rtl="0" eaLnBrk="1" latinLnBrk="0" hangingPunct="1">
              <a:lnSpc>
                <a:spcPts val="2000"/>
              </a:lnSpc>
              <a:spcBef>
                <a:spcPts val="500"/>
              </a:spcBef>
              <a:spcAft>
                <a:spcPts val="700"/>
              </a:spcAft>
              <a:buFont typeface="Arial" panose="020B0604020202020204" pitchFamily="34" charset="0"/>
              <a:buNone/>
              <a:tabLst/>
              <a:defRPr sz="1500" b="1" i="0" kern="1200" cap="all" baseline="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2pPr>
            <a:lvl3pPr marL="11113" indent="0" algn="l" defTabSz="914400" rtl="0" eaLnBrk="1" latinLnBrk="0" hangingPunct="1">
              <a:lnSpc>
                <a:spcPts val="2000"/>
              </a:lnSpc>
              <a:spcBef>
                <a:spcPts val="500"/>
              </a:spcBef>
              <a:spcAft>
                <a:spcPts val="500"/>
              </a:spcAft>
              <a:buFont typeface="Arial" panose="020B0604020202020204" pitchFamily="34" charset="0"/>
              <a:buNone/>
              <a:tabLst/>
              <a:defRPr sz="15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3pPr>
            <a:lvl4pPr marL="11113" indent="0" algn="l" defTabSz="914400" rtl="0" eaLnBrk="1" latinLnBrk="0" hangingPunct="1">
              <a:lnSpc>
                <a:spcPts val="1600"/>
              </a:lnSpc>
              <a:spcBef>
                <a:spcPts val="500"/>
              </a:spcBef>
              <a:spcAft>
                <a:spcPts val="500"/>
              </a:spcAft>
              <a:buFont typeface="Arial" panose="020B0604020202020204" pitchFamily="34" charset="0"/>
              <a:buNone/>
              <a:tabLst/>
              <a:defRPr sz="1100" b="0" i="0" kern="1200">
                <a:solidFill>
                  <a:schemeClr val="tx1"/>
                </a:solidFill>
                <a:latin typeface="+mn-lt"/>
                <a:ea typeface="Lato" panose="020F0502020204030203" pitchFamily="34" charset="0"/>
                <a:cs typeface="Lato" panose="020F0502020204030203" pitchFamily="34" charset="0"/>
              </a:defRPr>
            </a:lvl4pPr>
            <a:lvl5pPr marL="182563" indent="-171450" algn="l" defTabSz="914400" rtl="0" eaLnBrk="1" latinLnBrk="0" hangingPunct="1">
              <a:lnSpc>
                <a:spcPts val="1600"/>
              </a:lnSpc>
              <a:spcBef>
                <a:spcPts val="500"/>
              </a:spcBef>
              <a:buFont typeface="Arial" panose="020B0604020202020204" pitchFamily="34" charset="0"/>
              <a:buChar char="•"/>
              <a:tabLst/>
              <a:defRPr sz="1100" b="0" i="0" kern="1200">
                <a:solidFill>
                  <a:schemeClr val="tx1"/>
                </a:solidFill>
                <a:latin typeface="+mn-lt"/>
                <a:ea typeface="Lato Light" panose="020F0502020204030203" pitchFamily="34" charset="0"/>
                <a:cs typeface="Lato Light" panose="020F0502020204030203" pitchFamily="34" charset="0"/>
              </a:defRPr>
            </a:lvl5pPr>
            <a:lvl6pPr marL="9525" indent="0" algn="l" defTabSz="914400" rtl="0" eaLnBrk="1" latinLnBrk="0" hangingPunct="1">
              <a:lnSpc>
                <a:spcPts val="1600"/>
              </a:lnSpc>
              <a:spcBef>
                <a:spcPts val="500"/>
              </a:spcBef>
              <a:spcAft>
                <a:spcPts val="600"/>
              </a:spcAft>
              <a:buFont typeface="Arial" panose="020B0604020202020204" pitchFamily="34" charset="0"/>
              <a:buNone/>
              <a:tabLst/>
              <a:defRPr sz="1000" b="0" i="0" kern="1200">
                <a:solidFill>
                  <a:schemeClr val="tx1"/>
                </a:solidFill>
                <a:latin typeface="+mn-lt"/>
                <a:ea typeface="Lato Light" panose="020F0502020204030203" pitchFamily="34" charset="0"/>
                <a:cs typeface="Lato Light" panose="020F0502020204030203" pitchFamily="34" charset="0"/>
              </a:defRPr>
            </a:lvl6pPr>
            <a:lvl7pPr marL="176213" indent="-166688" algn="l" defTabSz="914400" rtl="0" eaLnBrk="1" latinLnBrk="0" hangingPunct="1">
              <a:lnSpc>
                <a:spcPct val="90000"/>
              </a:lnSpc>
              <a:spcBef>
                <a:spcPts val="500"/>
              </a:spcBef>
              <a:buFont typeface="Arial" panose="020B0604020202020204" pitchFamily="34" charset="0"/>
              <a:buChar char="•"/>
              <a:tabLst/>
              <a:defRPr sz="1000" b="0" i="0" kern="1200">
                <a:solidFill>
                  <a:schemeClr val="tx1"/>
                </a:solidFill>
                <a:latin typeface="+mn-lt"/>
                <a:ea typeface="Lato Light" panose="020F0502020204030203" pitchFamily="34" charset="0"/>
                <a:cs typeface="Lato Light" panose="020F0502020204030203" pitchFamily="34" charset="0"/>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sz="1200" dirty="0">
                <a:solidFill>
                  <a:schemeClr val="bg1">
                    <a:lumMod val="50000"/>
                  </a:schemeClr>
                </a:solidFill>
              </a:rPr>
              <a:t>Simplifying renter services for students with the ability to manage their living experience 24-hours a day on this platform</a:t>
            </a:r>
          </a:p>
        </p:txBody>
      </p:sp>
      <p:cxnSp>
        <p:nvCxnSpPr>
          <p:cNvPr id="39" name="Прямая соединительная линия 10">
            <a:extLst>
              <a:ext uri="{FF2B5EF4-FFF2-40B4-BE49-F238E27FC236}">
                <a16:creationId xmlns:a16="http://schemas.microsoft.com/office/drawing/2014/main" id="{A95D8C1C-F2F4-24C8-94EE-DCDBC9143138}"/>
              </a:ext>
            </a:extLst>
          </p:cNvPr>
          <p:cNvCxnSpPr>
            <a:cxnSpLocks/>
          </p:cNvCxnSpPr>
          <p:nvPr/>
        </p:nvCxnSpPr>
        <p:spPr>
          <a:xfrm>
            <a:off x="5603875" y="2521334"/>
            <a:ext cx="0" cy="3388639"/>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0" name="Прямая соединительная линия 11">
            <a:extLst>
              <a:ext uri="{FF2B5EF4-FFF2-40B4-BE49-F238E27FC236}">
                <a16:creationId xmlns:a16="http://schemas.microsoft.com/office/drawing/2014/main" id="{3C01DD0C-3ACB-3A99-92C9-B80338747CF9}"/>
              </a:ext>
            </a:extLst>
          </p:cNvPr>
          <p:cNvCxnSpPr>
            <a:cxnSpLocks/>
          </p:cNvCxnSpPr>
          <p:nvPr/>
        </p:nvCxnSpPr>
        <p:spPr>
          <a:xfrm>
            <a:off x="664211" y="2521334"/>
            <a:ext cx="10511402"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1" name="Прямая соединительная линия 11">
            <a:extLst>
              <a:ext uri="{FF2B5EF4-FFF2-40B4-BE49-F238E27FC236}">
                <a16:creationId xmlns:a16="http://schemas.microsoft.com/office/drawing/2014/main" id="{4C97692C-2D1F-39EB-CB26-1B3B93DB6433}"/>
              </a:ext>
            </a:extLst>
          </p:cNvPr>
          <p:cNvCxnSpPr>
            <a:cxnSpLocks/>
          </p:cNvCxnSpPr>
          <p:nvPr/>
        </p:nvCxnSpPr>
        <p:spPr>
          <a:xfrm>
            <a:off x="664211" y="4211709"/>
            <a:ext cx="493966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2" name="Прямая соединительная линия 11">
            <a:extLst>
              <a:ext uri="{FF2B5EF4-FFF2-40B4-BE49-F238E27FC236}">
                <a16:creationId xmlns:a16="http://schemas.microsoft.com/office/drawing/2014/main" id="{D4D154E0-C99A-A4E2-ECDB-0B6E070AEFF0}"/>
              </a:ext>
            </a:extLst>
          </p:cNvPr>
          <p:cNvCxnSpPr>
            <a:cxnSpLocks/>
          </p:cNvCxnSpPr>
          <p:nvPr/>
        </p:nvCxnSpPr>
        <p:spPr>
          <a:xfrm>
            <a:off x="5603875" y="3781091"/>
            <a:ext cx="5571738" cy="33719"/>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3" name="Прямая соединительная линия 11">
            <a:extLst>
              <a:ext uri="{FF2B5EF4-FFF2-40B4-BE49-F238E27FC236}">
                <a16:creationId xmlns:a16="http://schemas.microsoft.com/office/drawing/2014/main" id="{78E438E7-55BB-3F0F-F39F-B0E28F7FCAD8}"/>
              </a:ext>
            </a:extLst>
          </p:cNvPr>
          <p:cNvCxnSpPr>
            <a:cxnSpLocks/>
          </p:cNvCxnSpPr>
          <p:nvPr/>
        </p:nvCxnSpPr>
        <p:spPr>
          <a:xfrm>
            <a:off x="5603875" y="4962118"/>
            <a:ext cx="5571738" cy="33719"/>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4" name="Content Placeholder 10">
            <a:extLst>
              <a:ext uri="{FF2B5EF4-FFF2-40B4-BE49-F238E27FC236}">
                <a16:creationId xmlns:a16="http://schemas.microsoft.com/office/drawing/2014/main" id="{05EA2F2E-DD9C-BF5B-CDFE-ADB09A35EA18}"/>
              </a:ext>
            </a:extLst>
          </p:cNvPr>
          <p:cNvSpPr txBox="1">
            <a:spLocks/>
          </p:cNvSpPr>
          <p:nvPr/>
        </p:nvSpPr>
        <p:spPr>
          <a:xfrm>
            <a:off x="785372" y="2700888"/>
            <a:ext cx="4508394" cy="681287"/>
          </a:xfrm>
          <a:prstGeom prst="rect">
            <a:avLst/>
          </a:prstGeom>
        </p:spPr>
        <p:txBody>
          <a:bodyPr vert="horz" lIns="91440" tIns="45720" rIns="91440" bIns="45720" rtlCol="0">
            <a:normAutofit/>
          </a:bodyPr>
          <a:lstStyle>
            <a:lvl1pPr marL="11113" indent="0" algn="l" defTabSz="914400" rtl="0" eaLnBrk="1" latinLnBrk="0" hangingPunct="1">
              <a:lnSpc>
                <a:spcPct val="90000"/>
              </a:lnSpc>
              <a:spcBef>
                <a:spcPts val="400"/>
              </a:spcBef>
              <a:buFont typeface="Arial" panose="020B0604020202020204" pitchFamily="34" charset="0"/>
              <a:buNone/>
              <a:tabLst/>
              <a:defRPr sz="25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11113" indent="0" algn="l" defTabSz="914400" rtl="0" eaLnBrk="1" latinLnBrk="0" hangingPunct="1">
              <a:lnSpc>
                <a:spcPts val="2000"/>
              </a:lnSpc>
              <a:spcBef>
                <a:spcPts val="500"/>
              </a:spcBef>
              <a:spcAft>
                <a:spcPts val="700"/>
              </a:spcAft>
              <a:buFont typeface="Arial" panose="020B0604020202020204" pitchFamily="34" charset="0"/>
              <a:buNone/>
              <a:tabLst/>
              <a:defRPr sz="1500" b="1" i="0" kern="1200" cap="all" baseline="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2pPr>
            <a:lvl3pPr marL="11113" indent="0" algn="l" defTabSz="914400" rtl="0" eaLnBrk="1" latinLnBrk="0" hangingPunct="1">
              <a:lnSpc>
                <a:spcPts val="2000"/>
              </a:lnSpc>
              <a:spcBef>
                <a:spcPts val="500"/>
              </a:spcBef>
              <a:spcAft>
                <a:spcPts val="500"/>
              </a:spcAft>
              <a:buFont typeface="Arial" panose="020B0604020202020204" pitchFamily="34" charset="0"/>
              <a:buNone/>
              <a:tabLst/>
              <a:defRPr sz="15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3pPr>
            <a:lvl4pPr marL="11113" indent="0" algn="l" defTabSz="914400" rtl="0" eaLnBrk="1" latinLnBrk="0" hangingPunct="1">
              <a:lnSpc>
                <a:spcPts val="1600"/>
              </a:lnSpc>
              <a:spcBef>
                <a:spcPts val="500"/>
              </a:spcBef>
              <a:spcAft>
                <a:spcPts val="500"/>
              </a:spcAft>
              <a:buFont typeface="Arial" panose="020B0604020202020204" pitchFamily="34" charset="0"/>
              <a:buNone/>
              <a:tabLst/>
              <a:defRPr sz="1100" b="0" i="0" kern="1200">
                <a:solidFill>
                  <a:schemeClr val="tx1"/>
                </a:solidFill>
                <a:latin typeface="+mn-lt"/>
                <a:ea typeface="Lato" panose="020F0502020204030203" pitchFamily="34" charset="0"/>
                <a:cs typeface="Lato" panose="020F0502020204030203" pitchFamily="34" charset="0"/>
              </a:defRPr>
            </a:lvl4pPr>
            <a:lvl5pPr marL="182563" indent="-171450" algn="l" defTabSz="914400" rtl="0" eaLnBrk="1" latinLnBrk="0" hangingPunct="1">
              <a:lnSpc>
                <a:spcPts val="1600"/>
              </a:lnSpc>
              <a:spcBef>
                <a:spcPts val="500"/>
              </a:spcBef>
              <a:buFont typeface="Arial" panose="020B0604020202020204" pitchFamily="34" charset="0"/>
              <a:buChar char="•"/>
              <a:tabLst/>
              <a:defRPr sz="1100" b="0" i="0" kern="1200">
                <a:solidFill>
                  <a:schemeClr val="tx1"/>
                </a:solidFill>
                <a:latin typeface="+mn-lt"/>
                <a:ea typeface="Lato Light" panose="020F0502020204030203" pitchFamily="34" charset="0"/>
                <a:cs typeface="Lato Light" panose="020F0502020204030203" pitchFamily="34" charset="0"/>
              </a:defRPr>
            </a:lvl5pPr>
            <a:lvl6pPr marL="9525" indent="0" algn="l" defTabSz="914400" rtl="0" eaLnBrk="1" latinLnBrk="0" hangingPunct="1">
              <a:lnSpc>
                <a:spcPts val="1600"/>
              </a:lnSpc>
              <a:spcBef>
                <a:spcPts val="500"/>
              </a:spcBef>
              <a:spcAft>
                <a:spcPts val="600"/>
              </a:spcAft>
              <a:buFont typeface="Arial" panose="020B0604020202020204" pitchFamily="34" charset="0"/>
              <a:buNone/>
              <a:tabLst/>
              <a:defRPr sz="1000" b="0" i="0" kern="1200">
                <a:solidFill>
                  <a:schemeClr val="tx1"/>
                </a:solidFill>
                <a:latin typeface="+mn-lt"/>
                <a:ea typeface="Lato Light" panose="020F0502020204030203" pitchFamily="34" charset="0"/>
                <a:cs typeface="Lato Light" panose="020F0502020204030203" pitchFamily="34" charset="0"/>
              </a:defRPr>
            </a:lvl6pPr>
            <a:lvl7pPr marL="176213" indent="-166688" algn="l" defTabSz="914400" rtl="0" eaLnBrk="1" latinLnBrk="0" hangingPunct="1">
              <a:lnSpc>
                <a:spcPct val="90000"/>
              </a:lnSpc>
              <a:spcBef>
                <a:spcPts val="500"/>
              </a:spcBef>
              <a:buFont typeface="Arial" panose="020B0604020202020204" pitchFamily="34" charset="0"/>
              <a:buChar char="•"/>
              <a:tabLst/>
              <a:defRPr sz="1000" b="0" i="0" kern="1200">
                <a:solidFill>
                  <a:schemeClr val="tx1"/>
                </a:solidFill>
                <a:latin typeface="+mn-lt"/>
                <a:ea typeface="Lato Light" panose="020F0502020204030203" pitchFamily="34" charset="0"/>
                <a:cs typeface="Lato Light" panose="020F0502020204030203" pitchFamily="34" charset="0"/>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a:r>
              <a:rPr lang="en-US" sz="2800" dirty="0">
                <a:solidFill>
                  <a:schemeClr val="tx2">
                    <a:lumMod val="50000"/>
                  </a:schemeClr>
                </a:solidFill>
              </a:rPr>
              <a:t>OneSite Leasing and Rents</a:t>
            </a:r>
          </a:p>
        </p:txBody>
      </p:sp>
    </p:spTree>
    <p:extLst>
      <p:ext uri="{BB962C8B-B14F-4D97-AF65-F5344CB8AC3E}">
        <p14:creationId xmlns:p14="http://schemas.microsoft.com/office/powerpoint/2010/main" val="446490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repeatCount="indefinite" fill="hold" nodeType="withEffect">
                                  <p:stCondLst>
                                    <p:cond delay="0"/>
                                  </p:stCondLst>
                                  <p:endCondLst>
                                    <p:cond evt="onNext" delay="0">
                                      <p:tgtEl>
                                        <p:sldTgt/>
                                      </p:tgtEl>
                                    </p:cond>
                                  </p:endCondLst>
                                  <p:childTnLst>
                                    <p:set>
                                      <p:cBhvr>
                                        <p:cTn id="6" dur="1" fill="hold">
                                          <p:stCondLst>
                                            <p:cond delay="0"/>
                                          </p:stCondLst>
                                        </p:cTn>
                                        <p:tgtEl>
                                          <p:spTgt spid="27"/>
                                        </p:tgtEl>
                                        <p:attrNameLst>
                                          <p:attrName>style.visibility</p:attrName>
                                        </p:attrNameLst>
                                      </p:cBhvr>
                                      <p:to>
                                        <p:strVal val="visible"/>
                                      </p:to>
                                    </p:set>
                                    <p:animEffect transition="in" filter="fade">
                                      <p:cBhvr>
                                        <p:cTn id="7" dur="3000"/>
                                        <p:tgtEl>
                                          <p:spTgt spid="27"/>
                                        </p:tgtEl>
                                      </p:cBhvr>
                                    </p:animEffect>
                                    <p:anim calcmode="lin" valueType="num">
                                      <p:cBhvr>
                                        <p:cTn id="8" dur="3000" fill="hold"/>
                                        <p:tgtEl>
                                          <p:spTgt spid="27"/>
                                        </p:tgtEl>
                                        <p:attrNameLst>
                                          <p:attrName>ppt_x</p:attrName>
                                        </p:attrNameLst>
                                      </p:cBhvr>
                                      <p:tavLst>
                                        <p:tav tm="0">
                                          <p:val>
                                            <p:strVal val="#ppt_x"/>
                                          </p:val>
                                        </p:tav>
                                        <p:tav tm="100000">
                                          <p:val>
                                            <p:strVal val="#ppt_x"/>
                                          </p:val>
                                        </p:tav>
                                      </p:tavLst>
                                    </p:anim>
                                    <p:anim calcmode="lin" valueType="num">
                                      <p:cBhvr>
                                        <p:cTn id="9" dur="3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20F48B2-8F02-AA99-D0AF-E87503A3027C}"/>
            </a:ext>
          </a:extLst>
        </p:cNvPr>
        <p:cNvGrpSpPr/>
        <p:nvPr/>
      </p:nvGrpSpPr>
      <p:grpSpPr>
        <a:xfrm>
          <a:off x="0" y="0"/>
          <a:ext cx="0" cy="0"/>
          <a:chOff x="0" y="0"/>
          <a:chExt cx="0" cy="0"/>
        </a:xfrm>
      </p:grpSpPr>
      <p:sp useBgFill="1">
        <p:nvSpPr>
          <p:cNvPr id="1040" name="Rectangle 1039">
            <a:extLst>
              <a:ext uri="{FF2B5EF4-FFF2-40B4-BE49-F238E27FC236}">
                <a16:creationId xmlns:a16="http://schemas.microsoft.com/office/drawing/2014/main" id="{43C3CBF6-EF36-E7C4-5F2B-0BBE961E1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extBox 2">
            <a:extLst>
              <a:ext uri="{FF2B5EF4-FFF2-40B4-BE49-F238E27FC236}">
                <a16:creationId xmlns:a16="http://schemas.microsoft.com/office/drawing/2014/main" id="{FFE62817-8952-D4DD-F9A5-2C07AFD132C9}"/>
              </a:ext>
            </a:extLst>
          </p:cNvPr>
          <p:cNvSpPr txBox="1"/>
          <p:nvPr/>
        </p:nvSpPr>
        <p:spPr>
          <a:xfrm>
            <a:off x="838200" y="365125"/>
            <a:ext cx="7077364" cy="1325563"/>
          </a:xfrm>
          <a:prstGeom prst="rect">
            <a:avLst/>
          </a:prstGeom>
        </p:spPr>
        <p:txBody>
          <a:bodyPr vert="horz" lIns="91440" tIns="45720" rIns="91440" bIns="45720" rtlCol="0" anchor="ctr">
            <a:normAutofit/>
          </a:bodyPr>
          <a:lstStyle/>
          <a:p>
            <a:pPr>
              <a:lnSpc>
                <a:spcPct val="90000"/>
              </a:lnSpc>
              <a:spcBef>
                <a:spcPct val="0"/>
              </a:spcBef>
              <a:spcAft>
                <a:spcPts val="600"/>
              </a:spcAft>
            </a:pPr>
            <a:endParaRPr lang="en-US" sz="4400" dirty="0">
              <a:latin typeface="Lato" panose="020F0502020204030203" pitchFamily="34" charset="0"/>
              <a:ea typeface="+mj-ea"/>
              <a:cs typeface="+mj-cs"/>
            </a:endParaRPr>
          </a:p>
        </p:txBody>
      </p:sp>
      <p:sp>
        <p:nvSpPr>
          <p:cNvPr id="1042" name="!!Arc">
            <a:extLst>
              <a:ext uri="{FF2B5EF4-FFF2-40B4-BE49-F238E27FC236}">
                <a16:creationId xmlns:a16="http://schemas.microsoft.com/office/drawing/2014/main" id="{7FEBAC56-C29F-AA5F-F390-71D44815C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044" name="!!Oval">
            <a:extLst>
              <a:ext uri="{FF2B5EF4-FFF2-40B4-BE49-F238E27FC236}">
                <a16:creationId xmlns:a16="http://schemas.microsoft.com/office/drawing/2014/main" id="{D36B1ABA-8352-05BD-7CF3-741AF81C9C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19" name="Picture 18">
            <a:extLst>
              <a:ext uri="{FF2B5EF4-FFF2-40B4-BE49-F238E27FC236}">
                <a16:creationId xmlns:a16="http://schemas.microsoft.com/office/drawing/2014/main" id="{A868CD48-9F25-2A17-4541-B68E3CD1DA0A}"/>
              </a:ext>
            </a:extLst>
          </p:cNvPr>
          <p:cNvPicPr>
            <a:picLocks noChangeAspect="1"/>
          </p:cNvPicPr>
          <p:nvPr/>
        </p:nvPicPr>
        <p:blipFill>
          <a:blip r:embed="rId2"/>
          <a:stretch>
            <a:fillRect/>
          </a:stretch>
        </p:blipFill>
        <p:spPr>
          <a:xfrm>
            <a:off x="511580" y="758720"/>
            <a:ext cx="11168840" cy="5340559"/>
          </a:xfrm>
          <a:prstGeom prst="rect">
            <a:avLst/>
          </a:prstGeom>
        </p:spPr>
      </p:pic>
    </p:spTree>
    <p:extLst>
      <p:ext uri="{BB962C8B-B14F-4D97-AF65-F5344CB8AC3E}">
        <p14:creationId xmlns:p14="http://schemas.microsoft.com/office/powerpoint/2010/main" val="38286600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B1AF9F7-DE86-5ED9-38DE-B102B25B7D30}"/>
            </a:ext>
          </a:extLst>
        </p:cNvPr>
        <p:cNvGrpSpPr/>
        <p:nvPr/>
      </p:nvGrpSpPr>
      <p:grpSpPr>
        <a:xfrm>
          <a:off x="0" y="0"/>
          <a:ext cx="0" cy="0"/>
          <a:chOff x="0" y="0"/>
          <a:chExt cx="0" cy="0"/>
        </a:xfrm>
      </p:grpSpPr>
      <p:sp useBgFill="1">
        <p:nvSpPr>
          <p:cNvPr id="1040" name="Rectangle 1039">
            <a:extLst>
              <a:ext uri="{FF2B5EF4-FFF2-40B4-BE49-F238E27FC236}">
                <a16:creationId xmlns:a16="http://schemas.microsoft.com/office/drawing/2014/main" id="{7C7F64BB-2C41-4EEB-D9B5-CDE79D5D86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42" name="!!Arc">
            <a:extLst>
              <a:ext uri="{FF2B5EF4-FFF2-40B4-BE49-F238E27FC236}">
                <a16:creationId xmlns:a16="http://schemas.microsoft.com/office/drawing/2014/main" id="{2C85D165-6736-77A6-4865-AE03A8B74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044" name="!!Oval">
            <a:extLst>
              <a:ext uri="{FF2B5EF4-FFF2-40B4-BE49-F238E27FC236}">
                <a16:creationId xmlns:a16="http://schemas.microsoft.com/office/drawing/2014/main" id="{C907C133-AC1D-7192-E8EA-7F9CE78BF1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30" name="Picture 29">
            <a:extLst>
              <a:ext uri="{FF2B5EF4-FFF2-40B4-BE49-F238E27FC236}">
                <a16:creationId xmlns:a16="http://schemas.microsoft.com/office/drawing/2014/main" id="{824D0C95-9E2B-8B11-D2D4-942F60024D32}"/>
              </a:ext>
            </a:extLst>
          </p:cNvPr>
          <p:cNvPicPr>
            <a:picLocks noChangeAspect="1"/>
          </p:cNvPicPr>
          <p:nvPr/>
        </p:nvPicPr>
        <p:blipFill>
          <a:blip r:embed="rId2"/>
          <a:stretch>
            <a:fillRect/>
          </a:stretch>
        </p:blipFill>
        <p:spPr>
          <a:xfrm>
            <a:off x="356118" y="621548"/>
            <a:ext cx="11479763" cy="5614903"/>
          </a:xfrm>
          <a:prstGeom prst="rect">
            <a:avLst/>
          </a:prstGeom>
        </p:spPr>
      </p:pic>
    </p:spTree>
    <p:extLst>
      <p:ext uri="{BB962C8B-B14F-4D97-AF65-F5344CB8AC3E}">
        <p14:creationId xmlns:p14="http://schemas.microsoft.com/office/powerpoint/2010/main" val="38431436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A6E57BD-BA12-833A-05A9-B63B5C4FDB50}"/>
            </a:ext>
          </a:extLst>
        </p:cNvPr>
        <p:cNvGrpSpPr/>
        <p:nvPr/>
      </p:nvGrpSpPr>
      <p:grpSpPr>
        <a:xfrm>
          <a:off x="0" y="0"/>
          <a:ext cx="0" cy="0"/>
          <a:chOff x="0" y="0"/>
          <a:chExt cx="0" cy="0"/>
        </a:xfrm>
      </p:grpSpPr>
      <p:sp useBgFill="1">
        <p:nvSpPr>
          <p:cNvPr id="1040" name="Rectangle 1039">
            <a:extLst>
              <a:ext uri="{FF2B5EF4-FFF2-40B4-BE49-F238E27FC236}">
                <a16:creationId xmlns:a16="http://schemas.microsoft.com/office/drawing/2014/main" id="{98D85282-B3CF-5B45-5B76-FDDD5C776E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42" name="!!Arc">
            <a:extLst>
              <a:ext uri="{FF2B5EF4-FFF2-40B4-BE49-F238E27FC236}">
                <a16:creationId xmlns:a16="http://schemas.microsoft.com/office/drawing/2014/main" id="{22953846-7648-36FD-3F59-14EBDF289A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044" name="!!Oval">
            <a:extLst>
              <a:ext uri="{FF2B5EF4-FFF2-40B4-BE49-F238E27FC236}">
                <a16:creationId xmlns:a16="http://schemas.microsoft.com/office/drawing/2014/main" id="{70FB3FB8-7E03-8557-3AB5-56E33FE1E2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26" name="Picture 25">
            <a:extLst>
              <a:ext uri="{FF2B5EF4-FFF2-40B4-BE49-F238E27FC236}">
                <a16:creationId xmlns:a16="http://schemas.microsoft.com/office/drawing/2014/main" id="{A629689A-E900-6DD6-5EA5-D25081C02745}"/>
              </a:ext>
            </a:extLst>
          </p:cNvPr>
          <p:cNvPicPr>
            <a:picLocks noChangeAspect="1"/>
          </p:cNvPicPr>
          <p:nvPr/>
        </p:nvPicPr>
        <p:blipFill>
          <a:blip r:embed="rId2"/>
          <a:stretch>
            <a:fillRect/>
          </a:stretch>
        </p:blipFill>
        <p:spPr>
          <a:xfrm>
            <a:off x="374408" y="603259"/>
            <a:ext cx="11443184" cy="5651482"/>
          </a:xfrm>
          <a:prstGeom prst="rect">
            <a:avLst/>
          </a:prstGeom>
        </p:spPr>
      </p:pic>
    </p:spTree>
    <p:extLst>
      <p:ext uri="{BB962C8B-B14F-4D97-AF65-F5344CB8AC3E}">
        <p14:creationId xmlns:p14="http://schemas.microsoft.com/office/powerpoint/2010/main" val="8320255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96FC0D8-62DA-A78F-6680-D13532D6D227}"/>
            </a:ext>
          </a:extLst>
        </p:cNvPr>
        <p:cNvGrpSpPr/>
        <p:nvPr/>
      </p:nvGrpSpPr>
      <p:grpSpPr>
        <a:xfrm>
          <a:off x="0" y="0"/>
          <a:ext cx="0" cy="0"/>
          <a:chOff x="0" y="0"/>
          <a:chExt cx="0" cy="0"/>
        </a:xfrm>
      </p:grpSpPr>
      <p:sp useBgFill="1">
        <p:nvSpPr>
          <p:cNvPr id="1040" name="Rectangle 1039">
            <a:extLst>
              <a:ext uri="{FF2B5EF4-FFF2-40B4-BE49-F238E27FC236}">
                <a16:creationId xmlns:a16="http://schemas.microsoft.com/office/drawing/2014/main" id="{AEFAB6AC-AF47-8657-09D2-842D832525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42" name="!!Arc">
            <a:extLst>
              <a:ext uri="{FF2B5EF4-FFF2-40B4-BE49-F238E27FC236}">
                <a16:creationId xmlns:a16="http://schemas.microsoft.com/office/drawing/2014/main" id="{F7125B97-092B-CB3A-1552-FF33A32760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044" name="!!Oval">
            <a:extLst>
              <a:ext uri="{FF2B5EF4-FFF2-40B4-BE49-F238E27FC236}">
                <a16:creationId xmlns:a16="http://schemas.microsoft.com/office/drawing/2014/main" id="{D6FA95CC-8D9D-56C1-68EE-E072CAB50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39" name="Picture 38">
            <a:extLst>
              <a:ext uri="{FF2B5EF4-FFF2-40B4-BE49-F238E27FC236}">
                <a16:creationId xmlns:a16="http://schemas.microsoft.com/office/drawing/2014/main" id="{793DD23C-4B47-2CAC-B8A6-544A082DC5A6}"/>
              </a:ext>
            </a:extLst>
          </p:cNvPr>
          <p:cNvPicPr>
            <a:picLocks noChangeAspect="1"/>
          </p:cNvPicPr>
          <p:nvPr/>
        </p:nvPicPr>
        <p:blipFill>
          <a:blip r:embed="rId2"/>
          <a:stretch>
            <a:fillRect/>
          </a:stretch>
        </p:blipFill>
        <p:spPr>
          <a:xfrm>
            <a:off x="511580" y="518399"/>
            <a:ext cx="11168840" cy="5809992"/>
          </a:xfrm>
          <a:prstGeom prst="rect">
            <a:avLst/>
          </a:prstGeom>
        </p:spPr>
      </p:pic>
    </p:spTree>
    <p:extLst>
      <p:ext uri="{BB962C8B-B14F-4D97-AF65-F5344CB8AC3E}">
        <p14:creationId xmlns:p14="http://schemas.microsoft.com/office/powerpoint/2010/main" val="18017662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7878E5D-1298-88EE-A3C9-F51B001F73FB}"/>
            </a:ext>
          </a:extLst>
        </p:cNvPr>
        <p:cNvGrpSpPr/>
        <p:nvPr/>
      </p:nvGrpSpPr>
      <p:grpSpPr>
        <a:xfrm>
          <a:off x="0" y="0"/>
          <a:ext cx="0" cy="0"/>
          <a:chOff x="0" y="0"/>
          <a:chExt cx="0" cy="0"/>
        </a:xfrm>
      </p:grpSpPr>
      <p:sp useBgFill="1">
        <p:nvSpPr>
          <p:cNvPr id="1040" name="Rectangle 1039">
            <a:extLst>
              <a:ext uri="{FF2B5EF4-FFF2-40B4-BE49-F238E27FC236}">
                <a16:creationId xmlns:a16="http://schemas.microsoft.com/office/drawing/2014/main" id="{365C3DA2-D56E-8ADB-EDD4-C180299076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42" name="!!Arc">
            <a:extLst>
              <a:ext uri="{FF2B5EF4-FFF2-40B4-BE49-F238E27FC236}">
                <a16:creationId xmlns:a16="http://schemas.microsoft.com/office/drawing/2014/main" id="{EFD34339-6FD1-4DA8-39C8-3EE570BD75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044" name="!!Oval">
            <a:extLst>
              <a:ext uri="{FF2B5EF4-FFF2-40B4-BE49-F238E27FC236}">
                <a16:creationId xmlns:a16="http://schemas.microsoft.com/office/drawing/2014/main" id="{92D75268-68DA-09C6-F136-AEBAFDFB4B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38" name="Picture 37">
            <a:extLst>
              <a:ext uri="{FF2B5EF4-FFF2-40B4-BE49-F238E27FC236}">
                <a16:creationId xmlns:a16="http://schemas.microsoft.com/office/drawing/2014/main" id="{58374990-AD41-598C-986B-82360D4B609D}"/>
              </a:ext>
            </a:extLst>
          </p:cNvPr>
          <p:cNvPicPr>
            <a:picLocks noChangeAspect="1"/>
          </p:cNvPicPr>
          <p:nvPr/>
        </p:nvPicPr>
        <p:blipFill>
          <a:blip r:embed="rId2"/>
          <a:stretch>
            <a:fillRect/>
          </a:stretch>
        </p:blipFill>
        <p:spPr>
          <a:xfrm>
            <a:off x="511580" y="542294"/>
            <a:ext cx="11168840" cy="5773412"/>
          </a:xfrm>
          <a:prstGeom prst="rect">
            <a:avLst/>
          </a:prstGeom>
        </p:spPr>
      </p:pic>
    </p:spTree>
    <p:extLst>
      <p:ext uri="{BB962C8B-B14F-4D97-AF65-F5344CB8AC3E}">
        <p14:creationId xmlns:p14="http://schemas.microsoft.com/office/powerpoint/2010/main" val="4119250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D839DE3-F19C-6630-8E6D-358AE164EC89}"/>
            </a:ext>
          </a:extLst>
        </p:cNvPr>
        <p:cNvGrpSpPr/>
        <p:nvPr/>
      </p:nvGrpSpPr>
      <p:grpSpPr>
        <a:xfrm>
          <a:off x="0" y="0"/>
          <a:ext cx="0" cy="0"/>
          <a:chOff x="0" y="0"/>
          <a:chExt cx="0" cy="0"/>
        </a:xfrm>
      </p:grpSpPr>
      <p:sp useBgFill="1">
        <p:nvSpPr>
          <p:cNvPr id="2080" name="Rectangle 2079">
            <a:extLst>
              <a:ext uri="{FF2B5EF4-FFF2-40B4-BE49-F238E27FC236}">
                <a16:creationId xmlns:a16="http://schemas.microsoft.com/office/drawing/2014/main" id="{3E464B84-12F4-BAEE-C239-86C385E215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extBox 1">
            <a:extLst>
              <a:ext uri="{FF2B5EF4-FFF2-40B4-BE49-F238E27FC236}">
                <a16:creationId xmlns:a16="http://schemas.microsoft.com/office/drawing/2014/main" id="{AA17A657-CB77-5CCC-4A52-4632ABBF4199}"/>
              </a:ext>
            </a:extLst>
          </p:cNvPr>
          <p:cNvSpPr txBox="1"/>
          <p:nvPr/>
        </p:nvSpPr>
        <p:spPr>
          <a:xfrm>
            <a:off x="694842" y="376469"/>
            <a:ext cx="7063703"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dirty="0">
                <a:latin typeface="Lato" panose="020F0502020204030203" pitchFamily="34" charset="0"/>
                <a:ea typeface="+mj-ea"/>
                <a:cs typeface="+mj-cs"/>
              </a:rPr>
              <a:t>Self-Start Conversion</a:t>
            </a:r>
          </a:p>
        </p:txBody>
      </p:sp>
      <p:pic>
        <p:nvPicPr>
          <p:cNvPr id="2050" name="Picture 2" descr="129,100+ Academic Research Stock Illustrations, Royalty-Free Vector  Graphics &amp; Clip Art - iStock | Academic research team, Academic research  paper, Academic research publishing">
            <a:extLst>
              <a:ext uri="{FF2B5EF4-FFF2-40B4-BE49-F238E27FC236}">
                <a16:creationId xmlns:a16="http://schemas.microsoft.com/office/drawing/2014/main" id="{F24AE718-FE74-F8C0-8F63-6B8DAF0796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7581" r="20919" b="-1"/>
          <a:stretch/>
        </p:blipFill>
        <p:spPr bwMode="auto">
          <a:xfrm>
            <a:off x="6374920" y="758514"/>
            <a:ext cx="5122238" cy="5122238"/>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a:noFill/>
          <a:extLst>
            <a:ext uri="{909E8E84-426E-40DD-AFC4-6F175D3DCCD1}">
              <a14:hiddenFill xmlns:a14="http://schemas.microsoft.com/office/drawing/2010/main">
                <a:solidFill>
                  <a:srgbClr val="FFFFFF"/>
                </a:solidFill>
              </a14:hiddenFill>
            </a:ext>
          </a:extLst>
        </p:spPr>
      </p:pic>
      <p:sp>
        <p:nvSpPr>
          <p:cNvPr id="2082" name="!!Arc">
            <a:extLst>
              <a:ext uri="{FF2B5EF4-FFF2-40B4-BE49-F238E27FC236}">
                <a16:creationId xmlns:a16="http://schemas.microsoft.com/office/drawing/2014/main" id="{61D52270-A4CE-604C-3CE3-BAE5578A25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084" name="!!Oval">
            <a:extLst>
              <a:ext uri="{FF2B5EF4-FFF2-40B4-BE49-F238E27FC236}">
                <a16:creationId xmlns:a16="http://schemas.microsoft.com/office/drawing/2014/main" id="{BA6E4B04-DBC5-C124-4DD4-BF7817A03D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0A2E801A-8D60-0212-F3D5-14E9544E71FA}"/>
              </a:ext>
            </a:extLst>
          </p:cNvPr>
          <p:cNvPicPr>
            <a:picLocks noChangeAspect="1"/>
          </p:cNvPicPr>
          <p:nvPr/>
        </p:nvPicPr>
        <p:blipFill>
          <a:blip r:embed="rId3"/>
          <a:stretch>
            <a:fillRect/>
          </a:stretch>
        </p:blipFill>
        <p:spPr>
          <a:xfrm>
            <a:off x="734949" y="1581029"/>
            <a:ext cx="4358259" cy="3435776"/>
          </a:xfrm>
          <a:prstGeom prst="rect">
            <a:avLst/>
          </a:prstGeom>
        </p:spPr>
      </p:pic>
      <p:pic>
        <p:nvPicPr>
          <p:cNvPr id="11" name="Picture 10">
            <a:extLst>
              <a:ext uri="{FF2B5EF4-FFF2-40B4-BE49-F238E27FC236}">
                <a16:creationId xmlns:a16="http://schemas.microsoft.com/office/drawing/2014/main" id="{7A93110B-87B0-1908-D295-E43F680F6183}"/>
              </a:ext>
            </a:extLst>
          </p:cNvPr>
          <p:cNvPicPr>
            <a:picLocks noChangeAspect="1"/>
          </p:cNvPicPr>
          <p:nvPr/>
        </p:nvPicPr>
        <p:blipFill>
          <a:blip r:embed="rId4"/>
          <a:stretch>
            <a:fillRect/>
          </a:stretch>
        </p:blipFill>
        <p:spPr>
          <a:xfrm>
            <a:off x="694842" y="5122815"/>
            <a:ext cx="6646581" cy="1635177"/>
          </a:xfrm>
          <a:prstGeom prst="rect">
            <a:avLst/>
          </a:prstGeom>
        </p:spPr>
      </p:pic>
    </p:spTree>
    <p:extLst>
      <p:ext uri="{BB962C8B-B14F-4D97-AF65-F5344CB8AC3E}">
        <p14:creationId xmlns:p14="http://schemas.microsoft.com/office/powerpoint/2010/main" val="497513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80" name="Rectangle 2079">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extBox 1">
            <a:extLst>
              <a:ext uri="{FF2B5EF4-FFF2-40B4-BE49-F238E27FC236}">
                <a16:creationId xmlns:a16="http://schemas.microsoft.com/office/drawing/2014/main" id="{23559C75-5084-357D-624A-C99BA588832A}"/>
              </a:ext>
            </a:extLst>
          </p:cNvPr>
          <p:cNvSpPr txBox="1"/>
          <p:nvPr/>
        </p:nvSpPr>
        <p:spPr>
          <a:xfrm>
            <a:off x="694842" y="376469"/>
            <a:ext cx="7063703"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b="1" dirty="0">
                <a:latin typeface="Tenorite"/>
                <a:ea typeface="+mj-ea"/>
                <a:cs typeface="+mj-cs"/>
              </a:rPr>
              <a:t>Self-Start Conversion</a:t>
            </a:r>
          </a:p>
        </p:txBody>
      </p:sp>
      <p:pic>
        <p:nvPicPr>
          <p:cNvPr id="2050" name="Picture 2" descr="129,100+ Academic Research Stock Illustrations, Royalty-Free Vector  Graphics &amp; Clip Art - iStock | Academic research team, Academic research  paper, Academic research publishing">
            <a:extLst>
              <a:ext uri="{FF2B5EF4-FFF2-40B4-BE49-F238E27FC236}">
                <a16:creationId xmlns:a16="http://schemas.microsoft.com/office/drawing/2014/main" id="{E62EA89E-93B9-6BA8-2C54-4BE94F62E0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7581" r="20919" b="-1"/>
          <a:stretch/>
        </p:blipFill>
        <p:spPr bwMode="auto">
          <a:xfrm>
            <a:off x="7449536" y="1735437"/>
            <a:ext cx="4389546" cy="4389546"/>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C2AF224-7AE4-D835-5B07-B461A6530D11}"/>
              </a:ext>
            </a:extLst>
          </p:cNvPr>
          <p:cNvSpPr txBox="1"/>
          <p:nvPr/>
        </p:nvSpPr>
        <p:spPr>
          <a:xfrm>
            <a:off x="252047" y="1690688"/>
            <a:ext cx="7249514" cy="4437429"/>
          </a:xfrm>
          <a:prstGeom prst="rect">
            <a:avLst/>
          </a:prstGeom>
        </p:spPr>
        <p:txBody>
          <a:bodyPr vert="horz" lIns="91440" tIns="45720" rIns="91440" bIns="45720" rtlCol="0" anchor="t">
            <a:noAutofit/>
          </a:bodyPr>
          <a:lstStyle/>
          <a:p>
            <a:pPr marL="285750" marR="0" lvl="0" indent="-228600">
              <a:lnSpc>
                <a:spcPct val="90000"/>
              </a:lnSpc>
              <a:spcBef>
                <a:spcPts val="0"/>
              </a:spcBef>
              <a:spcAft>
                <a:spcPts val="0"/>
              </a:spcAft>
              <a:buFont typeface="Arial" panose="020B0604020202020204" pitchFamily="34" charset="0"/>
              <a:buChar char="•"/>
            </a:pPr>
            <a:r>
              <a:rPr lang="en-US" sz="1600" dirty="0">
                <a:effectLst/>
                <a:latin typeface="Tenorite"/>
              </a:rPr>
              <a:t>Clients will do the conversion themselves</a:t>
            </a:r>
          </a:p>
          <a:p>
            <a:pPr marL="57150" marR="0" lvl="0">
              <a:lnSpc>
                <a:spcPct val="90000"/>
              </a:lnSpc>
              <a:spcBef>
                <a:spcPts val="0"/>
              </a:spcBef>
              <a:spcAft>
                <a:spcPts val="0"/>
              </a:spcAft>
            </a:pPr>
            <a:endParaRPr lang="en-US" sz="1600" dirty="0">
              <a:effectLst/>
              <a:latin typeface="Tenorite" panose="00000500000000000000" pitchFamily="2" charset="0"/>
            </a:endParaRPr>
          </a:p>
          <a:p>
            <a:pPr marL="285750" marR="0" lvl="0" indent="-228600">
              <a:lnSpc>
                <a:spcPct val="90000"/>
              </a:lnSpc>
              <a:spcBef>
                <a:spcPts val="0"/>
              </a:spcBef>
              <a:spcAft>
                <a:spcPts val="0"/>
              </a:spcAft>
              <a:buFont typeface="Arial" panose="020B0604020202020204" pitchFamily="34" charset="0"/>
              <a:buChar char="•"/>
            </a:pPr>
            <a:r>
              <a:rPr lang="en-US" sz="1600" dirty="0">
                <a:effectLst/>
                <a:latin typeface="Tenorite"/>
              </a:rPr>
              <a:t>EC to ask clients when they would like to receive the self-start email</a:t>
            </a:r>
          </a:p>
          <a:p>
            <a:pPr marL="742950" lvl="1" indent="-228600">
              <a:lnSpc>
                <a:spcPct val="90000"/>
              </a:lnSpc>
              <a:buFont typeface="Arial" panose="020B0604020202020204" pitchFamily="34" charset="0"/>
              <a:buChar char="•"/>
            </a:pPr>
            <a:r>
              <a:rPr lang="en-US" sz="1600" dirty="0">
                <a:latin typeface="Tenorite"/>
              </a:rPr>
              <a:t>EC to reach out to Scheduling team to schedule self-start </a:t>
            </a:r>
          </a:p>
          <a:p>
            <a:pPr marL="1200150" lvl="2" indent="-228600">
              <a:lnSpc>
                <a:spcPct val="90000"/>
              </a:lnSpc>
              <a:buFont typeface="Arial" panose="020B0604020202020204" pitchFamily="34" charset="0"/>
              <a:buChar char="•"/>
            </a:pPr>
            <a:r>
              <a:rPr lang="en-US" sz="1600" dirty="0">
                <a:latin typeface="Tenorite"/>
              </a:rPr>
              <a:t>If applicable provide property to mirror – for screening orders</a:t>
            </a:r>
          </a:p>
          <a:p>
            <a:pPr marL="971550" lvl="2">
              <a:lnSpc>
                <a:spcPct val="90000"/>
              </a:lnSpc>
            </a:pPr>
            <a:endParaRPr lang="en-US" sz="1600" dirty="0">
              <a:latin typeface="Tenorite" panose="00000500000000000000" pitchFamily="2" charset="0"/>
            </a:endParaRPr>
          </a:p>
          <a:p>
            <a:pPr marL="285750" indent="-228600">
              <a:lnSpc>
                <a:spcPct val="90000"/>
              </a:lnSpc>
              <a:buFont typeface="Arial" panose="020B0604020202020204" pitchFamily="34" charset="0"/>
              <a:buChar char="•"/>
            </a:pPr>
            <a:r>
              <a:rPr lang="fr-FR" sz="1600">
                <a:latin typeface="Tenorite"/>
              </a:rPr>
              <a:t>Conversion Support </a:t>
            </a:r>
            <a:r>
              <a:rPr lang="fr-FR" sz="1600" dirty="0">
                <a:latin typeface="Tenorite"/>
                <a:hlinkClick r:id="rId3"/>
              </a:rPr>
              <a:t>conversions@realpage.com</a:t>
            </a:r>
            <a:endParaRPr lang="fr-FR" sz="1600" dirty="0">
              <a:latin typeface="Tenorite"/>
            </a:endParaRPr>
          </a:p>
          <a:p>
            <a:pPr marL="57150">
              <a:lnSpc>
                <a:spcPct val="90000"/>
              </a:lnSpc>
            </a:pPr>
            <a:endParaRPr lang="fr-FR" sz="1600" dirty="0">
              <a:latin typeface="Tenorite" panose="00000500000000000000" pitchFamily="2" charset="0"/>
            </a:endParaRPr>
          </a:p>
          <a:p>
            <a:pPr marL="285750" indent="-228600">
              <a:lnSpc>
                <a:spcPct val="90000"/>
              </a:lnSpc>
              <a:buFont typeface="Arial" panose="020B0604020202020204" pitchFamily="34" charset="0"/>
              <a:buChar char="•"/>
            </a:pPr>
            <a:r>
              <a:rPr lang="fr-FR" sz="1600" dirty="0">
                <a:latin typeface="Tenorite"/>
              </a:rPr>
              <a:t>Client </a:t>
            </a:r>
            <a:r>
              <a:rPr lang="fr-FR" sz="1600" dirty="0" err="1">
                <a:latin typeface="Tenorite"/>
              </a:rPr>
              <a:t>dependent</a:t>
            </a:r>
            <a:r>
              <a:rPr lang="fr-FR" sz="1600" dirty="0">
                <a:latin typeface="Tenorite"/>
              </a:rPr>
              <a:t> Timelines</a:t>
            </a:r>
            <a:endParaRPr lang="fr-FR" sz="1600">
              <a:latin typeface="Tenorite"/>
              <a:cs typeface="Arial"/>
            </a:endParaRPr>
          </a:p>
          <a:p>
            <a:pPr marL="742950" lvl="1" indent="-228600">
              <a:lnSpc>
                <a:spcPct val="90000"/>
              </a:lnSpc>
              <a:buFont typeface="Arial" panose="020B0604020202020204" pitchFamily="34" charset="0"/>
              <a:buChar char="•"/>
            </a:pPr>
            <a:r>
              <a:rPr lang="fr-FR" sz="1600" dirty="0">
                <a:latin typeface="Tenorite"/>
              </a:rPr>
              <a:t>EC to </a:t>
            </a:r>
            <a:r>
              <a:rPr lang="fr-FR" sz="1600" dirty="0" err="1">
                <a:latin typeface="Tenorite"/>
              </a:rPr>
              <a:t>ask</a:t>
            </a:r>
            <a:r>
              <a:rPr lang="fr-FR" sz="1600" dirty="0">
                <a:latin typeface="Tenorite"/>
              </a:rPr>
              <a:t> for </a:t>
            </a:r>
            <a:r>
              <a:rPr lang="fr-FR" sz="1600" dirty="0" err="1">
                <a:latin typeface="Tenorite"/>
              </a:rPr>
              <a:t>client’s</a:t>
            </a:r>
            <a:r>
              <a:rPr lang="fr-FR" sz="1600" dirty="0">
                <a:latin typeface="Tenorite"/>
              </a:rPr>
              <a:t> </a:t>
            </a:r>
            <a:r>
              <a:rPr lang="fr-FR" sz="1600" dirty="0" err="1">
                <a:latin typeface="Tenorite"/>
              </a:rPr>
              <a:t>target</a:t>
            </a:r>
            <a:r>
              <a:rPr lang="fr-FR" sz="1600" dirty="0">
                <a:latin typeface="Tenorite"/>
              </a:rPr>
              <a:t> go live </a:t>
            </a:r>
          </a:p>
          <a:p>
            <a:pPr marL="514350" lvl="1">
              <a:lnSpc>
                <a:spcPct val="90000"/>
              </a:lnSpc>
            </a:pPr>
            <a:endParaRPr lang="fr-FR" sz="1600" dirty="0">
              <a:latin typeface="Tenorite" panose="00000500000000000000" pitchFamily="2" charset="0"/>
            </a:endParaRPr>
          </a:p>
          <a:p>
            <a:pPr marL="285750" indent="-228600">
              <a:lnSpc>
                <a:spcPct val="90000"/>
              </a:lnSpc>
              <a:buFont typeface="Arial" panose="020B0604020202020204" pitchFamily="34" charset="0"/>
              <a:buChar char="•"/>
            </a:pPr>
            <a:r>
              <a:rPr lang="fr-FR" sz="1600" dirty="0">
                <a:latin typeface="Tenorite"/>
              </a:rPr>
              <a:t>ICD date in Salesforce </a:t>
            </a:r>
            <a:r>
              <a:rPr lang="fr-FR" sz="1600" dirty="0" err="1">
                <a:latin typeface="Tenorite"/>
              </a:rPr>
              <a:t>is</a:t>
            </a:r>
            <a:r>
              <a:rPr lang="fr-FR" sz="1600" dirty="0">
                <a:latin typeface="Tenorite"/>
              </a:rPr>
              <a:t> </a:t>
            </a:r>
            <a:r>
              <a:rPr lang="fr-FR" sz="1600" dirty="0" err="1">
                <a:latin typeface="Tenorite"/>
              </a:rPr>
              <a:t>based</a:t>
            </a:r>
            <a:r>
              <a:rPr lang="fr-FR" sz="1600" dirty="0">
                <a:latin typeface="Tenorite"/>
              </a:rPr>
              <a:t> on </a:t>
            </a:r>
            <a:r>
              <a:rPr lang="fr-FR" sz="1600" dirty="0" err="1">
                <a:latin typeface="Tenorite"/>
              </a:rPr>
              <a:t>when</a:t>
            </a:r>
            <a:r>
              <a:rPr lang="fr-FR" sz="1600" dirty="0">
                <a:latin typeface="Tenorite"/>
              </a:rPr>
              <a:t> the self-start email </a:t>
            </a:r>
            <a:r>
              <a:rPr lang="fr-FR" sz="1600" dirty="0" err="1">
                <a:latin typeface="Tenorite"/>
              </a:rPr>
              <a:t>was</a:t>
            </a:r>
            <a:r>
              <a:rPr lang="fr-FR" sz="1600" dirty="0">
                <a:latin typeface="Tenorite"/>
              </a:rPr>
              <a:t> sent</a:t>
            </a:r>
          </a:p>
          <a:p>
            <a:pPr marL="742950" lvl="1" indent="-228600">
              <a:lnSpc>
                <a:spcPct val="90000"/>
              </a:lnSpc>
              <a:buFont typeface="Arial" panose="020B0604020202020204" pitchFamily="34" charset="0"/>
              <a:buChar char="•"/>
            </a:pPr>
            <a:r>
              <a:rPr lang="fr-FR" sz="1600" b="1" dirty="0">
                <a:latin typeface="Tenorite"/>
              </a:rPr>
              <a:t>REMINDER: DO NOT use the ICD date as </a:t>
            </a:r>
            <a:r>
              <a:rPr lang="fr-FR" sz="1600" b="1" dirty="0" err="1">
                <a:latin typeface="Tenorite"/>
              </a:rPr>
              <a:t>your</a:t>
            </a:r>
            <a:r>
              <a:rPr lang="fr-FR" sz="1600" b="1" dirty="0">
                <a:latin typeface="Tenorite"/>
              </a:rPr>
              <a:t> </a:t>
            </a:r>
            <a:r>
              <a:rPr lang="fr-FR" sz="1600" b="1" dirty="0" err="1">
                <a:latin typeface="Tenorite"/>
              </a:rPr>
              <a:t>OneSite</a:t>
            </a:r>
            <a:r>
              <a:rPr lang="fr-FR" sz="1600" b="1" dirty="0">
                <a:latin typeface="Tenorite"/>
              </a:rPr>
              <a:t> go live date</a:t>
            </a:r>
          </a:p>
          <a:p>
            <a:pPr marL="742950" lvl="1" indent="-228600">
              <a:lnSpc>
                <a:spcPct val="90000"/>
              </a:lnSpc>
              <a:buFont typeface="Arial" panose="020B0604020202020204" pitchFamily="34" charset="0"/>
              <a:buChar char="•"/>
            </a:pPr>
            <a:r>
              <a:rPr lang="fr-FR" sz="1600" dirty="0" err="1">
                <a:latin typeface="Tenorite"/>
              </a:rPr>
              <a:t>Where</a:t>
            </a:r>
            <a:r>
              <a:rPr lang="fr-FR" sz="1600" dirty="0">
                <a:latin typeface="Tenorite"/>
              </a:rPr>
              <a:t> to check </a:t>
            </a:r>
            <a:r>
              <a:rPr lang="fr-FR" sz="1600" dirty="0" err="1">
                <a:latin typeface="Tenorite"/>
              </a:rPr>
              <a:t>OneSite</a:t>
            </a:r>
            <a:r>
              <a:rPr lang="fr-FR" sz="1600" dirty="0">
                <a:latin typeface="Tenorite"/>
              </a:rPr>
              <a:t> go live:</a:t>
            </a:r>
          </a:p>
          <a:p>
            <a:pPr marL="1200150" lvl="2" indent="-228600">
              <a:lnSpc>
                <a:spcPct val="90000"/>
              </a:lnSpc>
              <a:buFont typeface="Arial" panose="020B0604020202020204" pitchFamily="34" charset="0"/>
              <a:buChar char="•"/>
            </a:pPr>
            <a:r>
              <a:rPr lang="fr-FR" sz="1600" dirty="0">
                <a:latin typeface="Tenorite"/>
                <a:hlinkClick r:id="rId4"/>
              </a:rPr>
              <a:t>Engagement Management Self Starts</a:t>
            </a:r>
            <a:endParaRPr lang="fr-FR" sz="1600">
              <a:latin typeface="Tenorite"/>
            </a:endParaRPr>
          </a:p>
          <a:p>
            <a:pPr marL="1200150" lvl="2" indent="-228600">
              <a:lnSpc>
                <a:spcPct val="90000"/>
              </a:lnSpc>
              <a:buFont typeface="Arial" panose="020B0604020202020204" pitchFamily="34" charset="0"/>
              <a:buChar char="•"/>
            </a:pPr>
            <a:r>
              <a:rPr lang="fr-FR" sz="1600" dirty="0">
                <a:latin typeface="Tenorite"/>
                <a:hlinkClick r:id="rId5"/>
              </a:rPr>
              <a:t>Digital Dashboard</a:t>
            </a:r>
            <a:endParaRPr lang="fr-FR" sz="1600" dirty="0">
              <a:latin typeface="Tenorite"/>
            </a:endParaRPr>
          </a:p>
          <a:p>
            <a:pPr marL="1200150" lvl="2" indent="-228600">
              <a:lnSpc>
                <a:spcPct val="90000"/>
              </a:lnSpc>
              <a:buFont typeface="Arial" panose="020B0604020202020204" pitchFamily="34" charset="0"/>
              <a:buChar char="•"/>
            </a:pPr>
            <a:r>
              <a:rPr lang="fr-FR" sz="1600" dirty="0" err="1">
                <a:latin typeface="Tenorite"/>
              </a:rPr>
              <a:t>OneSite</a:t>
            </a:r>
            <a:r>
              <a:rPr lang="fr-FR" sz="1600" dirty="0">
                <a:latin typeface="Tenorite"/>
              </a:rPr>
              <a:t> go live date on </a:t>
            </a:r>
            <a:r>
              <a:rPr lang="fr-FR" sz="1600" dirty="0" err="1">
                <a:latin typeface="Tenorite"/>
              </a:rPr>
              <a:t>any</a:t>
            </a:r>
            <a:r>
              <a:rPr lang="fr-FR" sz="1600" dirty="0">
                <a:latin typeface="Tenorite"/>
              </a:rPr>
              <a:t> SF </a:t>
            </a:r>
            <a:r>
              <a:rPr lang="fr-FR" sz="1600" dirty="0" err="1">
                <a:latin typeface="Tenorite"/>
              </a:rPr>
              <a:t>Order</a:t>
            </a:r>
            <a:r>
              <a:rPr lang="fr-FR" sz="1600" dirty="0">
                <a:latin typeface="Tenorite"/>
              </a:rPr>
              <a:t> (</a:t>
            </a:r>
            <a:r>
              <a:rPr lang="fr-FR" sz="1600" dirty="0" err="1">
                <a:latin typeface="Tenorite"/>
              </a:rPr>
              <a:t>Order</a:t>
            </a:r>
            <a:r>
              <a:rPr lang="fr-FR" sz="1600" dirty="0">
                <a:latin typeface="Tenorite"/>
              </a:rPr>
              <a:t> </a:t>
            </a:r>
            <a:r>
              <a:rPr lang="fr-FR" sz="1600" dirty="0" err="1">
                <a:latin typeface="Tenorite"/>
              </a:rPr>
              <a:t>details</a:t>
            </a:r>
            <a:r>
              <a:rPr lang="fr-FR" sz="1600" dirty="0">
                <a:latin typeface="Tenorite"/>
              </a:rPr>
              <a:t>)</a:t>
            </a:r>
          </a:p>
          <a:p>
            <a:pPr marL="742950" lvl="1" indent="-228600">
              <a:lnSpc>
                <a:spcPct val="90000"/>
              </a:lnSpc>
              <a:buFont typeface="Arial" panose="020B0604020202020204" pitchFamily="34" charset="0"/>
              <a:buChar char="•"/>
            </a:pPr>
            <a:endParaRPr lang="fr-FR" sz="1600" dirty="0">
              <a:latin typeface="Tenorite" panose="00000500000000000000" pitchFamily="2" charset="0"/>
            </a:endParaRPr>
          </a:p>
          <a:p>
            <a:pPr marL="285750" indent="-228600">
              <a:lnSpc>
                <a:spcPct val="90000"/>
              </a:lnSpc>
              <a:buFont typeface="Arial" panose="020B0604020202020204" pitchFamily="34" charset="0"/>
              <a:buChar char="•"/>
            </a:pPr>
            <a:endParaRPr lang="en-US" sz="1600" dirty="0">
              <a:effectLst/>
              <a:latin typeface="Tenorite" panose="00000500000000000000" pitchFamily="2" charset="0"/>
            </a:endParaRPr>
          </a:p>
          <a:p>
            <a:pPr marR="0" lvl="1" indent="-228600">
              <a:lnSpc>
                <a:spcPct val="90000"/>
              </a:lnSpc>
              <a:spcBef>
                <a:spcPts val="0"/>
              </a:spcBef>
              <a:spcAft>
                <a:spcPts val="800"/>
              </a:spcAft>
              <a:buFont typeface="Arial" panose="020B0604020202020204" pitchFamily="34" charset="0"/>
              <a:buChar char="•"/>
            </a:pPr>
            <a:endParaRPr lang="en-US" sz="1600" dirty="0">
              <a:effectLst/>
              <a:latin typeface="Tenorite"/>
              <a:cs typeface="Arial"/>
            </a:endParaRPr>
          </a:p>
          <a:p>
            <a:pPr indent="-228600">
              <a:lnSpc>
                <a:spcPct val="90000"/>
              </a:lnSpc>
              <a:buFont typeface="Arial" panose="020B0604020202020204" pitchFamily="34" charset="0"/>
              <a:buChar char="•"/>
            </a:pPr>
            <a:endParaRPr lang="en-US" sz="1600" dirty="0">
              <a:latin typeface="Tenorite"/>
              <a:cs typeface="Arial"/>
            </a:endParaRPr>
          </a:p>
        </p:txBody>
      </p:sp>
      <p:sp>
        <p:nvSpPr>
          <p:cNvPr id="2082"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084"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516711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94" name="Rectangle 3093">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extBox 1">
            <a:extLst>
              <a:ext uri="{FF2B5EF4-FFF2-40B4-BE49-F238E27FC236}">
                <a16:creationId xmlns:a16="http://schemas.microsoft.com/office/drawing/2014/main" id="{23559C75-5084-357D-624A-C99BA588832A}"/>
              </a:ext>
            </a:extLst>
          </p:cNvPr>
          <p:cNvSpPr txBox="1"/>
          <p:nvPr/>
        </p:nvSpPr>
        <p:spPr>
          <a:xfrm>
            <a:off x="320432" y="218586"/>
            <a:ext cx="10268206" cy="1306025"/>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b="1">
                <a:latin typeface="Tenorite"/>
                <a:ea typeface="+mj-ea"/>
                <a:cs typeface="+mj-cs"/>
              </a:rPr>
              <a:t>Standard Data/+Upgraded </a:t>
            </a:r>
            <a:r>
              <a:rPr lang="en-US" sz="4400" b="1" dirty="0">
                <a:latin typeface="Tenorite"/>
                <a:ea typeface="+mj-ea"/>
                <a:cs typeface="+mj-cs"/>
              </a:rPr>
              <a:t>Conversion</a:t>
            </a:r>
          </a:p>
        </p:txBody>
      </p:sp>
      <p:sp>
        <p:nvSpPr>
          <p:cNvPr id="5" name="TextBox 4">
            <a:extLst>
              <a:ext uri="{FF2B5EF4-FFF2-40B4-BE49-F238E27FC236}">
                <a16:creationId xmlns:a16="http://schemas.microsoft.com/office/drawing/2014/main" id="{9C2AF224-7AE4-D835-5B07-B461A6530D11}"/>
              </a:ext>
            </a:extLst>
          </p:cNvPr>
          <p:cNvSpPr txBox="1"/>
          <p:nvPr/>
        </p:nvSpPr>
        <p:spPr>
          <a:xfrm>
            <a:off x="301923" y="1425087"/>
            <a:ext cx="6621673" cy="4751876"/>
          </a:xfrm>
          <a:prstGeom prst="rect">
            <a:avLst/>
          </a:prstGeom>
        </p:spPr>
        <p:txBody>
          <a:bodyPr vert="horz" lIns="91440" tIns="45720" rIns="91440" bIns="45720" rtlCol="0" anchor="t">
            <a:noAutofit/>
          </a:bodyPr>
          <a:lstStyle/>
          <a:p>
            <a:pPr marL="342900" marR="0" lvl="0" indent="-228600">
              <a:lnSpc>
                <a:spcPct val="90000"/>
              </a:lnSpc>
              <a:spcBef>
                <a:spcPts val="0"/>
              </a:spcBef>
              <a:spcAft>
                <a:spcPts val="0"/>
              </a:spcAft>
              <a:buFont typeface="Arial" panose="020B0604020202020204" pitchFamily="34" charset="0"/>
              <a:buChar char="•"/>
            </a:pPr>
            <a:r>
              <a:rPr lang="en-US" sz="1900">
                <a:latin typeface="Tenorite"/>
                <a:ea typeface="Lato Medium"/>
                <a:cs typeface="Lato Medium"/>
              </a:rPr>
              <a:t>RP will do the conversion</a:t>
            </a:r>
            <a:endParaRPr lang="en-US" sz="1900">
              <a:cs typeface="Arial"/>
            </a:endParaRPr>
          </a:p>
          <a:p>
            <a:pPr marL="342900" marR="0" lvl="0" indent="-228600">
              <a:lnSpc>
                <a:spcPct val="90000"/>
              </a:lnSpc>
              <a:spcBef>
                <a:spcPts val="0"/>
              </a:spcBef>
              <a:spcAft>
                <a:spcPts val="0"/>
              </a:spcAft>
              <a:buFont typeface="Arial" panose="020B0604020202020204" pitchFamily="34" charset="0"/>
              <a:buChar char="•"/>
            </a:pPr>
            <a:r>
              <a:rPr lang="en-US" sz="1900">
                <a:latin typeface="Tenorite"/>
                <a:ea typeface="Lato Medium"/>
                <a:cs typeface="Lato Medium"/>
              </a:rPr>
              <a:t>Reach out to scheduling for available conversion </a:t>
            </a:r>
            <a:r>
              <a:rPr lang="en-US" sz="1900" dirty="0">
                <a:latin typeface="Tenorite"/>
                <a:ea typeface="Lato Medium"/>
                <a:cs typeface="Lato Medium"/>
              </a:rPr>
              <a:t>schedules</a:t>
            </a:r>
          </a:p>
          <a:p>
            <a:pPr marL="800100" lvl="1" indent="-228600">
              <a:lnSpc>
                <a:spcPct val="90000"/>
              </a:lnSpc>
              <a:buFont typeface="Arial" panose="020B0604020202020204" pitchFamily="34" charset="0"/>
              <a:buChar char="•"/>
            </a:pPr>
            <a:r>
              <a:rPr lang="en-US" sz="1900" dirty="0">
                <a:latin typeface="Tenorite"/>
                <a:ea typeface="Lato Medium"/>
                <a:cs typeface="Lato Medium"/>
                <a:hlinkClick r:id="rId2"/>
              </a:rPr>
              <a:t>Conversion Scheduling Weeks in Salesforce</a:t>
            </a:r>
            <a:endParaRPr lang="en-US" sz="1900" dirty="0">
              <a:latin typeface="Tenorite"/>
              <a:ea typeface="Lato Medium"/>
              <a:cs typeface="Lato Medium"/>
            </a:endParaRPr>
          </a:p>
          <a:p>
            <a:pPr marL="1257300" lvl="2" indent="-228600">
              <a:lnSpc>
                <a:spcPct val="90000"/>
              </a:lnSpc>
              <a:buFont typeface="Arial" panose="020B0604020202020204" pitchFamily="34" charset="0"/>
              <a:buChar char="•"/>
            </a:pPr>
            <a:r>
              <a:rPr lang="en-US" sz="1900" b="1">
                <a:latin typeface="Tenorite"/>
                <a:ea typeface="Lato Medium"/>
                <a:cs typeface="Lato Medium"/>
              </a:rPr>
              <a:t>Limited slots</a:t>
            </a:r>
            <a:r>
              <a:rPr lang="en-US" sz="1900">
                <a:latin typeface="Tenorite"/>
                <a:ea typeface="Lato Medium"/>
                <a:cs typeface="Lato Medium"/>
              </a:rPr>
              <a:t> per schedule</a:t>
            </a:r>
            <a:endParaRPr lang="en-US" sz="1900" dirty="0">
              <a:latin typeface="Tenorite"/>
              <a:ea typeface="Lato Medium"/>
              <a:cs typeface="Lato Medium"/>
            </a:endParaRPr>
          </a:p>
          <a:p>
            <a:pPr marL="1257300" lvl="2" indent="-228600">
              <a:lnSpc>
                <a:spcPct val="90000"/>
              </a:lnSpc>
              <a:buFont typeface="Arial" panose="020B0604020202020204" pitchFamily="34" charset="0"/>
              <a:buChar char="•"/>
            </a:pPr>
            <a:r>
              <a:rPr lang="en-US" sz="1900">
                <a:latin typeface="Tenorite"/>
                <a:ea typeface="Lato Medium"/>
                <a:cs typeface="Lato Medium"/>
              </a:rPr>
              <a:t>Special reminders on some schedules</a:t>
            </a:r>
            <a:endParaRPr lang="en-US" sz="1900" dirty="0">
              <a:latin typeface="Tenorite"/>
              <a:ea typeface="Lato Medium"/>
              <a:cs typeface="Lato Medium"/>
            </a:endParaRPr>
          </a:p>
          <a:p>
            <a:pPr marL="400050" indent="-285750">
              <a:lnSpc>
                <a:spcPct val="90000"/>
              </a:lnSpc>
              <a:buFont typeface="Arial" panose="020B0604020202020204" pitchFamily="34" charset="0"/>
              <a:buChar char="•"/>
            </a:pPr>
            <a:r>
              <a:rPr lang="fr-FR" sz="1900" b="1" dirty="0" err="1">
                <a:latin typeface="Tenorite"/>
                <a:ea typeface="Lato Medium"/>
                <a:cs typeface="Lato Medium"/>
              </a:rPr>
              <a:t>Realpage.Migrations</a:t>
            </a:r>
            <a:r>
              <a:rPr lang="fr-FR" sz="1900" dirty="0">
                <a:latin typeface="Tenorite"/>
                <a:ea typeface="Lato Medium"/>
                <a:cs typeface="Lato Medium"/>
              </a:rPr>
              <a:t> </a:t>
            </a:r>
            <a:r>
              <a:rPr lang="fr-FR" sz="1900" dirty="0">
                <a:latin typeface="Tenorite"/>
                <a:ea typeface="Lato Medium"/>
                <a:cs typeface="Lato Medium"/>
                <a:hlinkClick r:id="rId3"/>
              </a:rPr>
              <a:t>RealpageMigrations2</a:t>
            </a:r>
            <a:r>
              <a:rPr lang="fr-FR" sz="1900" dirty="0">
                <a:latin typeface="Tenorite"/>
                <a:ea typeface="Lato Medium"/>
                <a:cs typeface="Lato Medium"/>
                <a:hlinkClick r:id="rId3"/>
              </a:rPr>
              <a:t>@RealPage.com</a:t>
            </a:r>
            <a:endParaRPr lang="fr-FR" sz="1900" dirty="0">
              <a:latin typeface="Tenorite"/>
              <a:ea typeface="Lato Medium"/>
              <a:cs typeface="Lato Medium"/>
            </a:endParaRPr>
          </a:p>
          <a:p>
            <a:pPr marL="857250" lvl="1" indent="-285750">
              <a:lnSpc>
                <a:spcPct val="90000"/>
              </a:lnSpc>
              <a:buFont typeface="Arial" panose="020B0604020202020204" pitchFamily="34" charset="0"/>
              <a:buChar char="•"/>
            </a:pPr>
            <a:r>
              <a:rPr lang="fr-FR" sz="1900" err="1">
                <a:latin typeface="Tenorite"/>
                <a:ea typeface="Lato Medium"/>
                <a:cs typeface="Lato Medium"/>
              </a:rPr>
              <a:t>Determine</a:t>
            </a:r>
            <a:r>
              <a:rPr lang="fr-FR" sz="1900" dirty="0">
                <a:latin typeface="Tenorite"/>
                <a:ea typeface="Lato Medium"/>
                <a:cs typeface="Lato Medium"/>
              </a:rPr>
              <a:t> </a:t>
            </a:r>
            <a:r>
              <a:rPr lang="fr-FR" sz="1900" err="1">
                <a:latin typeface="Tenorite"/>
                <a:ea typeface="Lato Medium"/>
                <a:cs typeface="Lato Medium"/>
              </a:rPr>
              <a:t>assigned</a:t>
            </a:r>
            <a:r>
              <a:rPr lang="fr-FR" sz="1900" dirty="0">
                <a:latin typeface="Tenorite"/>
                <a:ea typeface="Lato Medium"/>
                <a:cs typeface="Lato Medium"/>
              </a:rPr>
              <a:t> </a:t>
            </a:r>
            <a:r>
              <a:rPr lang="fr-FR" sz="1900" err="1">
                <a:latin typeface="Tenorite"/>
                <a:ea typeface="Lato Medium"/>
                <a:cs typeface="Lato Medium"/>
              </a:rPr>
              <a:t>Implementation</a:t>
            </a:r>
            <a:r>
              <a:rPr lang="fr-FR" sz="1900">
                <a:latin typeface="Tenorite"/>
                <a:ea typeface="Lato Medium"/>
                <a:cs typeface="Lato Medium"/>
              </a:rPr>
              <a:t> </a:t>
            </a:r>
            <a:r>
              <a:rPr lang="fr-FR" sz="1900" err="1">
                <a:latin typeface="Tenorite"/>
                <a:ea typeface="Lato Medium"/>
                <a:cs typeface="Lato Medium"/>
              </a:rPr>
              <a:t>Analyst</a:t>
            </a:r>
            <a:endParaRPr lang="fr-FR" sz="1900" dirty="0" err="1">
              <a:latin typeface="Tenorite"/>
              <a:ea typeface="Lato Medium"/>
              <a:cs typeface="Lato Medium"/>
            </a:endParaRPr>
          </a:p>
          <a:p>
            <a:pPr marL="400050" indent="-285750">
              <a:lnSpc>
                <a:spcPct val="90000"/>
              </a:lnSpc>
              <a:buFont typeface="Arial" panose="020B0604020202020204" pitchFamily="34" charset="0"/>
              <a:buChar char="•"/>
            </a:pPr>
            <a:r>
              <a:rPr lang="fr-FR" sz="1900" err="1">
                <a:latin typeface="Tenorite"/>
                <a:ea typeface="Lato Medium"/>
                <a:cs typeface="Lato Medium"/>
              </a:rPr>
              <a:t>Deliverables</a:t>
            </a:r>
            <a:r>
              <a:rPr lang="fr-FR" sz="1900" dirty="0">
                <a:latin typeface="Tenorite"/>
                <a:ea typeface="Lato Medium"/>
                <a:cs typeface="Lato Medium"/>
              </a:rPr>
              <a:t> in </a:t>
            </a:r>
            <a:r>
              <a:rPr lang="fr-FR" sz="1900" err="1">
                <a:latin typeface="Tenorite"/>
                <a:ea typeface="Lato Medium"/>
                <a:cs typeface="Lato Medium"/>
              </a:rPr>
              <a:t>DataHub</a:t>
            </a:r>
            <a:endParaRPr lang="fr-FR" sz="1900">
              <a:latin typeface="Tenorite"/>
              <a:ea typeface="Lato Medium"/>
              <a:cs typeface="Lato Medium"/>
            </a:endParaRPr>
          </a:p>
          <a:p>
            <a:pPr marL="400050" indent="-285750">
              <a:lnSpc>
                <a:spcPct val="90000"/>
              </a:lnSpc>
              <a:buFont typeface="Arial" panose="020B0604020202020204" pitchFamily="34" charset="0"/>
              <a:buChar char="•"/>
            </a:pPr>
            <a:r>
              <a:rPr lang="fr-FR" sz="1900" dirty="0">
                <a:latin typeface="Tenorite"/>
                <a:ea typeface="Lato Medium"/>
                <a:cs typeface="Lato Medium"/>
              </a:rPr>
              <a:t>Close coordination </a:t>
            </a:r>
            <a:r>
              <a:rPr lang="fr-FR" sz="1900" dirty="0" err="1">
                <a:latin typeface="Tenorite"/>
                <a:ea typeface="Lato Medium"/>
                <a:cs typeface="Lato Medium"/>
              </a:rPr>
              <a:t>is</a:t>
            </a:r>
            <a:r>
              <a:rPr lang="fr-FR" sz="1900" dirty="0">
                <a:latin typeface="Tenorite"/>
                <a:ea typeface="Lato Medium"/>
                <a:cs typeface="Lato Medium"/>
              </a:rPr>
              <a:t> crucial as </a:t>
            </a:r>
            <a:r>
              <a:rPr lang="fr-FR" sz="1900" dirty="0" err="1">
                <a:latin typeface="Tenorite"/>
                <a:ea typeface="Lato Medium"/>
                <a:cs typeface="Lato Medium"/>
              </a:rPr>
              <a:t>delays</a:t>
            </a:r>
            <a:r>
              <a:rPr lang="fr-FR" sz="1900" dirty="0">
                <a:latin typeface="Tenorite"/>
                <a:ea typeface="Lato Medium"/>
                <a:cs typeface="Lato Medium"/>
              </a:rPr>
              <a:t> in </a:t>
            </a:r>
            <a:r>
              <a:rPr lang="fr-FR" sz="1900" dirty="0" err="1">
                <a:latin typeface="Tenorite"/>
                <a:ea typeface="Lato Medium"/>
                <a:cs typeface="Lato Medium"/>
              </a:rPr>
              <a:t>submitting</a:t>
            </a:r>
            <a:r>
              <a:rPr lang="fr-FR" sz="1900" dirty="0">
                <a:latin typeface="Tenorite"/>
                <a:ea typeface="Lato Medium"/>
                <a:cs typeface="Lato Medium"/>
              </a:rPr>
              <a:t> and </a:t>
            </a:r>
            <a:r>
              <a:rPr lang="fr-FR" sz="1900" dirty="0" err="1">
                <a:latin typeface="Tenorite"/>
                <a:ea typeface="Lato Medium"/>
                <a:cs typeface="Lato Medium"/>
              </a:rPr>
              <a:t>validating</a:t>
            </a:r>
            <a:r>
              <a:rPr lang="fr-FR" sz="1900" dirty="0">
                <a:latin typeface="Tenorite"/>
                <a:ea typeface="Lato Medium"/>
                <a:cs typeface="Lato Medium"/>
              </a:rPr>
              <a:t> </a:t>
            </a:r>
            <a:r>
              <a:rPr lang="fr-FR" sz="1900" dirty="0" err="1">
                <a:latin typeface="Tenorite"/>
                <a:ea typeface="Lato Medium"/>
                <a:cs typeface="Lato Medium"/>
              </a:rPr>
              <a:t>deliverables</a:t>
            </a:r>
            <a:r>
              <a:rPr lang="fr-FR" sz="1900" dirty="0">
                <a:latin typeface="Tenorite"/>
                <a:ea typeface="Lato Medium"/>
                <a:cs typeface="Lato Medium"/>
              </a:rPr>
              <a:t> </a:t>
            </a:r>
            <a:r>
              <a:rPr lang="fr-FR" sz="1900" dirty="0" err="1">
                <a:latin typeface="Tenorite"/>
                <a:ea typeface="Lato Medium"/>
                <a:cs typeface="Lato Medium"/>
              </a:rPr>
              <a:t>may</a:t>
            </a:r>
            <a:r>
              <a:rPr lang="fr-FR" sz="1900" dirty="0">
                <a:latin typeface="Tenorite"/>
                <a:ea typeface="Lato Medium"/>
                <a:cs typeface="Lato Medium"/>
              </a:rPr>
              <a:t> </a:t>
            </a:r>
            <a:r>
              <a:rPr lang="fr-FR" sz="1900" dirty="0" err="1">
                <a:latin typeface="Tenorite"/>
                <a:ea typeface="Lato Medium"/>
                <a:cs typeface="Lato Medium"/>
              </a:rPr>
              <a:t>result</a:t>
            </a:r>
            <a:r>
              <a:rPr lang="fr-FR" sz="1900" dirty="0">
                <a:latin typeface="Tenorite"/>
                <a:ea typeface="Lato Medium"/>
                <a:cs typeface="Lato Medium"/>
              </a:rPr>
              <a:t> to </a:t>
            </a:r>
            <a:r>
              <a:rPr lang="fr-FR" sz="1900" dirty="0" err="1">
                <a:latin typeface="Tenorite"/>
                <a:ea typeface="Lato Medium"/>
                <a:cs typeface="Lato Medium"/>
              </a:rPr>
              <a:t>upto</a:t>
            </a:r>
            <a:r>
              <a:rPr lang="fr-FR" sz="1900" dirty="0">
                <a:latin typeface="Tenorite"/>
                <a:ea typeface="Lato Medium"/>
                <a:cs typeface="Lato Medium"/>
              </a:rPr>
              <a:t> 2 </a:t>
            </a:r>
            <a:r>
              <a:rPr lang="fr-FR" sz="1900" dirty="0" err="1">
                <a:latin typeface="Tenorite"/>
                <a:ea typeface="Lato Medium"/>
                <a:cs typeface="Lato Medium"/>
              </a:rPr>
              <a:t>weeks</a:t>
            </a:r>
            <a:r>
              <a:rPr lang="fr-FR" sz="1900" dirty="0">
                <a:latin typeface="Tenorite"/>
                <a:ea typeface="Lato Medium"/>
                <a:cs typeface="Lato Medium"/>
              </a:rPr>
              <a:t> </a:t>
            </a:r>
            <a:r>
              <a:rPr lang="fr-FR" sz="1900" dirty="0" err="1">
                <a:latin typeface="Tenorite"/>
                <a:ea typeface="Lato Medium"/>
                <a:cs typeface="Lato Medium"/>
              </a:rPr>
              <a:t>delay</a:t>
            </a:r>
            <a:r>
              <a:rPr lang="fr-FR" sz="1900" dirty="0">
                <a:latin typeface="Tenorite"/>
                <a:ea typeface="Lato Medium"/>
                <a:cs typeface="Lato Medium"/>
              </a:rPr>
              <a:t> in </a:t>
            </a:r>
            <a:r>
              <a:rPr lang="fr-FR" sz="1900" dirty="0" err="1">
                <a:latin typeface="Tenorite"/>
                <a:ea typeface="Lato Medium"/>
                <a:cs typeface="Lato Medium"/>
              </a:rPr>
              <a:t>completion</a:t>
            </a:r>
            <a:endParaRPr lang="fr-FR" sz="1900" dirty="0">
              <a:latin typeface="Tenorite"/>
              <a:ea typeface="Lato Medium"/>
              <a:cs typeface="Lato Medium"/>
            </a:endParaRPr>
          </a:p>
          <a:p>
            <a:pPr marL="857250" lvl="1" indent="-285750">
              <a:lnSpc>
                <a:spcPct val="90000"/>
              </a:lnSpc>
              <a:buFont typeface="Arial" panose="020B0604020202020204" pitchFamily="34" charset="0"/>
              <a:buChar char="•"/>
            </a:pPr>
            <a:r>
              <a:rPr lang="fr-FR" sz="1900" dirty="0" err="1">
                <a:latin typeface="Tenorite"/>
                <a:ea typeface="Lato Medium"/>
                <a:cs typeface="Lato Medium"/>
              </a:rPr>
              <a:t>Remind</a:t>
            </a:r>
            <a:r>
              <a:rPr lang="fr-FR" sz="1900" dirty="0">
                <a:latin typeface="Tenorite"/>
                <a:ea typeface="Lato Medium"/>
                <a:cs typeface="Lato Medium"/>
              </a:rPr>
              <a:t> clients </a:t>
            </a:r>
            <a:r>
              <a:rPr lang="fr-FR" sz="1900" dirty="0" err="1">
                <a:latin typeface="Tenorite"/>
                <a:ea typeface="Lato Medium"/>
                <a:cs typeface="Lato Medium"/>
              </a:rPr>
              <a:t>that</a:t>
            </a:r>
            <a:r>
              <a:rPr lang="fr-FR" sz="1900" dirty="0">
                <a:latin typeface="Tenorite"/>
                <a:ea typeface="Lato Medium"/>
                <a:cs typeface="Lato Medium"/>
              </a:rPr>
              <a:t> </a:t>
            </a:r>
            <a:r>
              <a:rPr lang="fr-FR" sz="1900" dirty="0" err="1">
                <a:latin typeface="Tenorite"/>
                <a:ea typeface="Lato Medium"/>
                <a:cs typeface="Lato Medium"/>
              </a:rPr>
              <a:t>they</a:t>
            </a:r>
            <a:r>
              <a:rPr lang="fr-FR" sz="1900" dirty="0">
                <a:latin typeface="Tenorite"/>
                <a:ea typeface="Lato Medium"/>
                <a:cs typeface="Lato Medium"/>
              </a:rPr>
              <a:t> </a:t>
            </a:r>
            <a:r>
              <a:rPr lang="fr-FR" sz="1900" dirty="0" err="1">
                <a:latin typeface="Tenorite"/>
                <a:ea typeface="Lato Medium"/>
                <a:cs typeface="Lato Medium"/>
              </a:rPr>
              <a:t>should</a:t>
            </a:r>
            <a:r>
              <a:rPr lang="fr-FR" sz="1900" dirty="0">
                <a:latin typeface="Tenorite"/>
                <a:ea typeface="Lato Medium"/>
                <a:cs typeface="Lato Medium"/>
              </a:rPr>
              <a:t> </a:t>
            </a:r>
            <a:r>
              <a:rPr lang="fr-FR" sz="1900" dirty="0" err="1">
                <a:latin typeface="Tenorite"/>
                <a:ea typeface="Lato Medium"/>
                <a:cs typeface="Lato Medium"/>
              </a:rPr>
              <a:t>be</a:t>
            </a:r>
            <a:r>
              <a:rPr lang="fr-FR" sz="1900" dirty="0">
                <a:latin typeface="Tenorite"/>
                <a:ea typeface="Lato Medium"/>
                <a:cs typeface="Lato Medium"/>
              </a:rPr>
              <a:t> </a:t>
            </a:r>
            <a:r>
              <a:rPr lang="fr-FR" sz="1900" dirty="0" err="1">
                <a:latin typeface="Tenorite"/>
                <a:ea typeface="Lato Medium"/>
                <a:cs typeface="Lato Medium"/>
              </a:rPr>
              <a:t>available</a:t>
            </a:r>
            <a:r>
              <a:rPr lang="fr-FR" sz="1900" dirty="0">
                <a:latin typeface="Tenorite"/>
                <a:ea typeface="Lato Medium"/>
                <a:cs typeface="Lato Medium"/>
              </a:rPr>
              <a:t> to </a:t>
            </a:r>
            <a:r>
              <a:rPr lang="fr-FR" sz="1900" dirty="0" err="1">
                <a:latin typeface="Tenorite"/>
                <a:ea typeface="Lato Medium"/>
                <a:cs typeface="Lato Medium"/>
              </a:rPr>
              <a:t>respond</a:t>
            </a:r>
            <a:r>
              <a:rPr lang="fr-FR" sz="1900" dirty="0">
                <a:latin typeface="Tenorite"/>
                <a:ea typeface="Lato Medium"/>
                <a:cs typeface="Lato Medium"/>
              </a:rPr>
              <a:t> to </a:t>
            </a:r>
            <a:r>
              <a:rPr lang="fr-FR" sz="1900" dirty="0" err="1">
                <a:latin typeface="Tenorite"/>
                <a:ea typeface="Lato Medium"/>
                <a:cs typeface="Lato Medium"/>
              </a:rPr>
              <a:t>inquiries</a:t>
            </a:r>
            <a:r>
              <a:rPr lang="fr-FR" sz="1900" dirty="0">
                <a:latin typeface="Tenorite"/>
                <a:ea typeface="Lato Medium"/>
                <a:cs typeface="Lato Medium"/>
              </a:rPr>
              <a:t> </a:t>
            </a:r>
            <a:r>
              <a:rPr lang="fr-FR" sz="1900" dirty="0" err="1">
                <a:latin typeface="Tenorite"/>
                <a:ea typeface="Lato Medium"/>
                <a:cs typeface="Lato Medium"/>
              </a:rPr>
              <a:t>from</a:t>
            </a:r>
            <a:r>
              <a:rPr lang="fr-FR" sz="1900" dirty="0">
                <a:latin typeface="Tenorite"/>
                <a:ea typeface="Lato Medium"/>
                <a:cs typeface="Lato Medium"/>
              </a:rPr>
              <a:t> the Migrations team</a:t>
            </a:r>
          </a:p>
          <a:p>
            <a:pPr marL="400050" indent="-285750">
              <a:lnSpc>
                <a:spcPct val="90000"/>
              </a:lnSpc>
              <a:buFont typeface="Arial" panose="020B0604020202020204" pitchFamily="34" charset="0"/>
              <a:buChar char="•"/>
            </a:pPr>
            <a:r>
              <a:rPr lang="fr-FR" sz="1900" dirty="0">
                <a:latin typeface="Tenorite"/>
                <a:ea typeface="Lato Medium"/>
                <a:cs typeface="Lato Medium"/>
              </a:rPr>
              <a:t>Starts on a Monday and </a:t>
            </a:r>
            <a:r>
              <a:rPr lang="fr-FR" sz="1900" dirty="0" err="1">
                <a:latin typeface="Tenorite"/>
                <a:ea typeface="Lato Medium"/>
                <a:cs typeface="Lato Medium"/>
              </a:rPr>
              <a:t>usually</a:t>
            </a:r>
            <a:r>
              <a:rPr lang="fr-FR" sz="1900" dirty="0">
                <a:latin typeface="Tenorite"/>
                <a:ea typeface="Lato Medium"/>
                <a:cs typeface="Lato Medium"/>
              </a:rPr>
              <a:t> </a:t>
            </a:r>
            <a:r>
              <a:rPr lang="fr-FR" sz="1900" dirty="0" err="1">
                <a:latin typeface="Tenorite"/>
                <a:ea typeface="Lato Medium"/>
                <a:cs typeface="Lato Medium"/>
              </a:rPr>
              <a:t>takes</a:t>
            </a:r>
            <a:r>
              <a:rPr lang="fr-FR" sz="1900" dirty="0">
                <a:latin typeface="Tenorite"/>
                <a:ea typeface="Lato Medium"/>
                <a:cs typeface="Lato Medium"/>
              </a:rPr>
              <a:t> 8 business </a:t>
            </a:r>
            <a:r>
              <a:rPr lang="fr-FR" sz="1900" dirty="0" err="1">
                <a:latin typeface="Tenorite"/>
                <a:ea typeface="Lato Medium"/>
                <a:cs typeface="Lato Medium"/>
              </a:rPr>
              <a:t>days</a:t>
            </a:r>
            <a:r>
              <a:rPr lang="fr-FR" sz="1900" dirty="0">
                <a:latin typeface="Tenorite"/>
                <a:ea typeface="Lato Medium"/>
                <a:cs typeface="Lato Medium"/>
              </a:rPr>
              <a:t> to </a:t>
            </a:r>
            <a:r>
              <a:rPr lang="fr-FR" sz="1900" dirty="0" err="1">
                <a:latin typeface="Tenorite"/>
                <a:ea typeface="Lato Medium"/>
                <a:cs typeface="Lato Medium"/>
              </a:rPr>
              <a:t>complete</a:t>
            </a:r>
            <a:endParaRPr lang="fr-FR" sz="1900" dirty="0">
              <a:latin typeface="Tenorite"/>
              <a:ea typeface="Lato Medium"/>
              <a:cs typeface="Lato Medium"/>
            </a:endParaRPr>
          </a:p>
          <a:p>
            <a:pPr marL="857250" lvl="1" indent="-285750">
              <a:lnSpc>
                <a:spcPct val="90000"/>
              </a:lnSpc>
              <a:buFont typeface="Arial" panose="020B0604020202020204" pitchFamily="34" charset="0"/>
              <a:buChar char="•"/>
            </a:pPr>
            <a:r>
              <a:rPr lang="fr-FR" sz="1900" dirty="0">
                <a:latin typeface="Tenorite"/>
                <a:ea typeface="Lato Medium"/>
                <a:cs typeface="Lato Medium"/>
              </a:rPr>
              <a:t>Day 1-3 Data Validation</a:t>
            </a:r>
          </a:p>
          <a:p>
            <a:pPr marL="857250" lvl="1" indent="-285750">
              <a:lnSpc>
                <a:spcPct val="90000"/>
              </a:lnSpc>
              <a:buFont typeface="Arial" panose="020B0604020202020204" pitchFamily="34" charset="0"/>
              <a:buChar char="•"/>
            </a:pPr>
            <a:r>
              <a:rPr lang="fr-FR" sz="1900">
                <a:latin typeface="Tenorite"/>
                <a:ea typeface="Lato Medium"/>
                <a:cs typeface="Lato Medium"/>
              </a:rPr>
              <a:t>Day 4-8 Conversion</a:t>
            </a:r>
            <a:endParaRPr lang="fr-FR" sz="1900" dirty="0">
              <a:latin typeface="Tenorite"/>
              <a:ea typeface="Lato Medium"/>
              <a:cs typeface="Lato Medium"/>
            </a:endParaRPr>
          </a:p>
          <a:p>
            <a:pPr marL="571500" lvl="1" algn="just">
              <a:lnSpc>
                <a:spcPct val="90000"/>
              </a:lnSpc>
            </a:pPr>
            <a:endParaRPr lang="en-US" sz="1500" dirty="0">
              <a:latin typeface="Tenorite" panose="00000500000000000000" pitchFamily="2" charset="0"/>
              <a:ea typeface="Lato Medium" panose="020F0502020204030203" pitchFamily="34" charset="0"/>
              <a:cs typeface="Lato Medium" panose="020F0502020204030203" pitchFamily="34" charset="0"/>
            </a:endParaRPr>
          </a:p>
          <a:p>
            <a:pPr lvl="1" indent="-228600">
              <a:lnSpc>
                <a:spcPct val="90000"/>
              </a:lnSpc>
              <a:spcAft>
                <a:spcPts val="800"/>
              </a:spcAft>
              <a:buFont typeface="Arial" panose="020B0604020202020204" pitchFamily="34" charset="0"/>
              <a:buChar char="•"/>
            </a:pPr>
            <a:endParaRPr lang="en-US" sz="1100" dirty="0">
              <a:latin typeface="Arial" panose="020B0604020202020204"/>
              <a:ea typeface="Lato Medium" panose="020F0502020204030203" pitchFamily="34" charset="0"/>
              <a:cs typeface="Arial" panose="020B0604020202020204"/>
            </a:endParaRPr>
          </a:p>
          <a:p>
            <a:pPr indent="-228600">
              <a:lnSpc>
                <a:spcPct val="90000"/>
              </a:lnSpc>
              <a:buFont typeface="Arial" panose="020B0604020202020204" pitchFamily="34" charset="0"/>
              <a:buChar char="•"/>
            </a:pPr>
            <a:endParaRPr lang="en-US" sz="1100" dirty="0">
              <a:latin typeface="Arial" panose="020B0604020202020204"/>
              <a:ea typeface="Lato Medium" panose="020F0502020204030203" pitchFamily="34" charset="0"/>
              <a:cs typeface="Arial" panose="020B0604020202020204"/>
            </a:endParaRPr>
          </a:p>
        </p:txBody>
      </p:sp>
      <p:pic>
        <p:nvPicPr>
          <p:cNvPr id="3076" name="Picture 4" descr="61,200+ Business Meeting Stock Illustrations, Royalty-Free Vector Graphics  &amp; Clip Art - iStock | Corporate, Business, Office">
            <a:extLst>
              <a:ext uri="{FF2B5EF4-FFF2-40B4-BE49-F238E27FC236}">
                <a16:creationId xmlns:a16="http://schemas.microsoft.com/office/drawing/2014/main" id="{40BC5ABF-C707-F941-801A-47BCE6C151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2039" r="7961"/>
          <a:stretch/>
        </p:blipFill>
        <p:spPr bwMode="auto">
          <a:xfrm>
            <a:off x="7039227" y="1422821"/>
            <a:ext cx="4457931" cy="4457931"/>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a:noFill/>
          <a:extLst>
            <a:ext uri="{909E8E84-426E-40DD-AFC4-6F175D3DCCD1}">
              <a14:hiddenFill xmlns:a14="http://schemas.microsoft.com/office/drawing/2010/main">
                <a:solidFill>
                  <a:srgbClr val="FFFFFF"/>
                </a:solidFill>
              </a14:hiddenFill>
            </a:ext>
          </a:extLst>
        </p:spPr>
      </p:pic>
      <p:sp>
        <p:nvSpPr>
          <p:cNvPr id="3095"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096"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206380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37F2CF9-5C77-9FF5-AFA8-25130E91AFCB}"/>
            </a:ext>
          </a:extLst>
        </p:cNvPr>
        <p:cNvGrpSpPr/>
        <p:nvPr/>
      </p:nvGrpSpPr>
      <p:grpSpPr>
        <a:xfrm>
          <a:off x="0" y="0"/>
          <a:ext cx="0" cy="0"/>
          <a:chOff x="0" y="0"/>
          <a:chExt cx="0" cy="0"/>
        </a:xfrm>
      </p:grpSpPr>
      <p:sp useBgFill="1">
        <p:nvSpPr>
          <p:cNvPr id="1040" name="Rectangle 1039">
            <a:extLst>
              <a:ext uri="{FF2B5EF4-FFF2-40B4-BE49-F238E27FC236}">
                <a16:creationId xmlns:a16="http://schemas.microsoft.com/office/drawing/2014/main" id="{B494837D-27EB-49B3-2049-0BB629389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42" name="!!Arc">
            <a:extLst>
              <a:ext uri="{FF2B5EF4-FFF2-40B4-BE49-F238E27FC236}">
                <a16:creationId xmlns:a16="http://schemas.microsoft.com/office/drawing/2014/main" id="{EE4D43E6-CFD9-A636-90BA-23DF83CB66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044" name="!!Oval">
            <a:extLst>
              <a:ext uri="{FF2B5EF4-FFF2-40B4-BE49-F238E27FC236}">
                <a16:creationId xmlns:a16="http://schemas.microsoft.com/office/drawing/2014/main" id="{D4C29D54-FD5A-EB2D-24E8-478FEF2EEA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18" name="Picture 17">
            <a:extLst>
              <a:ext uri="{FF2B5EF4-FFF2-40B4-BE49-F238E27FC236}">
                <a16:creationId xmlns:a16="http://schemas.microsoft.com/office/drawing/2014/main" id="{367B534E-B1EE-4391-E7D3-A078BE0306C4}"/>
              </a:ext>
            </a:extLst>
          </p:cNvPr>
          <p:cNvPicPr>
            <a:picLocks noChangeAspect="1"/>
          </p:cNvPicPr>
          <p:nvPr/>
        </p:nvPicPr>
        <p:blipFill>
          <a:blip r:embed="rId2"/>
          <a:stretch>
            <a:fillRect/>
          </a:stretch>
        </p:blipFill>
        <p:spPr>
          <a:xfrm>
            <a:off x="511580" y="545342"/>
            <a:ext cx="11168840" cy="5767316"/>
          </a:xfrm>
          <a:prstGeom prst="rect">
            <a:avLst/>
          </a:prstGeom>
        </p:spPr>
      </p:pic>
    </p:spTree>
    <p:extLst>
      <p:ext uri="{BB962C8B-B14F-4D97-AF65-F5344CB8AC3E}">
        <p14:creationId xmlns:p14="http://schemas.microsoft.com/office/powerpoint/2010/main" val="10074421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8DE8740-B8A1-0722-3151-4CCA86BBBA45}"/>
            </a:ext>
          </a:extLst>
        </p:cNvPr>
        <p:cNvGrpSpPr/>
        <p:nvPr/>
      </p:nvGrpSpPr>
      <p:grpSpPr>
        <a:xfrm>
          <a:off x="0" y="0"/>
          <a:ext cx="0" cy="0"/>
          <a:chOff x="0" y="0"/>
          <a:chExt cx="0" cy="0"/>
        </a:xfrm>
      </p:grpSpPr>
      <p:sp useBgFill="1">
        <p:nvSpPr>
          <p:cNvPr id="1040" name="Rectangle 1039">
            <a:extLst>
              <a:ext uri="{FF2B5EF4-FFF2-40B4-BE49-F238E27FC236}">
                <a16:creationId xmlns:a16="http://schemas.microsoft.com/office/drawing/2014/main" id="{8886B5F6-1A24-21CB-25DB-BC01CA5780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42" name="!!Arc">
            <a:extLst>
              <a:ext uri="{FF2B5EF4-FFF2-40B4-BE49-F238E27FC236}">
                <a16:creationId xmlns:a16="http://schemas.microsoft.com/office/drawing/2014/main" id="{49F535A1-196B-752E-E4AB-7D7894D21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044" name="!!Oval">
            <a:extLst>
              <a:ext uri="{FF2B5EF4-FFF2-40B4-BE49-F238E27FC236}">
                <a16:creationId xmlns:a16="http://schemas.microsoft.com/office/drawing/2014/main" id="{F7896DE2-EE93-3BE3-5E8B-7FD3B1EC11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19" name="Picture 18">
            <a:extLst>
              <a:ext uri="{FF2B5EF4-FFF2-40B4-BE49-F238E27FC236}">
                <a16:creationId xmlns:a16="http://schemas.microsoft.com/office/drawing/2014/main" id="{5BC6515D-B78C-9520-B3BC-7258B7F23486}"/>
              </a:ext>
            </a:extLst>
          </p:cNvPr>
          <p:cNvPicPr>
            <a:picLocks noChangeAspect="1"/>
          </p:cNvPicPr>
          <p:nvPr/>
        </p:nvPicPr>
        <p:blipFill>
          <a:blip r:embed="rId2"/>
          <a:stretch>
            <a:fillRect/>
          </a:stretch>
        </p:blipFill>
        <p:spPr>
          <a:xfrm>
            <a:off x="511580" y="545342"/>
            <a:ext cx="11168840" cy="5767316"/>
          </a:xfrm>
          <a:prstGeom prst="rect">
            <a:avLst/>
          </a:prstGeom>
        </p:spPr>
      </p:pic>
    </p:spTree>
    <p:extLst>
      <p:ext uri="{BB962C8B-B14F-4D97-AF65-F5344CB8AC3E}">
        <p14:creationId xmlns:p14="http://schemas.microsoft.com/office/powerpoint/2010/main" val="23522500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F0A80E7-F3B2-6313-5EA9-66A1C06A2E82}"/>
            </a:ext>
          </a:extLst>
        </p:cNvPr>
        <p:cNvGrpSpPr/>
        <p:nvPr/>
      </p:nvGrpSpPr>
      <p:grpSpPr>
        <a:xfrm>
          <a:off x="0" y="0"/>
          <a:ext cx="0" cy="0"/>
          <a:chOff x="0" y="0"/>
          <a:chExt cx="0" cy="0"/>
        </a:xfrm>
      </p:grpSpPr>
      <p:sp useBgFill="1">
        <p:nvSpPr>
          <p:cNvPr id="1040" name="Rectangle 1039">
            <a:extLst>
              <a:ext uri="{FF2B5EF4-FFF2-40B4-BE49-F238E27FC236}">
                <a16:creationId xmlns:a16="http://schemas.microsoft.com/office/drawing/2014/main" id="{E79AABE6-1BA3-A9AB-92BF-822F548F61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42" name="!!Arc">
            <a:extLst>
              <a:ext uri="{FF2B5EF4-FFF2-40B4-BE49-F238E27FC236}">
                <a16:creationId xmlns:a16="http://schemas.microsoft.com/office/drawing/2014/main" id="{B6A694AB-83D3-5BBA-9B46-5F0D37BB79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044" name="!!Oval">
            <a:extLst>
              <a:ext uri="{FF2B5EF4-FFF2-40B4-BE49-F238E27FC236}">
                <a16:creationId xmlns:a16="http://schemas.microsoft.com/office/drawing/2014/main" id="{6B6A1E37-172C-6C9A-2538-B9C1BB765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19" name="Picture 18">
            <a:extLst>
              <a:ext uri="{FF2B5EF4-FFF2-40B4-BE49-F238E27FC236}">
                <a16:creationId xmlns:a16="http://schemas.microsoft.com/office/drawing/2014/main" id="{BF914F60-4D4B-D460-9E7D-776563831584}"/>
              </a:ext>
            </a:extLst>
          </p:cNvPr>
          <p:cNvPicPr>
            <a:picLocks noChangeAspect="1"/>
          </p:cNvPicPr>
          <p:nvPr/>
        </p:nvPicPr>
        <p:blipFill>
          <a:blip r:embed="rId2"/>
          <a:stretch>
            <a:fillRect/>
          </a:stretch>
        </p:blipFill>
        <p:spPr>
          <a:xfrm>
            <a:off x="511580" y="545342"/>
            <a:ext cx="11168840" cy="5767316"/>
          </a:xfrm>
          <a:prstGeom prst="rect">
            <a:avLst/>
          </a:prstGeom>
        </p:spPr>
      </p:pic>
    </p:spTree>
    <p:extLst>
      <p:ext uri="{BB962C8B-B14F-4D97-AF65-F5344CB8AC3E}">
        <p14:creationId xmlns:p14="http://schemas.microsoft.com/office/powerpoint/2010/main" val="35523881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A316E02-3BD0-3C2D-CA90-8DB96ED9E4E1}"/>
            </a:ext>
          </a:extLst>
        </p:cNvPr>
        <p:cNvGrpSpPr/>
        <p:nvPr/>
      </p:nvGrpSpPr>
      <p:grpSpPr>
        <a:xfrm>
          <a:off x="0" y="0"/>
          <a:ext cx="0" cy="0"/>
          <a:chOff x="0" y="0"/>
          <a:chExt cx="0" cy="0"/>
        </a:xfrm>
      </p:grpSpPr>
      <p:sp useBgFill="1">
        <p:nvSpPr>
          <p:cNvPr id="1040" name="Rectangle 1039">
            <a:extLst>
              <a:ext uri="{FF2B5EF4-FFF2-40B4-BE49-F238E27FC236}">
                <a16:creationId xmlns:a16="http://schemas.microsoft.com/office/drawing/2014/main" id="{C8C015CD-D5D7-1996-6E59-143678451B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42" name="!!Arc">
            <a:extLst>
              <a:ext uri="{FF2B5EF4-FFF2-40B4-BE49-F238E27FC236}">
                <a16:creationId xmlns:a16="http://schemas.microsoft.com/office/drawing/2014/main" id="{5C245E52-7C52-1A8F-CAAC-BAADAFF5C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044" name="!!Oval">
            <a:extLst>
              <a:ext uri="{FF2B5EF4-FFF2-40B4-BE49-F238E27FC236}">
                <a16:creationId xmlns:a16="http://schemas.microsoft.com/office/drawing/2014/main" id="{5F72483A-80E3-5442-8D50-2AB5CF3FC8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14" name="Picture 13">
            <a:extLst>
              <a:ext uri="{FF2B5EF4-FFF2-40B4-BE49-F238E27FC236}">
                <a16:creationId xmlns:a16="http://schemas.microsoft.com/office/drawing/2014/main" id="{04CB8618-EAE5-FF39-58E1-BAB2D49B2127}"/>
              </a:ext>
            </a:extLst>
          </p:cNvPr>
          <p:cNvPicPr>
            <a:picLocks noChangeAspect="1"/>
          </p:cNvPicPr>
          <p:nvPr/>
        </p:nvPicPr>
        <p:blipFill>
          <a:blip r:embed="rId2"/>
          <a:stretch>
            <a:fillRect/>
          </a:stretch>
        </p:blipFill>
        <p:spPr>
          <a:xfrm>
            <a:off x="511580" y="658128"/>
            <a:ext cx="11168840" cy="5541744"/>
          </a:xfrm>
          <a:prstGeom prst="rect">
            <a:avLst/>
          </a:prstGeom>
        </p:spPr>
      </p:pic>
    </p:spTree>
    <p:extLst>
      <p:ext uri="{BB962C8B-B14F-4D97-AF65-F5344CB8AC3E}">
        <p14:creationId xmlns:p14="http://schemas.microsoft.com/office/powerpoint/2010/main" val="13165284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D156FEE-C088-C821-D836-8968A7C8E9FF}"/>
            </a:ext>
          </a:extLst>
        </p:cNvPr>
        <p:cNvGrpSpPr/>
        <p:nvPr/>
      </p:nvGrpSpPr>
      <p:grpSpPr>
        <a:xfrm>
          <a:off x="0" y="0"/>
          <a:ext cx="0" cy="0"/>
          <a:chOff x="0" y="0"/>
          <a:chExt cx="0" cy="0"/>
        </a:xfrm>
      </p:grpSpPr>
      <p:sp useBgFill="1">
        <p:nvSpPr>
          <p:cNvPr id="5133" name="Rectangle 5132">
            <a:extLst>
              <a:ext uri="{FF2B5EF4-FFF2-40B4-BE49-F238E27FC236}">
                <a16:creationId xmlns:a16="http://schemas.microsoft.com/office/drawing/2014/main" id="{E75C3AFA-F626-8554-3585-AF9E70812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134" name="Arc 5133">
            <a:extLst>
              <a:ext uri="{FF2B5EF4-FFF2-40B4-BE49-F238E27FC236}">
                <a16:creationId xmlns:a16="http://schemas.microsoft.com/office/drawing/2014/main" id="{B1E6F11D-1845-6067-7D03-C1530A4C32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73C699BC-2AE0-BE54-6296-2E3CBDCD9D65}"/>
              </a:ext>
            </a:extLst>
          </p:cNvPr>
          <p:cNvSpPr txBox="1"/>
          <p:nvPr/>
        </p:nvSpPr>
        <p:spPr>
          <a:xfrm>
            <a:off x="347472" y="479493"/>
            <a:ext cx="11006328" cy="82391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kern="1200" dirty="0">
                <a:solidFill>
                  <a:schemeClr val="tx1"/>
                </a:solidFill>
                <a:latin typeface="Lato" panose="020F0502020204030203" pitchFamily="34" charset="0"/>
                <a:ea typeface="+mj-ea"/>
                <a:cs typeface="+mj-cs"/>
              </a:rPr>
              <a:t>Conversion Types</a:t>
            </a:r>
          </a:p>
        </p:txBody>
      </p:sp>
      <p:sp>
        <p:nvSpPr>
          <p:cNvPr id="5135" name="Freeform: Shape 5134">
            <a:extLst>
              <a:ext uri="{FF2B5EF4-FFF2-40B4-BE49-F238E27FC236}">
                <a16:creationId xmlns:a16="http://schemas.microsoft.com/office/drawing/2014/main" id="{BF436B56-DB09-E641-E877-F8C38E9909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3" name="Table 2">
            <a:extLst>
              <a:ext uri="{FF2B5EF4-FFF2-40B4-BE49-F238E27FC236}">
                <a16:creationId xmlns:a16="http://schemas.microsoft.com/office/drawing/2014/main" id="{F6FBF97A-10BF-E274-35C1-A0C9259FB52B}"/>
              </a:ext>
            </a:extLst>
          </p:cNvPr>
          <p:cNvGraphicFramePr>
            <a:graphicFrameLocks noGrp="1"/>
          </p:cNvGraphicFramePr>
          <p:nvPr>
            <p:extLst>
              <p:ext uri="{D42A27DB-BD31-4B8C-83A1-F6EECF244321}">
                <p14:modId xmlns:p14="http://schemas.microsoft.com/office/powerpoint/2010/main" val="3618722843"/>
              </p:ext>
            </p:extLst>
          </p:nvPr>
        </p:nvGraphicFramePr>
        <p:xfrm>
          <a:off x="494698" y="1303406"/>
          <a:ext cx="10859104" cy="3941690"/>
        </p:xfrm>
        <a:graphic>
          <a:graphicData uri="http://schemas.openxmlformats.org/drawingml/2006/table">
            <a:tbl>
              <a:tblPr firstRow="1" bandRow="1">
                <a:tableStyleId>{5C22544A-7EE6-4342-B048-85BDC9FD1C3A}</a:tableStyleId>
              </a:tblPr>
              <a:tblGrid>
                <a:gridCol w="2714776">
                  <a:extLst>
                    <a:ext uri="{9D8B030D-6E8A-4147-A177-3AD203B41FA5}">
                      <a16:colId xmlns:a16="http://schemas.microsoft.com/office/drawing/2014/main" val="3213463202"/>
                    </a:ext>
                  </a:extLst>
                </a:gridCol>
                <a:gridCol w="2714776">
                  <a:extLst>
                    <a:ext uri="{9D8B030D-6E8A-4147-A177-3AD203B41FA5}">
                      <a16:colId xmlns:a16="http://schemas.microsoft.com/office/drawing/2014/main" val="3166740791"/>
                    </a:ext>
                  </a:extLst>
                </a:gridCol>
                <a:gridCol w="2714776">
                  <a:extLst>
                    <a:ext uri="{9D8B030D-6E8A-4147-A177-3AD203B41FA5}">
                      <a16:colId xmlns:a16="http://schemas.microsoft.com/office/drawing/2014/main" val="2351211307"/>
                    </a:ext>
                  </a:extLst>
                </a:gridCol>
                <a:gridCol w="2714776">
                  <a:extLst>
                    <a:ext uri="{9D8B030D-6E8A-4147-A177-3AD203B41FA5}">
                      <a16:colId xmlns:a16="http://schemas.microsoft.com/office/drawing/2014/main" val="2456898203"/>
                    </a:ext>
                  </a:extLst>
                </a:gridCol>
              </a:tblGrid>
              <a:tr h="550179">
                <a:tc>
                  <a:txBody>
                    <a:bodyPr/>
                    <a:lstStyle/>
                    <a:p>
                      <a:pPr algn="ctr"/>
                      <a:r>
                        <a:rPr lang="en-US" dirty="0">
                          <a:latin typeface="Tenorite" panose="00000500000000000000" pitchFamily="2" charset="0"/>
                        </a:rPr>
                        <a:t>Conventional</a:t>
                      </a:r>
                    </a:p>
                  </a:txBody>
                  <a:tcPr anchor="ctr"/>
                </a:tc>
                <a:tc>
                  <a:txBody>
                    <a:bodyPr/>
                    <a:lstStyle/>
                    <a:p>
                      <a:pPr algn="ctr"/>
                      <a:r>
                        <a:rPr lang="en-US" dirty="0">
                          <a:latin typeface="Tenorite" panose="00000500000000000000" pitchFamily="2" charset="0"/>
                        </a:rPr>
                        <a:t>Affordable</a:t>
                      </a:r>
                    </a:p>
                  </a:txBody>
                  <a:tcPr anchor="ctr"/>
                </a:tc>
                <a:tc>
                  <a:txBody>
                    <a:bodyPr/>
                    <a:lstStyle/>
                    <a:p>
                      <a:pPr algn="ctr"/>
                      <a:r>
                        <a:rPr lang="en-US" dirty="0">
                          <a:latin typeface="Tenorite" panose="00000500000000000000" pitchFamily="2" charset="0"/>
                        </a:rPr>
                        <a:t>Tax Credit</a:t>
                      </a:r>
                    </a:p>
                  </a:txBody>
                  <a:tcPr anchor="ctr"/>
                </a:tc>
                <a:tc>
                  <a:txBody>
                    <a:bodyPr/>
                    <a:lstStyle/>
                    <a:p>
                      <a:pPr algn="ctr"/>
                      <a:r>
                        <a:rPr lang="en-US" dirty="0">
                          <a:latin typeface="Tenorite" panose="00000500000000000000" pitchFamily="2" charset="0"/>
                        </a:rPr>
                        <a:t>Combo (Aff + TC)</a:t>
                      </a:r>
                    </a:p>
                  </a:txBody>
                  <a:tcPr anchor="ctr"/>
                </a:tc>
                <a:extLst>
                  <a:ext uri="{0D108BD9-81ED-4DB2-BD59-A6C34878D82A}">
                    <a16:rowId xmlns:a16="http://schemas.microsoft.com/office/drawing/2014/main" val="2863557939"/>
                  </a:ext>
                </a:extLst>
              </a:tr>
              <a:tr h="3391511">
                <a:tc>
                  <a:txBody>
                    <a:bodyPr/>
                    <a:lstStyle/>
                    <a:p>
                      <a:pPr marL="285750" indent="-285750">
                        <a:buFont typeface="Arial" panose="020B0604020202020204" pitchFamily="34" charset="0"/>
                        <a:buChar char="•"/>
                      </a:pPr>
                      <a:r>
                        <a:rPr lang="en-US" dirty="0">
                          <a:latin typeface="Tenorite" panose="00000500000000000000" pitchFamily="2" charset="0"/>
                        </a:rPr>
                        <a:t>Self-Start</a:t>
                      </a:r>
                    </a:p>
                    <a:p>
                      <a:pPr marL="285750" indent="-285750">
                        <a:buFont typeface="Arial" panose="020B0604020202020204" pitchFamily="34" charset="0"/>
                        <a:buChar char="•"/>
                      </a:pPr>
                      <a:r>
                        <a:rPr lang="en-US" dirty="0">
                          <a:latin typeface="Tenorite" panose="00000500000000000000" pitchFamily="2" charset="0"/>
                        </a:rPr>
                        <a:t>Standard Data Conversion</a:t>
                      </a:r>
                    </a:p>
                    <a:p>
                      <a:pPr marL="285750" indent="-285750">
                        <a:buFont typeface="Arial" panose="020B0604020202020204" pitchFamily="34" charset="0"/>
                        <a:buChar char="•"/>
                      </a:pPr>
                      <a:r>
                        <a:rPr lang="en-US" dirty="0">
                          <a:latin typeface="Tenorite" panose="00000500000000000000" pitchFamily="2" charset="0"/>
                        </a:rPr>
                        <a:t>Conversion Upgrade</a:t>
                      </a:r>
                    </a:p>
                    <a:p>
                      <a:pPr marL="285750" indent="-285750">
                        <a:buFont typeface="Arial" panose="020B0604020202020204" pitchFamily="34" charset="0"/>
                        <a:buChar char="•"/>
                      </a:pPr>
                      <a:r>
                        <a:rPr lang="en-US" dirty="0">
                          <a:latin typeface="Tenorite" panose="00000500000000000000" pitchFamily="2" charset="0"/>
                        </a:rPr>
                        <a:t>OneSite Transfer</a:t>
                      </a:r>
                    </a:p>
                    <a:p>
                      <a:pPr marL="285750" indent="-285750">
                        <a:buFont typeface="Arial" panose="020B0604020202020204" pitchFamily="34" charset="0"/>
                        <a:buChar char="•"/>
                      </a:pPr>
                      <a:r>
                        <a:rPr lang="en-US" dirty="0">
                          <a:latin typeface="Tenorite" panose="00000500000000000000" pitchFamily="2" charset="0"/>
                        </a:rPr>
                        <a:t>OneSite Transfer with Retrofit</a:t>
                      </a:r>
                    </a:p>
                    <a:p>
                      <a:pPr marL="285750" indent="-285750">
                        <a:buFont typeface="Arial" panose="020B0604020202020204" pitchFamily="34" charset="0"/>
                        <a:buChar char="•"/>
                      </a:pPr>
                      <a:r>
                        <a:rPr lang="en-US" dirty="0">
                          <a:latin typeface="Tenorite" panose="00000500000000000000" pitchFamily="2" charset="0"/>
                        </a:rPr>
                        <a:t>OneSite Conversion</a:t>
                      </a:r>
                    </a:p>
                  </a:txBody>
                  <a:tcPr anchor="ctr"/>
                </a:tc>
                <a:tc>
                  <a:txBody>
                    <a:bodyPr/>
                    <a:lstStyle/>
                    <a:p>
                      <a:pPr marL="285750" indent="-285750">
                        <a:buFont typeface="Arial" panose="020B0604020202020204" pitchFamily="34" charset="0"/>
                        <a:buChar char="•"/>
                      </a:pPr>
                      <a:r>
                        <a:rPr lang="en-US" dirty="0">
                          <a:latin typeface="Tenorite" panose="00000500000000000000" pitchFamily="2" charset="0"/>
                        </a:rPr>
                        <a:t>Standard Data Conversion</a:t>
                      </a:r>
                    </a:p>
                    <a:p>
                      <a:pPr marL="285750" indent="-285750">
                        <a:buFont typeface="Arial" panose="020B0604020202020204" pitchFamily="34" charset="0"/>
                        <a:buChar char="•"/>
                      </a:pPr>
                      <a:r>
                        <a:rPr lang="en-US" dirty="0">
                          <a:latin typeface="Tenorite" panose="00000500000000000000" pitchFamily="2" charset="0"/>
                        </a:rPr>
                        <a:t>OneSite Transfer</a:t>
                      </a:r>
                    </a:p>
                    <a:p>
                      <a:pPr marL="285750" indent="-285750">
                        <a:buFont typeface="Arial" panose="020B0604020202020204" pitchFamily="34" charset="0"/>
                        <a:buChar char="•"/>
                      </a:pPr>
                      <a:r>
                        <a:rPr lang="en-US" dirty="0">
                          <a:latin typeface="Tenorite" panose="00000500000000000000" pitchFamily="2" charset="0"/>
                        </a:rPr>
                        <a:t>OneSite Transfer with Retrofit</a:t>
                      </a:r>
                    </a:p>
                    <a:p>
                      <a:pPr marL="285750" indent="-285750">
                        <a:buFont typeface="Arial" panose="020B0604020202020204" pitchFamily="34" charset="0"/>
                        <a:buChar char="•"/>
                      </a:pPr>
                      <a:r>
                        <a:rPr lang="en-US" dirty="0">
                          <a:latin typeface="Tenorite" panose="00000500000000000000" pitchFamily="2" charset="0"/>
                        </a:rPr>
                        <a:t>OneSite Conversion</a:t>
                      </a:r>
                    </a:p>
                  </a:txBody>
                  <a:tcPr anchor="ctr"/>
                </a:tc>
                <a:tc>
                  <a:txBody>
                    <a:bodyPr/>
                    <a:lstStyle/>
                    <a:p>
                      <a:pPr marL="285750" indent="-285750">
                        <a:buFont typeface="Arial" panose="020B0604020202020204" pitchFamily="34" charset="0"/>
                        <a:buChar char="•"/>
                      </a:pPr>
                      <a:r>
                        <a:rPr lang="en-US" dirty="0">
                          <a:latin typeface="Tenorite" panose="00000500000000000000" pitchFamily="2" charset="0"/>
                        </a:rPr>
                        <a:t>Self-Start (Conv) + TC Layering</a:t>
                      </a:r>
                    </a:p>
                    <a:p>
                      <a:pPr marL="285750" indent="-285750">
                        <a:buFont typeface="Arial" panose="020B0604020202020204" pitchFamily="34" charset="0"/>
                        <a:buChar char="•"/>
                      </a:pPr>
                      <a:r>
                        <a:rPr lang="en-US" dirty="0">
                          <a:latin typeface="Tenorite" panose="00000500000000000000" pitchFamily="2" charset="0"/>
                        </a:rPr>
                        <a:t>Standard Data Conversion + TC Layering</a:t>
                      </a:r>
                    </a:p>
                    <a:p>
                      <a:pPr marL="285750" indent="-285750">
                        <a:buFont typeface="Arial" panose="020B0604020202020204" pitchFamily="34" charset="0"/>
                        <a:buChar char="•"/>
                      </a:pPr>
                      <a:r>
                        <a:rPr lang="en-US" dirty="0">
                          <a:latin typeface="Tenorite" panose="00000500000000000000" pitchFamily="2" charset="0"/>
                        </a:rPr>
                        <a:t>Standard + Upgrade + TC Layering</a:t>
                      </a:r>
                    </a:p>
                    <a:p>
                      <a:pPr marL="285750" indent="-285750">
                        <a:buFont typeface="Arial" panose="020B0604020202020204" pitchFamily="34" charset="0"/>
                        <a:buChar char="•"/>
                      </a:pPr>
                      <a:r>
                        <a:rPr lang="en-US" dirty="0">
                          <a:latin typeface="Tenorite" panose="00000500000000000000" pitchFamily="2" charset="0"/>
                        </a:rPr>
                        <a:t>TIC Entry Services*</a:t>
                      </a:r>
                    </a:p>
                  </a:txBody>
                  <a:tcPr anchor="ctr"/>
                </a:tc>
                <a:tc>
                  <a:txBody>
                    <a:bodyPr/>
                    <a:lstStyle/>
                    <a:p>
                      <a:pPr marL="285750" indent="-285750">
                        <a:buFont typeface="Arial" panose="020B0604020202020204" pitchFamily="34" charset="0"/>
                        <a:buChar char="•"/>
                      </a:pPr>
                      <a:r>
                        <a:rPr lang="en-US" dirty="0">
                          <a:latin typeface="Tenorite" panose="00000500000000000000" pitchFamily="2" charset="0"/>
                        </a:rPr>
                        <a:t>Standard Data Conversion + TC Layering</a:t>
                      </a:r>
                    </a:p>
                    <a:p>
                      <a:pPr marL="285750" indent="-285750">
                        <a:buFont typeface="Arial" panose="020B0604020202020204" pitchFamily="34" charset="0"/>
                        <a:buChar char="•"/>
                      </a:pPr>
                      <a:r>
                        <a:rPr lang="en-US" dirty="0">
                          <a:latin typeface="Tenorite" panose="00000500000000000000" pitchFamily="2" charset="0"/>
                        </a:rPr>
                        <a:t>OS Transfer</a:t>
                      </a:r>
                    </a:p>
                    <a:p>
                      <a:pPr marL="285750" indent="-285750">
                        <a:buFont typeface="Arial" panose="020B0604020202020204" pitchFamily="34" charset="0"/>
                        <a:buChar char="•"/>
                      </a:pPr>
                      <a:r>
                        <a:rPr lang="en-US" dirty="0">
                          <a:latin typeface="Tenorite" panose="00000500000000000000" pitchFamily="2" charset="0"/>
                        </a:rPr>
                        <a:t>OS Transfer with Retrofit</a:t>
                      </a:r>
                    </a:p>
                    <a:p>
                      <a:pPr marL="285750" indent="-285750">
                        <a:buFont typeface="Arial" panose="020B0604020202020204" pitchFamily="34" charset="0"/>
                        <a:buChar char="•"/>
                      </a:pPr>
                      <a:r>
                        <a:rPr lang="en-US" dirty="0">
                          <a:latin typeface="Tenorite" panose="00000500000000000000" pitchFamily="2" charset="0"/>
                        </a:rPr>
                        <a:t>OneSite Conversion </a:t>
                      </a:r>
                    </a:p>
                  </a:txBody>
                  <a:tcPr anchor="ctr"/>
                </a:tc>
                <a:extLst>
                  <a:ext uri="{0D108BD9-81ED-4DB2-BD59-A6C34878D82A}">
                    <a16:rowId xmlns:a16="http://schemas.microsoft.com/office/drawing/2014/main" val="1046692290"/>
                  </a:ext>
                </a:extLst>
              </a:tr>
            </a:tbl>
          </a:graphicData>
        </a:graphic>
      </p:graphicFrame>
      <p:sp>
        <p:nvSpPr>
          <p:cNvPr id="4" name="TextBox 3">
            <a:extLst>
              <a:ext uri="{FF2B5EF4-FFF2-40B4-BE49-F238E27FC236}">
                <a16:creationId xmlns:a16="http://schemas.microsoft.com/office/drawing/2014/main" id="{145ED0C1-AAAB-E72F-C7F2-9E49A36B6BBE}"/>
              </a:ext>
            </a:extLst>
          </p:cNvPr>
          <p:cNvSpPr txBox="1"/>
          <p:nvPr/>
        </p:nvSpPr>
        <p:spPr>
          <a:xfrm>
            <a:off x="5518548" y="5556801"/>
            <a:ext cx="5835252" cy="369332"/>
          </a:xfrm>
          <a:prstGeom prst="rect">
            <a:avLst/>
          </a:prstGeom>
          <a:noFill/>
        </p:spPr>
        <p:txBody>
          <a:bodyPr wrap="none" rtlCol="0">
            <a:spAutoFit/>
          </a:bodyPr>
          <a:lstStyle/>
          <a:p>
            <a:pPr algn="ctr" defTabSz="685800"/>
            <a:r>
              <a:rPr lang="en-US" dirty="0">
                <a:solidFill>
                  <a:schemeClr val="accent6"/>
                </a:solidFill>
                <a:latin typeface="Lato Medium" panose="020F0502020204030203" pitchFamily="34" charset="0"/>
                <a:ea typeface="Lato Medium" panose="020F0502020204030203" pitchFamily="34" charset="0"/>
                <a:cs typeface="Lato Medium" panose="020F0502020204030203" pitchFamily="34" charset="0"/>
              </a:rPr>
              <a:t>** New Business Model will require consulting orders **</a:t>
            </a:r>
          </a:p>
        </p:txBody>
      </p:sp>
    </p:spTree>
    <p:extLst>
      <p:ext uri="{BB962C8B-B14F-4D97-AF65-F5344CB8AC3E}">
        <p14:creationId xmlns:p14="http://schemas.microsoft.com/office/powerpoint/2010/main" val="12561253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2627C37-A011-33AD-DACD-3AA2BE528BB1}"/>
            </a:ext>
          </a:extLst>
        </p:cNvPr>
        <p:cNvGrpSpPr/>
        <p:nvPr/>
      </p:nvGrpSpPr>
      <p:grpSpPr>
        <a:xfrm>
          <a:off x="0" y="0"/>
          <a:ext cx="0" cy="0"/>
          <a:chOff x="0" y="0"/>
          <a:chExt cx="0" cy="0"/>
        </a:xfrm>
      </p:grpSpPr>
      <p:sp useBgFill="1">
        <p:nvSpPr>
          <p:cNvPr id="5133" name="Rectangle 5132">
            <a:extLst>
              <a:ext uri="{FF2B5EF4-FFF2-40B4-BE49-F238E27FC236}">
                <a16:creationId xmlns:a16="http://schemas.microsoft.com/office/drawing/2014/main" id="{6DAB1B72-4591-2B21-B6E6-6F1243D04F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134" name="Arc 5133">
            <a:extLst>
              <a:ext uri="{FF2B5EF4-FFF2-40B4-BE49-F238E27FC236}">
                <a16:creationId xmlns:a16="http://schemas.microsoft.com/office/drawing/2014/main" id="{66B1E07B-AA5B-30BE-D472-8EC13C043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7D2A9060-1B2A-4FA8-CCFD-F6159E02A5E1}"/>
              </a:ext>
            </a:extLst>
          </p:cNvPr>
          <p:cNvSpPr txBox="1"/>
          <p:nvPr/>
        </p:nvSpPr>
        <p:spPr>
          <a:xfrm>
            <a:off x="347472" y="479493"/>
            <a:ext cx="11006328" cy="82391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kern="1200" dirty="0">
                <a:solidFill>
                  <a:schemeClr val="tx1"/>
                </a:solidFill>
                <a:latin typeface="Lato" panose="020F0502020204030203" pitchFamily="34" charset="0"/>
                <a:ea typeface="+mj-ea"/>
                <a:cs typeface="+mj-cs"/>
              </a:rPr>
              <a:t>Conversion/Transfer</a:t>
            </a:r>
          </a:p>
        </p:txBody>
      </p:sp>
      <p:sp>
        <p:nvSpPr>
          <p:cNvPr id="5135" name="Freeform: Shape 5134">
            <a:extLst>
              <a:ext uri="{FF2B5EF4-FFF2-40B4-BE49-F238E27FC236}">
                <a16:creationId xmlns:a16="http://schemas.microsoft.com/office/drawing/2014/main" id="{573E76D0-B008-AF3A-DD8B-6A67BD98F4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3" name="Table 2">
            <a:extLst>
              <a:ext uri="{FF2B5EF4-FFF2-40B4-BE49-F238E27FC236}">
                <a16:creationId xmlns:a16="http://schemas.microsoft.com/office/drawing/2014/main" id="{F6D0EB8E-32C2-E8B5-B11A-4840F87EBDC1}"/>
              </a:ext>
            </a:extLst>
          </p:cNvPr>
          <p:cNvGraphicFramePr>
            <a:graphicFrameLocks noGrp="1"/>
          </p:cNvGraphicFramePr>
          <p:nvPr>
            <p:extLst>
              <p:ext uri="{D42A27DB-BD31-4B8C-83A1-F6EECF244321}">
                <p14:modId xmlns:p14="http://schemas.microsoft.com/office/powerpoint/2010/main" val="404177240"/>
              </p:ext>
            </p:extLst>
          </p:nvPr>
        </p:nvGraphicFramePr>
        <p:xfrm>
          <a:off x="494698" y="1303406"/>
          <a:ext cx="10859104" cy="4031591"/>
        </p:xfrm>
        <a:graphic>
          <a:graphicData uri="http://schemas.openxmlformats.org/drawingml/2006/table">
            <a:tbl>
              <a:tblPr firstRow="1" bandRow="1">
                <a:tableStyleId>{5C22544A-7EE6-4342-B048-85BDC9FD1C3A}</a:tableStyleId>
              </a:tblPr>
              <a:tblGrid>
                <a:gridCol w="2714776">
                  <a:extLst>
                    <a:ext uri="{9D8B030D-6E8A-4147-A177-3AD203B41FA5}">
                      <a16:colId xmlns:a16="http://schemas.microsoft.com/office/drawing/2014/main" val="3213463202"/>
                    </a:ext>
                  </a:extLst>
                </a:gridCol>
                <a:gridCol w="2714776">
                  <a:extLst>
                    <a:ext uri="{9D8B030D-6E8A-4147-A177-3AD203B41FA5}">
                      <a16:colId xmlns:a16="http://schemas.microsoft.com/office/drawing/2014/main" val="3166740791"/>
                    </a:ext>
                  </a:extLst>
                </a:gridCol>
                <a:gridCol w="2714776">
                  <a:extLst>
                    <a:ext uri="{9D8B030D-6E8A-4147-A177-3AD203B41FA5}">
                      <a16:colId xmlns:a16="http://schemas.microsoft.com/office/drawing/2014/main" val="2351211307"/>
                    </a:ext>
                  </a:extLst>
                </a:gridCol>
                <a:gridCol w="2714776">
                  <a:extLst>
                    <a:ext uri="{9D8B030D-6E8A-4147-A177-3AD203B41FA5}">
                      <a16:colId xmlns:a16="http://schemas.microsoft.com/office/drawing/2014/main" val="2456898203"/>
                    </a:ext>
                  </a:extLst>
                </a:gridCol>
              </a:tblGrid>
              <a:tr h="550179">
                <a:tc>
                  <a:txBody>
                    <a:bodyPr/>
                    <a:lstStyle/>
                    <a:p>
                      <a:pPr algn="ctr"/>
                      <a:r>
                        <a:rPr lang="en-US" dirty="0">
                          <a:latin typeface="Tenorite" panose="00000500000000000000" pitchFamily="2" charset="0"/>
                        </a:rPr>
                        <a:t>Self-Start</a:t>
                      </a:r>
                    </a:p>
                  </a:txBody>
                  <a:tcPr anchor="ctr">
                    <a:solidFill>
                      <a:schemeClr val="bg2"/>
                    </a:solidFill>
                  </a:tcPr>
                </a:tc>
                <a:tc>
                  <a:txBody>
                    <a:bodyPr/>
                    <a:lstStyle/>
                    <a:p>
                      <a:pPr algn="ctr"/>
                      <a:r>
                        <a:rPr lang="en-US" dirty="0">
                          <a:latin typeface="Tenorite" panose="00000500000000000000" pitchFamily="2" charset="0"/>
                        </a:rPr>
                        <a:t>Standard Data Conversion</a:t>
                      </a:r>
                    </a:p>
                  </a:txBody>
                  <a:tcPr anchor="ctr">
                    <a:solidFill>
                      <a:schemeClr val="bg2"/>
                    </a:solidFill>
                  </a:tcPr>
                </a:tc>
                <a:tc>
                  <a:txBody>
                    <a:bodyPr/>
                    <a:lstStyle/>
                    <a:p>
                      <a:pPr algn="ctr"/>
                      <a:r>
                        <a:rPr lang="en-US" dirty="0">
                          <a:latin typeface="Tenorite" panose="00000500000000000000" pitchFamily="2" charset="0"/>
                        </a:rPr>
                        <a:t>Conversion Upgrade</a:t>
                      </a:r>
                    </a:p>
                  </a:txBody>
                  <a:tcPr anchor="ctr">
                    <a:solidFill>
                      <a:schemeClr val="bg2"/>
                    </a:solidFill>
                  </a:tcPr>
                </a:tc>
                <a:tc>
                  <a:txBody>
                    <a:bodyPr/>
                    <a:lstStyle/>
                    <a:p>
                      <a:pPr algn="ctr"/>
                      <a:r>
                        <a:rPr lang="en-US" dirty="0">
                          <a:latin typeface="Tenorite" panose="00000500000000000000" pitchFamily="2" charset="0"/>
                        </a:rPr>
                        <a:t>OneSite Transfer</a:t>
                      </a:r>
                    </a:p>
                  </a:txBody>
                  <a:tcPr anchor="ctr">
                    <a:solidFill>
                      <a:schemeClr val="bg2"/>
                    </a:solidFill>
                  </a:tcPr>
                </a:tc>
                <a:extLst>
                  <a:ext uri="{0D108BD9-81ED-4DB2-BD59-A6C34878D82A}">
                    <a16:rowId xmlns:a16="http://schemas.microsoft.com/office/drawing/2014/main" val="2863557939"/>
                  </a:ext>
                </a:extLst>
              </a:tr>
              <a:tr h="3391511">
                <a:tc>
                  <a:txBody>
                    <a:bodyPr/>
                    <a:lstStyle/>
                    <a:p>
                      <a:pPr marL="285750" indent="-285750">
                        <a:buFont typeface="Arial" panose="020B0604020202020204" pitchFamily="34" charset="0"/>
                        <a:buChar char="•"/>
                      </a:pPr>
                      <a:r>
                        <a:rPr lang="en-US" dirty="0">
                          <a:latin typeface="Tenorite" panose="00000500000000000000" pitchFamily="2" charset="0"/>
                        </a:rPr>
                        <a:t>Client</a:t>
                      </a:r>
                    </a:p>
                    <a:p>
                      <a:pPr marL="285750" indent="-285750">
                        <a:buFont typeface="Arial" panose="020B0604020202020204" pitchFamily="34" charset="0"/>
                        <a:buChar char="•"/>
                      </a:pPr>
                      <a:r>
                        <a:rPr lang="en-US" dirty="0">
                          <a:latin typeface="Tenorite" panose="00000500000000000000" pitchFamily="2" charset="0"/>
                        </a:rPr>
                        <a:t>RP Utility Tool</a:t>
                      </a:r>
                    </a:p>
                    <a:p>
                      <a:pPr marL="285750" indent="-285750">
                        <a:buFont typeface="Arial" panose="020B0604020202020204" pitchFamily="34" charset="0"/>
                        <a:buChar char="•"/>
                      </a:pPr>
                      <a:r>
                        <a:rPr lang="en-US" dirty="0">
                          <a:latin typeface="Tenorite" panose="00000500000000000000" pitchFamily="2" charset="0"/>
                        </a:rPr>
                        <a:t>Conversion Support</a:t>
                      </a:r>
                    </a:p>
                    <a:p>
                      <a:pPr marL="285750" indent="-285750">
                        <a:buFont typeface="Arial" panose="020B0604020202020204" pitchFamily="34" charset="0"/>
                        <a:buChar char="•"/>
                      </a:pPr>
                      <a:r>
                        <a:rPr lang="en-US" dirty="0">
                          <a:latin typeface="Tenorite" panose="00000500000000000000" pitchFamily="2" charset="0"/>
                        </a:rPr>
                        <a:t>Screening Scoring Model</a:t>
                      </a:r>
                    </a:p>
                    <a:p>
                      <a:pPr marL="285750" indent="-285750">
                        <a:buFont typeface="Arial" panose="020B0604020202020204" pitchFamily="34" charset="0"/>
                        <a:buChar char="•"/>
                      </a:pPr>
                      <a:r>
                        <a:rPr lang="en-US" dirty="0">
                          <a:latin typeface="Tenorite" panose="00000500000000000000" pitchFamily="2" charset="0"/>
                        </a:rPr>
                        <a:t>Go live depends on client</a:t>
                      </a:r>
                    </a:p>
                    <a:p>
                      <a:pPr marL="285750" indent="-285750">
                        <a:buFont typeface="Arial" panose="020B0604020202020204" pitchFamily="34" charset="0"/>
                        <a:buChar char="•"/>
                      </a:pPr>
                      <a:r>
                        <a:rPr lang="en-US" dirty="0">
                          <a:latin typeface="Tenorite" panose="00000500000000000000" pitchFamily="2" charset="0"/>
                        </a:rPr>
                        <a:t>SF ICD is the date we sent the self-start email</a:t>
                      </a:r>
                    </a:p>
                  </a:txBody>
                  <a:tcPr anchor="ctr">
                    <a:solidFill>
                      <a:schemeClr val="bg2">
                        <a:lumMod val="20000"/>
                        <a:lumOff val="80000"/>
                      </a:schemeClr>
                    </a:solidFill>
                  </a:tcPr>
                </a:tc>
                <a:tc>
                  <a:txBody>
                    <a:bodyPr/>
                    <a:lstStyle/>
                    <a:p>
                      <a:pPr marL="285750" indent="-285750">
                        <a:buFont typeface="Arial" panose="020B0604020202020204" pitchFamily="34" charset="0"/>
                        <a:buChar char="•"/>
                      </a:pPr>
                      <a:r>
                        <a:rPr lang="en-US" dirty="0">
                          <a:latin typeface="Tenorite" panose="00000500000000000000" pitchFamily="2" charset="0"/>
                        </a:rPr>
                        <a:t>RealPage Migrations</a:t>
                      </a:r>
                    </a:p>
                    <a:p>
                      <a:pPr marL="285750" indent="-285750">
                        <a:buFont typeface="Arial" panose="020B0604020202020204" pitchFamily="34" charset="0"/>
                        <a:buChar char="•"/>
                      </a:pPr>
                      <a:r>
                        <a:rPr lang="en-US" dirty="0" err="1">
                          <a:latin typeface="Tenorite" panose="00000500000000000000" pitchFamily="2" charset="0"/>
                        </a:rPr>
                        <a:t>DataHub</a:t>
                      </a:r>
                      <a:r>
                        <a:rPr lang="en-US" dirty="0">
                          <a:latin typeface="Tenorite" panose="00000500000000000000" pitchFamily="2" charset="0"/>
                        </a:rPr>
                        <a:t> + Data Source File</a:t>
                      </a:r>
                    </a:p>
                    <a:p>
                      <a:pPr marL="285750" indent="-285750">
                        <a:buFont typeface="Arial" panose="020B0604020202020204" pitchFamily="34" charset="0"/>
                        <a:buChar char="•"/>
                      </a:pPr>
                      <a:r>
                        <a:rPr lang="en-US" dirty="0">
                          <a:latin typeface="Tenorite" panose="00000500000000000000" pitchFamily="2" charset="0"/>
                          <a:hlinkClick r:id="rId2"/>
                        </a:rPr>
                        <a:t>Scheduled</a:t>
                      </a:r>
                      <a:r>
                        <a:rPr lang="en-US" dirty="0">
                          <a:latin typeface="Tenorite" panose="00000500000000000000" pitchFamily="2" charset="0"/>
                        </a:rPr>
                        <a:t> </a:t>
                      </a:r>
                    </a:p>
                    <a:p>
                      <a:pPr marL="285750" indent="-285750">
                        <a:buFont typeface="Arial" panose="020B0604020202020204" pitchFamily="34" charset="0"/>
                        <a:buChar char="•"/>
                      </a:pPr>
                      <a:r>
                        <a:rPr lang="en-US" dirty="0">
                          <a:latin typeface="Tenorite" panose="00000500000000000000" pitchFamily="2" charset="0"/>
                        </a:rPr>
                        <a:t>Typically 8 business days but depends on deliverables submission</a:t>
                      </a:r>
                    </a:p>
                  </a:txBody>
                  <a:tcPr anchor="ctr">
                    <a:solidFill>
                      <a:schemeClr val="bg2">
                        <a:lumMod val="20000"/>
                        <a:lumOff val="80000"/>
                      </a:schemeClr>
                    </a:solidFill>
                  </a:tcPr>
                </a:tc>
                <a:tc>
                  <a:txBody>
                    <a:bodyPr/>
                    <a:lstStyle/>
                    <a:p>
                      <a:pPr marL="285750" indent="-285750">
                        <a:buFont typeface="Arial" panose="020B0604020202020204" pitchFamily="34" charset="0"/>
                        <a:buChar char="•"/>
                      </a:pPr>
                      <a:r>
                        <a:rPr lang="en-US" dirty="0">
                          <a:latin typeface="Tenorite" panose="00000500000000000000" pitchFamily="2" charset="0"/>
                        </a:rPr>
                        <a:t>RealPage Migrations</a:t>
                      </a:r>
                    </a:p>
                    <a:p>
                      <a:pPr marL="285750" indent="-285750">
                        <a:buFont typeface="Arial" panose="020B0604020202020204" pitchFamily="34" charset="0"/>
                        <a:buChar char="•"/>
                      </a:pPr>
                      <a:r>
                        <a:rPr lang="en-US" dirty="0">
                          <a:latin typeface="Tenorite" panose="00000500000000000000" pitchFamily="2" charset="0"/>
                        </a:rPr>
                        <a:t>Should always be sold with Standard Data Conversion</a:t>
                      </a:r>
                    </a:p>
                    <a:p>
                      <a:pPr marL="285750" indent="-285750">
                        <a:buFont typeface="Arial" panose="020B0604020202020204" pitchFamily="34" charset="0"/>
                        <a:buChar char="•"/>
                      </a:pPr>
                      <a:r>
                        <a:rPr lang="en-US" dirty="0">
                          <a:latin typeface="Tenorite" panose="00000500000000000000" pitchFamily="2" charset="0"/>
                        </a:rPr>
                        <a:t>Scheduled****</a:t>
                      </a:r>
                    </a:p>
                    <a:p>
                      <a:pPr marL="285750" indent="-285750">
                        <a:buFont typeface="Arial" panose="020B0604020202020204" pitchFamily="34" charset="0"/>
                        <a:buChar char="•"/>
                      </a:pPr>
                      <a:r>
                        <a:rPr lang="en-US" dirty="0">
                          <a:latin typeface="Tenorite" panose="00000500000000000000" pitchFamily="2" charset="0"/>
                        </a:rPr>
                        <a:t>Cannot be used for HUD</a:t>
                      </a:r>
                    </a:p>
                    <a:p>
                      <a:pPr marL="285750" indent="-285750">
                        <a:buFont typeface="Arial" panose="020B0604020202020204" pitchFamily="34" charset="0"/>
                        <a:buChar char="•"/>
                      </a:pPr>
                      <a:r>
                        <a:rPr lang="en-US" dirty="0">
                          <a:latin typeface="Tenorite" panose="00000500000000000000" pitchFamily="2" charset="0"/>
                        </a:rPr>
                        <a:t>DSF not needed</a:t>
                      </a:r>
                    </a:p>
                    <a:p>
                      <a:pPr marL="285750" indent="-285750">
                        <a:buFont typeface="Arial" panose="020B0604020202020204" pitchFamily="34" charset="0"/>
                        <a:buChar char="•"/>
                      </a:pPr>
                      <a:r>
                        <a:rPr lang="en-US" dirty="0" err="1">
                          <a:latin typeface="Tenorite" panose="00000500000000000000" pitchFamily="2" charset="0"/>
                        </a:rPr>
                        <a:t>DataHub</a:t>
                      </a:r>
                      <a:r>
                        <a:rPr lang="en-US" dirty="0">
                          <a:latin typeface="Tenorite" panose="00000500000000000000" pitchFamily="2" charset="0"/>
                        </a:rPr>
                        <a:t> + Reports</a:t>
                      </a:r>
                    </a:p>
                  </a:txBody>
                  <a:tcPr anchor="ctr">
                    <a:solidFill>
                      <a:schemeClr val="bg2">
                        <a:lumMod val="20000"/>
                        <a:lumOff val="80000"/>
                      </a:schemeClr>
                    </a:solidFill>
                  </a:tcPr>
                </a:tc>
                <a:tc>
                  <a:txBody>
                    <a:bodyPr/>
                    <a:lstStyle/>
                    <a:p>
                      <a:pPr marL="285750" indent="-285750">
                        <a:buFont typeface="Arial" panose="020B0604020202020204" pitchFamily="34" charset="0"/>
                        <a:buChar char="•"/>
                      </a:pPr>
                      <a:r>
                        <a:rPr lang="en-US" dirty="0">
                          <a:latin typeface="Tenorite" panose="00000500000000000000" pitchFamily="2" charset="0"/>
                        </a:rPr>
                        <a:t>Copy and Paste from exiting PMC</a:t>
                      </a:r>
                    </a:p>
                    <a:p>
                      <a:pPr marL="285750" marR="0" lvl="0" indent="-2857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Tenorite" panose="00000500000000000000" pitchFamily="2" charset="0"/>
                        </a:rPr>
                        <a:t>Debbie Estes or Staci Yancy</a:t>
                      </a:r>
                    </a:p>
                    <a:p>
                      <a:pPr marL="285750" indent="-285750">
                        <a:buFont typeface="Arial" panose="020B0604020202020204" pitchFamily="34" charset="0"/>
                        <a:buChar char="•"/>
                      </a:pPr>
                      <a:r>
                        <a:rPr lang="en-US" dirty="0">
                          <a:latin typeface="Tenorite" panose="00000500000000000000" pitchFamily="2" charset="0"/>
                        </a:rPr>
                        <a:t>Done in a day</a:t>
                      </a:r>
                    </a:p>
                    <a:p>
                      <a:pPr marL="285750" indent="-285750">
                        <a:buFont typeface="Arial" panose="020B0604020202020204" pitchFamily="34" charset="0"/>
                        <a:buChar char="•"/>
                      </a:pPr>
                      <a:r>
                        <a:rPr lang="en-US" dirty="0">
                          <a:latin typeface="Tenorite" panose="00000500000000000000" pitchFamily="2" charset="0"/>
                        </a:rPr>
                        <a:t>Needs Cancellation Effective Date</a:t>
                      </a:r>
                    </a:p>
                  </a:txBody>
                  <a:tcPr anchor="ctr">
                    <a:solidFill>
                      <a:schemeClr val="bg2">
                        <a:lumMod val="20000"/>
                        <a:lumOff val="80000"/>
                      </a:schemeClr>
                    </a:solidFill>
                  </a:tcPr>
                </a:tc>
                <a:extLst>
                  <a:ext uri="{0D108BD9-81ED-4DB2-BD59-A6C34878D82A}">
                    <a16:rowId xmlns:a16="http://schemas.microsoft.com/office/drawing/2014/main" val="1046692290"/>
                  </a:ext>
                </a:extLst>
              </a:tr>
            </a:tbl>
          </a:graphicData>
        </a:graphic>
      </p:graphicFrame>
    </p:spTree>
    <p:extLst>
      <p:ext uri="{BB962C8B-B14F-4D97-AF65-F5344CB8AC3E}">
        <p14:creationId xmlns:p14="http://schemas.microsoft.com/office/powerpoint/2010/main" val="4915767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476F412-9B6D-4A95-F207-DE2FCE9399D9}"/>
            </a:ext>
          </a:extLst>
        </p:cNvPr>
        <p:cNvGrpSpPr/>
        <p:nvPr/>
      </p:nvGrpSpPr>
      <p:grpSpPr>
        <a:xfrm>
          <a:off x="0" y="0"/>
          <a:ext cx="0" cy="0"/>
          <a:chOff x="0" y="0"/>
          <a:chExt cx="0" cy="0"/>
        </a:xfrm>
      </p:grpSpPr>
      <p:sp useBgFill="1">
        <p:nvSpPr>
          <p:cNvPr id="5133" name="Rectangle 5132">
            <a:extLst>
              <a:ext uri="{FF2B5EF4-FFF2-40B4-BE49-F238E27FC236}">
                <a16:creationId xmlns:a16="http://schemas.microsoft.com/office/drawing/2014/main" id="{A38351A8-A96F-7235-E4E2-28C41F0091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134" name="Arc 5133">
            <a:extLst>
              <a:ext uri="{FF2B5EF4-FFF2-40B4-BE49-F238E27FC236}">
                <a16:creationId xmlns:a16="http://schemas.microsoft.com/office/drawing/2014/main" id="{30EB11E4-4249-526C-D250-90E12F06F4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06D2B970-74D1-55D5-4DD8-A3A7A2005272}"/>
              </a:ext>
            </a:extLst>
          </p:cNvPr>
          <p:cNvSpPr txBox="1"/>
          <p:nvPr/>
        </p:nvSpPr>
        <p:spPr>
          <a:xfrm>
            <a:off x="347472" y="479493"/>
            <a:ext cx="11006328" cy="82391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kern="1200" dirty="0">
                <a:solidFill>
                  <a:schemeClr val="tx1"/>
                </a:solidFill>
                <a:latin typeface="Lato" panose="020F0502020204030203" pitchFamily="34" charset="0"/>
                <a:ea typeface="+mj-ea"/>
                <a:cs typeface="+mj-cs"/>
              </a:rPr>
              <a:t>Conversion/Transfer</a:t>
            </a:r>
          </a:p>
        </p:txBody>
      </p:sp>
      <p:sp>
        <p:nvSpPr>
          <p:cNvPr id="5135" name="Freeform: Shape 5134">
            <a:extLst>
              <a:ext uri="{FF2B5EF4-FFF2-40B4-BE49-F238E27FC236}">
                <a16:creationId xmlns:a16="http://schemas.microsoft.com/office/drawing/2014/main" id="{E59B11FF-D238-29F0-B252-9532653876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3" name="Table 2">
            <a:extLst>
              <a:ext uri="{FF2B5EF4-FFF2-40B4-BE49-F238E27FC236}">
                <a16:creationId xmlns:a16="http://schemas.microsoft.com/office/drawing/2014/main" id="{DE80A163-5644-EF5F-4455-CE5C8A46D9AB}"/>
              </a:ext>
            </a:extLst>
          </p:cNvPr>
          <p:cNvGraphicFramePr>
            <a:graphicFrameLocks noGrp="1"/>
          </p:cNvGraphicFramePr>
          <p:nvPr>
            <p:extLst>
              <p:ext uri="{D42A27DB-BD31-4B8C-83A1-F6EECF244321}">
                <p14:modId xmlns:p14="http://schemas.microsoft.com/office/powerpoint/2010/main" val="2237929727"/>
              </p:ext>
            </p:extLst>
          </p:nvPr>
        </p:nvGraphicFramePr>
        <p:xfrm>
          <a:off x="494698" y="1303406"/>
          <a:ext cx="10859104" cy="5120640"/>
        </p:xfrm>
        <a:graphic>
          <a:graphicData uri="http://schemas.openxmlformats.org/drawingml/2006/table">
            <a:tbl>
              <a:tblPr firstRow="1" bandRow="1">
                <a:tableStyleId>{5C22544A-7EE6-4342-B048-85BDC9FD1C3A}</a:tableStyleId>
              </a:tblPr>
              <a:tblGrid>
                <a:gridCol w="2714776">
                  <a:extLst>
                    <a:ext uri="{9D8B030D-6E8A-4147-A177-3AD203B41FA5}">
                      <a16:colId xmlns:a16="http://schemas.microsoft.com/office/drawing/2014/main" val="3213463202"/>
                    </a:ext>
                  </a:extLst>
                </a:gridCol>
                <a:gridCol w="2714776">
                  <a:extLst>
                    <a:ext uri="{9D8B030D-6E8A-4147-A177-3AD203B41FA5}">
                      <a16:colId xmlns:a16="http://schemas.microsoft.com/office/drawing/2014/main" val="3166740791"/>
                    </a:ext>
                  </a:extLst>
                </a:gridCol>
                <a:gridCol w="2714776">
                  <a:extLst>
                    <a:ext uri="{9D8B030D-6E8A-4147-A177-3AD203B41FA5}">
                      <a16:colId xmlns:a16="http://schemas.microsoft.com/office/drawing/2014/main" val="2351211307"/>
                    </a:ext>
                  </a:extLst>
                </a:gridCol>
                <a:gridCol w="2714776">
                  <a:extLst>
                    <a:ext uri="{9D8B030D-6E8A-4147-A177-3AD203B41FA5}">
                      <a16:colId xmlns:a16="http://schemas.microsoft.com/office/drawing/2014/main" val="2456898203"/>
                    </a:ext>
                  </a:extLst>
                </a:gridCol>
              </a:tblGrid>
              <a:tr h="550179">
                <a:tc>
                  <a:txBody>
                    <a:bodyPr/>
                    <a:lstStyle/>
                    <a:p>
                      <a:pPr algn="ctr"/>
                      <a:r>
                        <a:rPr lang="en-US" dirty="0">
                          <a:latin typeface="Tenorite" panose="00000500000000000000" pitchFamily="2" charset="0"/>
                        </a:rPr>
                        <a:t>OneSite Transfer with Retrofit or Full Retrofit</a:t>
                      </a:r>
                    </a:p>
                  </a:txBody>
                  <a:tcPr anchor="ctr">
                    <a:solidFill>
                      <a:schemeClr val="bg2"/>
                    </a:solidFill>
                  </a:tcPr>
                </a:tc>
                <a:tc>
                  <a:txBody>
                    <a:bodyPr/>
                    <a:lstStyle/>
                    <a:p>
                      <a:pPr algn="ctr"/>
                      <a:r>
                        <a:rPr lang="en-US" dirty="0">
                          <a:latin typeface="Tenorite" panose="00000500000000000000" pitchFamily="2" charset="0"/>
                        </a:rPr>
                        <a:t>OneSite Conversion</a:t>
                      </a:r>
                    </a:p>
                  </a:txBody>
                  <a:tcPr anchor="ctr">
                    <a:solidFill>
                      <a:schemeClr val="bg2"/>
                    </a:solidFill>
                  </a:tcPr>
                </a:tc>
                <a:tc>
                  <a:txBody>
                    <a:bodyPr/>
                    <a:lstStyle/>
                    <a:p>
                      <a:pPr algn="ctr"/>
                      <a:r>
                        <a:rPr lang="en-US" dirty="0">
                          <a:latin typeface="Tenorite" panose="00000500000000000000" pitchFamily="2" charset="0"/>
                        </a:rPr>
                        <a:t>Tax Credit Layering</a:t>
                      </a:r>
                    </a:p>
                  </a:txBody>
                  <a:tcPr anchor="ctr">
                    <a:solidFill>
                      <a:schemeClr val="bg2"/>
                    </a:solidFill>
                  </a:tcPr>
                </a:tc>
                <a:tc>
                  <a:txBody>
                    <a:bodyPr/>
                    <a:lstStyle/>
                    <a:p>
                      <a:pPr algn="ctr"/>
                      <a:r>
                        <a:rPr lang="en-US" dirty="0">
                          <a:latin typeface="Tenorite" panose="00000500000000000000" pitchFamily="2" charset="0"/>
                        </a:rPr>
                        <a:t>TIC Entry</a:t>
                      </a:r>
                    </a:p>
                  </a:txBody>
                  <a:tcPr anchor="ctr">
                    <a:solidFill>
                      <a:schemeClr val="bg2"/>
                    </a:solidFill>
                  </a:tcPr>
                </a:tc>
                <a:extLst>
                  <a:ext uri="{0D108BD9-81ED-4DB2-BD59-A6C34878D82A}">
                    <a16:rowId xmlns:a16="http://schemas.microsoft.com/office/drawing/2014/main" val="2863557939"/>
                  </a:ext>
                </a:extLst>
              </a:tr>
              <a:tr h="3958550">
                <a:tc>
                  <a:txBody>
                    <a:bodyPr/>
                    <a:lstStyle/>
                    <a:p>
                      <a:pPr marL="285750" indent="-285750">
                        <a:buFont typeface="Arial" panose="020B0604020202020204" pitchFamily="34" charset="0"/>
                        <a:buChar char="•"/>
                      </a:pPr>
                      <a:r>
                        <a:rPr lang="en-US" dirty="0">
                          <a:latin typeface="Tenorite" panose="00000500000000000000" pitchFamily="2" charset="0"/>
                        </a:rPr>
                        <a:t>Copy and Paste + map to Business Model</a:t>
                      </a:r>
                    </a:p>
                    <a:p>
                      <a:pPr marL="285750" marR="0" lvl="0" indent="-2857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Tenorite" panose="00000500000000000000" pitchFamily="2" charset="0"/>
                        </a:rPr>
                        <a:t>Debbie Estes or Staci Yancy</a:t>
                      </a:r>
                    </a:p>
                    <a:p>
                      <a:pPr marL="285750" indent="-285750">
                        <a:buFont typeface="Arial" panose="020B0604020202020204" pitchFamily="34" charset="0"/>
                        <a:buChar char="•"/>
                      </a:pPr>
                      <a:r>
                        <a:rPr lang="en-US" dirty="0">
                          <a:latin typeface="Tenorite" panose="00000500000000000000" pitchFamily="2" charset="0"/>
                        </a:rPr>
                        <a:t>1 day transfer + 5 business days Retrofit</a:t>
                      </a:r>
                    </a:p>
                    <a:p>
                      <a:pPr marL="285750" indent="-285750">
                        <a:buFont typeface="Arial" panose="020B0604020202020204" pitchFamily="34" charset="0"/>
                        <a:buChar char="•"/>
                      </a:pPr>
                      <a:r>
                        <a:rPr lang="en-US" dirty="0">
                          <a:latin typeface="Tenorite" panose="00000500000000000000" pitchFamily="2" charset="0"/>
                        </a:rPr>
                        <a:t>Needs Cancellation Effective Date</a:t>
                      </a:r>
                    </a:p>
                    <a:p>
                      <a:pPr marL="285750" indent="-285750">
                        <a:buFont typeface="Arial" panose="020B0604020202020204" pitchFamily="34" charset="0"/>
                        <a:buChar char="•"/>
                      </a:pPr>
                      <a:r>
                        <a:rPr lang="en-US" dirty="0">
                          <a:latin typeface="Tenorite" panose="00000500000000000000" pitchFamily="2" charset="0"/>
                        </a:rPr>
                        <a:t>Hands off until retrofit is completed</a:t>
                      </a:r>
                    </a:p>
                  </a:txBody>
                  <a:tcPr anchor="ctr">
                    <a:solidFill>
                      <a:schemeClr val="bg2">
                        <a:lumMod val="20000"/>
                        <a:lumOff val="80000"/>
                      </a:schemeClr>
                    </a:solidFill>
                  </a:tcPr>
                </a:tc>
                <a:tc>
                  <a:txBody>
                    <a:bodyPr/>
                    <a:lstStyle/>
                    <a:p>
                      <a:pPr marL="285750" indent="-285750">
                        <a:buFont typeface="Arial" panose="020B0604020202020204" pitchFamily="34" charset="0"/>
                        <a:buChar char="•"/>
                      </a:pPr>
                      <a:r>
                        <a:rPr lang="en-US" dirty="0">
                          <a:latin typeface="Tenorite" panose="00000500000000000000" pitchFamily="2" charset="0"/>
                        </a:rPr>
                        <a:t>Beginning Balances, Demographics, Unit setup and floorplan info</a:t>
                      </a:r>
                    </a:p>
                    <a:p>
                      <a:pPr marL="285750" indent="-285750">
                        <a:buFont typeface="Arial" panose="020B0604020202020204" pitchFamily="34" charset="0"/>
                        <a:buChar char="•"/>
                      </a:pPr>
                      <a:r>
                        <a:rPr lang="en-US" dirty="0">
                          <a:latin typeface="Tenorite" panose="00000500000000000000" pitchFamily="2" charset="0"/>
                        </a:rPr>
                        <a:t>RealPage Migrations</a:t>
                      </a:r>
                    </a:p>
                    <a:p>
                      <a:pPr marL="285750" indent="-285750">
                        <a:buFont typeface="Arial" panose="020B0604020202020204" pitchFamily="34" charset="0"/>
                        <a:buChar char="•"/>
                      </a:pPr>
                      <a:r>
                        <a:rPr lang="en-US" dirty="0">
                          <a:latin typeface="Tenorite" panose="00000500000000000000" pitchFamily="2" charset="0"/>
                        </a:rPr>
                        <a:t>Debbie and Staci</a:t>
                      </a:r>
                    </a:p>
                    <a:p>
                      <a:pPr marL="285750" indent="-285750">
                        <a:buFont typeface="Arial" panose="020B0604020202020204" pitchFamily="34" charset="0"/>
                        <a:buChar char="•"/>
                      </a:pPr>
                      <a:r>
                        <a:rPr lang="en-US" dirty="0">
                          <a:latin typeface="Tenorite" panose="00000500000000000000" pitchFamily="2" charset="0"/>
                        </a:rPr>
                        <a:t>Data Source File***</a:t>
                      </a:r>
                    </a:p>
                    <a:p>
                      <a:pPr marL="285750" indent="-285750">
                        <a:buFont typeface="Arial" panose="020B0604020202020204" pitchFamily="34" charset="0"/>
                        <a:buChar char="•"/>
                      </a:pPr>
                      <a:r>
                        <a:rPr lang="en-US" dirty="0">
                          <a:latin typeface="Tenorite" panose="00000500000000000000" pitchFamily="2" charset="0"/>
                        </a:rPr>
                        <a:t>Typically 8 business days but can be shorter</a:t>
                      </a:r>
                    </a:p>
                    <a:p>
                      <a:pPr marL="285750" indent="-285750">
                        <a:buFont typeface="Arial" panose="020B0604020202020204" pitchFamily="34" charset="0"/>
                        <a:buChar char="•"/>
                      </a:pPr>
                      <a:r>
                        <a:rPr lang="en-US" dirty="0">
                          <a:latin typeface="Tenorite" panose="00000500000000000000" pitchFamily="2" charset="0"/>
                        </a:rPr>
                        <a:t>Needs cancellation eff date</a:t>
                      </a:r>
                    </a:p>
                  </a:txBody>
                  <a:tcPr anchor="ctr">
                    <a:solidFill>
                      <a:schemeClr val="bg2">
                        <a:lumMod val="20000"/>
                        <a:lumOff val="80000"/>
                      </a:schemeClr>
                    </a:solidFill>
                  </a:tcPr>
                </a:tc>
                <a:tc>
                  <a:txBody>
                    <a:bodyPr/>
                    <a:lstStyle/>
                    <a:p>
                      <a:pPr marL="285750" indent="-285750">
                        <a:buFont typeface="Arial" panose="020B0604020202020204" pitchFamily="34" charset="0"/>
                        <a:buChar char="•"/>
                      </a:pPr>
                      <a:r>
                        <a:rPr lang="en-US" dirty="0">
                          <a:latin typeface="Tenorite" panose="00000500000000000000" pitchFamily="2" charset="0"/>
                        </a:rPr>
                        <a:t>RealPage Migrations</a:t>
                      </a:r>
                    </a:p>
                    <a:p>
                      <a:pPr marL="285750" indent="-285750">
                        <a:buFont typeface="Arial" panose="020B0604020202020204" pitchFamily="34" charset="0"/>
                        <a:buChar char="•"/>
                      </a:pPr>
                      <a:r>
                        <a:rPr lang="en-US" dirty="0">
                          <a:latin typeface="Tenorite" panose="00000500000000000000" pitchFamily="2" charset="0"/>
                        </a:rPr>
                        <a:t>Self-start/RP Assisted</a:t>
                      </a:r>
                    </a:p>
                    <a:p>
                      <a:pPr marL="285750" indent="-285750">
                        <a:buFont typeface="Arial" panose="020B0604020202020204" pitchFamily="34" charset="0"/>
                        <a:buChar char="•"/>
                      </a:pPr>
                      <a:r>
                        <a:rPr lang="en-US" dirty="0">
                          <a:latin typeface="Tenorite" panose="00000500000000000000" pitchFamily="2" charset="0"/>
                        </a:rPr>
                        <a:t>Scheduled</a:t>
                      </a:r>
                    </a:p>
                    <a:p>
                      <a:pPr marL="285750" indent="-285750">
                        <a:buFont typeface="Arial" panose="020B0604020202020204" pitchFamily="34" charset="0"/>
                        <a:buChar char="•"/>
                      </a:pPr>
                      <a:r>
                        <a:rPr lang="en-US" dirty="0" err="1">
                          <a:latin typeface="Tenorite" panose="00000500000000000000" pitchFamily="2" charset="0"/>
                        </a:rPr>
                        <a:t>DataHub</a:t>
                      </a:r>
                      <a:r>
                        <a:rPr lang="en-US" dirty="0">
                          <a:latin typeface="Tenorite" panose="00000500000000000000" pitchFamily="2" charset="0"/>
                        </a:rPr>
                        <a:t> + TC Workbook</a:t>
                      </a:r>
                    </a:p>
                    <a:p>
                      <a:pPr marL="285750" indent="-285750">
                        <a:buFont typeface="Arial" panose="020B0604020202020204" pitchFamily="34" charset="0"/>
                        <a:buChar char="•"/>
                      </a:pPr>
                      <a:r>
                        <a:rPr lang="en-US" dirty="0">
                          <a:latin typeface="Tenorite" panose="00000500000000000000" pitchFamily="2" charset="0"/>
                        </a:rPr>
                        <a:t>If Self-start –SS must be completed before TC Schedule</a:t>
                      </a:r>
                    </a:p>
                    <a:p>
                      <a:pPr marL="285750" indent="-285750">
                        <a:buFont typeface="Arial" panose="020B0604020202020204" pitchFamily="34" charset="0"/>
                        <a:buChar char="•"/>
                      </a:pPr>
                      <a:r>
                        <a:rPr lang="en-US" dirty="0">
                          <a:latin typeface="Tenorite" panose="00000500000000000000" pitchFamily="2" charset="0"/>
                        </a:rPr>
                        <a:t>If RP Assisted – can be scheduled at the same time or separately</a:t>
                      </a:r>
                    </a:p>
                    <a:p>
                      <a:pPr marL="285750" indent="-285750">
                        <a:buFont typeface="Arial" panose="020B0604020202020204" pitchFamily="34" charset="0"/>
                        <a:buChar char="•"/>
                      </a:pPr>
                      <a:r>
                        <a:rPr lang="en-US" dirty="0">
                          <a:latin typeface="Tenorite" panose="00000500000000000000" pitchFamily="2" charset="0"/>
                        </a:rPr>
                        <a:t>Separate – recommend to be done mid-month (dark period)</a:t>
                      </a:r>
                    </a:p>
                  </a:txBody>
                  <a:tcPr anchor="ctr">
                    <a:solidFill>
                      <a:schemeClr val="bg2">
                        <a:lumMod val="20000"/>
                        <a:lumOff val="80000"/>
                      </a:schemeClr>
                    </a:solidFill>
                  </a:tcPr>
                </a:tc>
                <a:tc>
                  <a:txBody>
                    <a:bodyPr/>
                    <a:lstStyle/>
                    <a:p>
                      <a:pPr marL="285750" indent="-285750">
                        <a:buFont typeface="Arial" panose="020B0604020202020204" pitchFamily="34" charset="0"/>
                        <a:buChar char="•"/>
                      </a:pPr>
                      <a:r>
                        <a:rPr lang="en-US" dirty="0">
                          <a:latin typeface="Tenorite" panose="00000500000000000000" pitchFamily="2" charset="0"/>
                        </a:rPr>
                        <a:t>Should be scheduled 2 weeks before TC Layering</a:t>
                      </a:r>
                    </a:p>
                    <a:p>
                      <a:pPr marL="285750" indent="-285750">
                        <a:buFont typeface="Arial" panose="020B0604020202020204" pitchFamily="34" charset="0"/>
                        <a:buChar char="•"/>
                      </a:pPr>
                      <a:r>
                        <a:rPr lang="en-US" dirty="0">
                          <a:latin typeface="Tenorite" panose="00000500000000000000" pitchFamily="2" charset="0"/>
                        </a:rPr>
                        <a:t>Most recent certification for all occupied/qualified units.</a:t>
                      </a:r>
                    </a:p>
                    <a:p>
                      <a:pPr marL="285750" indent="-285750">
                        <a:buFont typeface="Arial" panose="020B0604020202020204" pitchFamily="34" charset="0"/>
                        <a:buChar char="•"/>
                      </a:pPr>
                      <a:r>
                        <a:rPr lang="en-US" dirty="0">
                          <a:latin typeface="Tenorite" panose="00000500000000000000" pitchFamily="2" charset="0"/>
                        </a:rPr>
                        <a:t>TC Workbook completed (General - Unit List tabs).</a:t>
                      </a:r>
                    </a:p>
                    <a:p>
                      <a:pPr marL="285750" indent="-285750">
                        <a:buFont typeface="Arial" panose="020B0604020202020204" pitchFamily="34" charset="0"/>
                        <a:buChar char="•"/>
                      </a:pPr>
                      <a:r>
                        <a:rPr lang="en-US" dirty="0">
                          <a:latin typeface="Tenorite" panose="00000500000000000000" pitchFamily="2" charset="0"/>
                        </a:rPr>
                        <a:t>Any Demographic reports/documents for the property (if not in TIC).</a:t>
                      </a:r>
                    </a:p>
                  </a:txBody>
                  <a:tcPr anchor="ctr">
                    <a:solidFill>
                      <a:schemeClr val="bg2">
                        <a:lumMod val="20000"/>
                        <a:lumOff val="80000"/>
                      </a:schemeClr>
                    </a:solidFill>
                  </a:tcPr>
                </a:tc>
                <a:extLst>
                  <a:ext uri="{0D108BD9-81ED-4DB2-BD59-A6C34878D82A}">
                    <a16:rowId xmlns:a16="http://schemas.microsoft.com/office/drawing/2014/main" val="1046692290"/>
                  </a:ext>
                </a:extLst>
              </a:tr>
            </a:tbl>
          </a:graphicData>
        </a:graphic>
      </p:graphicFrame>
    </p:spTree>
    <p:extLst>
      <p:ext uri="{BB962C8B-B14F-4D97-AF65-F5344CB8AC3E}">
        <p14:creationId xmlns:p14="http://schemas.microsoft.com/office/powerpoint/2010/main" val="8903754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47456"/>
            <a:ext cx="10515600" cy="800116"/>
          </a:xfrm>
        </p:spPr>
        <p:txBody>
          <a:bodyPr/>
          <a:lstStyle/>
          <a:p>
            <a:r>
              <a:rPr lang="en-US" sz="2900">
                <a:latin typeface="Lato"/>
                <a:ea typeface="Lato"/>
                <a:cs typeface="Lato"/>
              </a:rPr>
              <a:t>GO-LIVE PLANNING</a:t>
            </a:r>
          </a:p>
        </p:txBody>
      </p:sp>
      <p:grpSp>
        <p:nvGrpSpPr>
          <p:cNvPr id="6" name="Group 5">
            <a:extLst>
              <a:ext uri="{FF2B5EF4-FFF2-40B4-BE49-F238E27FC236}">
                <a16:creationId xmlns:a16="http://schemas.microsoft.com/office/drawing/2014/main" id="{6529820A-B88D-5A49-8E23-B05806E8A04B}"/>
              </a:ext>
            </a:extLst>
          </p:cNvPr>
          <p:cNvGrpSpPr/>
          <p:nvPr/>
        </p:nvGrpSpPr>
        <p:grpSpPr>
          <a:xfrm>
            <a:off x="838200" y="1383639"/>
            <a:ext cx="11011930" cy="4704459"/>
            <a:chOff x="774519" y="1423470"/>
            <a:chExt cx="11209218" cy="4770027"/>
          </a:xfrm>
        </p:grpSpPr>
        <p:sp>
          <p:nvSpPr>
            <p:cNvPr id="4" name="Rectangle 3">
              <a:extLst>
                <a:ext uri="{FF2B5EF4-FFF2-40B4-BE49-F238E27FC236}">
                  <a16:creationId xmlns:a16="http://schemas.microsoft.com/office/drawing/2014/main" id="{6B4869F7-CAC9-294E-AF8F-40EF74E76644}"/>
                </a:ext>
              </a:extLst>
            </p:cNvPr>
            <p:cNvSpPr/>
            <p:nvPr/>
          </p:nvSpPr>
          <p:spPr>
            <a:xfrm>
              <a:off x="774520" y="1423470"/>
              <a:ext cx="1554855" cy="32837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latin typeface="Lato" panose="020F0502020204030203" pitchFamily="34" charset="77"/>
                  <a:cs typeface="Arial Narrow" panose="020B0604020202020204" pitchFamily="34" charset="0"/>
                </a:rPr>
                <a:t>SUNDAY</a:t>
              </a:r>
            </a:p>
          </p:txBody>
        </p:sp>
        <p:sp>
          <p:nvSpPr>
            <p:cNvPr id="13" name="Rectangle 12">
              <a:extLst>
                <a:ext uri="{FF2B5EF4-FFF2-40B4-BE49-F238E27FC236}">
                  <a16:creationId xmlns:a16="http://schemas.microsoft.com/office/drawing/2014/main" id="{72FAB948-68E5-E14A-885E-0DCBE0EA8745}"/>
                </a:ext>
              </a:extLst>
            </p:cNvPr>
            <p:cNvSpPr/>
            <p:nvPr/>
          </p:nvSpPr>
          <p:spPr>
            <a:xfrm>
              <a:off x="2390669" y="1423470"/>
              <a:ext cx="1554855" cy="32837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latin typeface="Lato" panose="020F0502020204030203" pitchFamily="34" charset="77"/>
                  <a:cs typeface="Arial Narrow" panose="020B0604020202020204" pitchFamily="34" charset="0"/>
                </a:rPr>
                <a:t>MONDAY</a:t>
              </a:r>
            </a:p>
          </p:txBody>
        </p:sp>
        <p:sp>
          <p:nvSpPr>
            <p:cNvPr id="19" name="Rectangle 18">
              <a:extLst>
                <a:ext uri="{FF2B5EF4-FFF2-40B4-BE49-F238E27FC236}">
                  <a16:creationId xmlns:a16="http://schemas.microsoft.com/office/drawing/2014/main" id="{072E6750-88B8-4143-8F1A-904D234FD6C9}"/>
                </a:ext>
              </a:extLst>
            </p:cNvPr>
            <p:cNvSpPr/>
            <p:nvPr/>
          </p:nvSpPr>
          <p:spPr>
            <a:xfrm>
              <a:off x="4006818" y="1423470"/>
              <a:ext cx="1554855" cy="32837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latin typeface="Lato" panose="020F0502020204030203" pitchFamily="34" charset="77"/>
                  <a:cs typeface="Arial Narrow" panose="020B0604020202020204" pitchFamily="34" charset="0"/>
                </a:rPr>
                <a:t>TUESDAY</a:t>
              </a:r>
            </a:p>
          </p:txBody>
        </p:sp>
        <p:sp>
          <p:nvSpPr>
            <p:cNvPr id="25" name="Rectangle 24">
              <a:extLst>
                <a:ext uri="{FF2B5EF4-FFF2-40B4-BE49-F238E27FC236}">
                  <a16:creationId xmlns:a16="http://schemas.microsoft.com/office/drawing/2014/main" id="{C472C631-14F0-0241-959C-98E1037D2DD9}"/>
                </a:ext>
              </a:extLst>
            </p:cNvPr>
            <p:cNvSpPr/>
            <p:nvPr/>
          </p:nvSpPr>
          <p:spPr>
            <a:xfrm>
              <a:off x="5612333" y="1423470"/>
              <a:ext cx="1554855" cy="32837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latin typeface="Lato" panose="020F0502020204030203" pitchFamily="34" charset="77"/>
                  <a:cs typeface="Arial Narrow" panose="020B0604020202020204" pitchFamily="34" charset="0"/>
                </a:rPr>
                <a:t>WEDNESDAY</a:t>
              </a:r>
            </a:p>
          </p:txBody>
        </p:sp>
        <p:sp>
          <p:nvSpPr>
            <p:cNvPr id="31" name="Rectangle 30">
              <a:extLst>
                <a:ext uri="{FF2B5EF4-FFF2-40B4-BE49-F238E27FC236}">
                  <a16:creationId xmlns:a16="http://schemas.microsoft.com/office/drawing/2014/main" id="{2CAB101C-6721-0344-9D3B-CB28322DCD63}"/>
                </a:ext>
              </a:extLst>
            </p:cNvPr>
            <p:cNvSpPr/>
            <p:nvPr/>
          </p:nvSpPr>
          <p:spPr>
            <a:xfrm>
              <a:off x="7217849" y="1423470"/>
              <a:ext cx="1554855" cy="32837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latin typeface="Lato" panose="020F0502020204030203" pitchFamily="34" charset="77"/>
                  <a:cs typeface="Arial Narrow" panose="020B0604020202020204" pitchFamily="34" charset="0"/>
                </a:rPr>
                <a:t>THURSDAY</a:t>
              </a:r>
            </a:p>
          </p:txBody>
        </p:sp>
        <p:sp>
          <p:nvSpPr>
            <p:cNvPr id="37" name="Rectangle 36">
              <a:extLst>
                <a:ext uri="{FF2B5EF4-FFF2-40B4-BE49-F238E27FC236}">
                  <a16:creationId xmlns:a16="http://schemas.microsoft.com/office/drawing/2014/main" id="{E32BAF80-A253-494B-AFD6-39934294D162}"/>
                </a:ext>
              </a:extLst>
            </p:cNvPr>
            <p:cNvSpPr/>
            <p:nvPr/>
          </p:nvSpPr>
          <p:spPr>
            <a:xfrm>
              <a:off x="8823365" y="1423470"/>
              <a:ext cx="1554855" cy="32837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latin typeface="Lato" panose="020F0502020204030203" pitchFamily="34" charset="77"/>
                  <a:cs typeface="Arial Narrow" panose="020B0604020202020204" pitchFamily="34" charset="0"/>
                </a:rPr>
                <a:t>FRIDAY</a:t>
              </a:r>
            </a:p>
          </p:txBody>
        </p:sp>
        <p:sp>
          <p:nvSpPr>
            <p:cNvPr id="43" name="Rectangle 42">
              <a:extLst>
                <a:ext uri="{FF2B5EF4-FFF2-40B4-BE49-F238E27FC236}">
                  <a16:creationId xmlns:a16="http://schemas.microsoft.com/office/drawing/2014/main" id="{FCE212D2-D8C1-E745-9857-5D051F2BBBB3}"/>
                </a:ext>
              </a:extLst>
            </p:cNvPr>
            <p:cNvSpPr/>
            <p:nvPr/>
          </p:nvSpPr>
          <p:spPr>
            <a:xfrm>
              <a:off x="10428882" y="1423470"/>
              <a:ext cx="1554855" cy="32837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latin typeface="Lato" panose="020F0502020204030203" pitchFamily="34" charset="77"/>
                  <a:cs typeface="Arial Narrow" panose="020B0604020202020204" pitchFamily="34" charset="0"/>
                </a:rPr>
                <a:t>SATURDAY</a:t>
              </a:r>
            </a:p>
          </p:txBody>
        </p:sp>
        <p:grpSp>
          <p:nvGrpSpPr>
            <p:cNvPr id="5" name="Group 4">
              <a:extLst>
                <a:ext uri="{FF2B5EF4-FFF2-40B4-BE49-F238E27FC236}">
                  <a16:creationId xmlns:a16="http://schemas.microsoft.com/office/drawing/2014/main" id="{65408C9E-05F9-8E46-9C6A-4EC92AF37325}"/>
                </a:ext>
              </a:extLst>
            </p:cNvPr>
            <p:cNvGrpSpPr/>
            <p:nvPr/>
          </p:nvGrpSpPr>
          <p:grpSpPr>
            <a:xfrm>
              <a:off x="774519" y="1808724"/>
              <a:ext cx="11209218" cy="4384773"/>
              <a:chOff x="774519" y="1611016"/>
              <a:chExt cx="11209218" cy="4384773"/>
            </a:xfrm>
            <a:solidFill>
              <a:schemeClr val="bg2">
                <a:lumMod val="20000"/>
                <a:lumOff val="80000"/>
              </a:schemeClr>
            </a:solidFill>
          </p:grpSpPr>
          <p:sp>
            <p:nvSpPr>
              <p:cNvPr id="8" name="Rectangle 7">
                <a:extLst>
                  <a:ext uri="{FF2B5EF4-FFF2-40B4-BE49-F238E27FC236}">
                    <a16:creationId xmlns:a16="http://schemas.microsoft.com/office/drawing/2014/main" id="{C6F7A055-53E4-5E4B-A547-C2B305DA142D}"/>
                  </a:ext>
                </a:extLst>
              </p:cNvPr>
              <p:cNvSpPr/>
              <p:nvPr/>
            </p:nvSpPr>
            <p:spPr>
              <a:xfrm>
                <a:off x="774519" y="1611016"/>
                <a:ext cx="1554855" cy="84025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sz="1400" b="1">
                    <a:solidFill>
                      <a:schemeClr val="bg2">
                        <a:lumMod val="60000"/>
                        <a:lumOff val="40000"/>
                      </a:schemeClr>
                    </a:solidFill>
                    <a:latin typeface="Lato" panose="020F0502020204030203" pitchFamily="34" charset="77"/>
                    <a:cs typeface="Arial Narrow" panose="020B0604020202020204" pitchFamily="34" charset="0"/>
                  </a:rPr>
                  <a:t>28</a:t>
                </a:r>
              </a:p>
            </p:txBody>
          </p:sp>
          <p:sp>
            <p:nvSpPr>
              <p:cNvPr id="9" name="Rectangle 8">
                <a:extLst>
                  <a:ext uri="{FF2B5EF4-FFF2-40B4-BE49-F238E27FC236}">
                    <a16:creationId xmlns:a16="http://schemas.microsoft.com/office/drawing/2014/main" id="{3C604A3C-2415-9140-A219-1CCD829FB300}"/>
                  </a:ext>
                </a:extLst>
              </p:cNvPr>
              <p:cNvSpPr/>
              <p:nvPr/>
            </p:nvSpPr>
            <p:spPr>
              <a:xfrm>
                <a:off x="774520" y="2499560"/>
                <a:ext cx="1554855" cy="84025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sz="1400" b="1">
                    <a:solidFill>
                      <a:schemeClr val="tx2"/>
                    </a:solidFill>
                    <a:latin typeface="Lato" panose="020F0502020204030203" pitchFamily="34" charset="77"/>
                    <a:cs typeface="Arial Narrow" panose="020B0604020202020204" pitchFamily="34" charset="0"/>
                  </a:rPr>
                  <a:t>5</a:t>
                </a:r>
              </a:p>
            </p:txBody>
          </p:sp>
          <p:sp>
            <p:nvSpPr>
              <p:cNvPr id="10" name="Rectangle 9">
                <a:extLst>
                  <a:ext uri="{FF2B5EF4-FFF2-40B4-BE49-F238E27FC236}">
                    <a16:creationId xmlns:a16="http://schemas.microsoft.com/office/drawing/2014/main" id="{ABB80030-BF77-4D43-8CFC-D39DF0BD4A26}"/>
                  </a:ext>
                </a:extLst>
              </p:cNvPr>
              <p:cNvSpPr/>
              <p:nvPr/>
            </p:nvSpPr>
            <p:spPr>
              <a:xfrm>
                <a:off x="774520" y="3378446"/>
                <a:ext cx="1554855" cy="84025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sz="1400" b="1">
                    <a:solidFill>
                      <a:schemeClr val="tx2"/>
                    </a:solidFill>
                    <a:latin typeface="Lato" panose="020F0502020204030203" pitchFamily="34" charset="77"/>
                    <a:cs typeface="Arial Narrow" panose="020B0604020202020204" pitchFamily="34" charset="0"/>
                  </a:rPr>
                  <a:t>12</a:t>
                </a:r>
              </a:p>
            </p:txBody>
          </p:sp>
          <p:sp>
            <p:nvSpPr>
              <p:cNvPr id="11" name="Rectangle 10">
                <a:extLst>
                  <a:ext uri="{FF2B5EF4-FFF2-40B4-BE49-F238E27FC236}">
                    <a16:creationId xmlns:a16="http://schemas.microsoft.com/office/drawing/2014/main" id="{8C1CB92A-9CF8-5A4F-ABC8-71E1914791A1}"/>
                  </a:ext>
                </a:extLst>
              </p:cNvPr>
              <p:cNvSpPr/>
              <p:nvPr/>
            </p:nvSpPr>
            <p:spPr>
              <a:xfrm>
                <a:off x="774520" y="4266991"/>
                <a:ext cx="1554855" cy="84025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sz="1400" b="1">
                    <a:solidFill>
                      <a:schemeClr val="tx2"/>
                    </a:solidFill>
                    <a:latin typeface="Lato" panose="020F0502020204030203" pitchFamily="34" charset="77"/>
                    <a:cs typeface="Arial Narrow" panose="020B0604020202020204" pitchFamily="34" charset="0"/>
                  </a:rPr>
                  <a:t>19</a:t>
                </a:r>
              </a:p>
            </p:txBody>
          </p:sp>
          <p:sp>
            <p:nvSpPr>
              <p:cNvPr id="12" name="Rectangle 11">
                <a:extLst>
                  <a:ext uri="{FF2B5EF4-FFF2-40B4-BE49-F238E27FC236}">
                    <a16:creationId xmlns:a16="http://schemas.microsoft.com/office/drawing/2014/main" id="{A78EC0A6-B09B-D445-9653-598B79DCFDB4}"/>
                  </a:ext>
                </a:extLst>
              </p:cNvPr>
              <p:cNvSpPr/>
              <p:nvPr/>
            </p:nvSpPr>
            <p:spPr>
              <a:xfrm>
                <a:off x="774520" y="5155536"/>
                <a:ext cx="1554855" cy="84025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sz="1400" b="1">
                    <a:solidFill>
                      <a:schemeClr val="tx2"/>
                    </a:solidFill>
                    <a:latin typeface="Lato" panose="020F0502020204030203" pitchFamily="34" charset="77"/>
                    <a:cs typeface="Arial Narrow" panose="020B0604020202020204" pitchFamily="34" charset="0"/>
                  </a:rPr>
                  <a:t>26</a:t>
                </a:r>
              </a:p>
            </p:txBody>
          </p:sp>
          <p:sp>
            <p:nvSpPr>
              <p:cNvPr id="14" name="Rectangle 13">
                <a:extLst>
                  <a:ext uri="{FF2B5EF4-FFF2-40B4-BE49-F238E27FC236}">
                    <a16:creationId xmlns:a16="http://schemas.microsoft.com/office/drawing/2014/main" id="{7D45C83E-C30E-DB4D-A9B9-D6506F469295}"/>
                  </a:ext>
                </a:extLst>
              </p:cNvPr>
              <p:cNvSpPr/>
              <p:nvPr/>
            </p:nvSpPr>
            <p:spPr>
              <a:xfrm>
                <a:off x="2390668" y="1611016"/>
                <a:ext cx="1554855" cy="84025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sz="1400" b="1">
                    <a:solidFill>
                      <a:schemeClr val="bg2">
                        <a:lumMod val="60000"/>
                        <a:lumOff val="40000"/>
                      </a:schemeClr>
                    </a:solidFill>
                    <a:latin typeface="Lato" panose="020F0502020204030203" pitchFamily="34" charset="77"/>
                    <a:cs typeface="Arial Narrow" panose="020B0604020202020204" pitchFamily="34" charset="0"/>
                  </a:rPr>
                  <a:t>29</a:t>
                </a:r>
              </a:p>
            </p:txBody>
          </p:sp>
          <p:sp>
            <p:nvSpPr>
              <p:cNvPr id="15" name="Rectangle 14">
                <a:extLst>
                  <a:ext uri="{FF2B5EF4-FFF2-40B4-BE49-F238E27FC236}">
                    <a16:creationId xmlns:a16="http://schemas.microsoft.com/office/drawing/2014/main" id="{EAC639EC-E6A0-864D-B52E-4C90B8C1D8CB}"/>
                  </a:ext>
                </a:extLst>
              </p:cNvPr>
              <p:cNvSpPr/>
              <p:nvPr/>
            </p:nvSpPr>
            <p:spPr>
              <a:xfrm>
                <a:off x="2390669" y="2499560"/>
                <a:ext cx="1554855" cy="84025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sz="1400" b="1">
                    <a:solidFill>
                      <a:schemeClr val="tx2"/>
                    </a:solidFill>
                    <a:latin typeface="Lato" panose="020F0502020204030203" pitchFamily="34" charset="77"/>
                    <a:cs typeface="Arial Narrow" panose="020B0604020202020204" pitchFamily="34" charset="0"/>
                  </a:rPr>
                  <a:t>6</a:t>
                </a:r>
              </a:p>
            </p:txBody>
          </p:sp>
          <p:sp>
            <p:nvSpPr>
              <p:cNvPr id="16" name="Rectangle 15">
                <a:extLst>
                  <a:ext uri="{FF2B5EF4-FFF2-40B4-BE49-F238E27FC236}">
                    <a16:creationId xmlns:a16="http://schemas.microsoft.com/office/drawing/2014/main" id="{0E742A26-C4F6-C147-9D8F-9E74960EA5D2}"/>
                  </a:ext>
                </a:extLst>
              </p:cNvPr>
              <p:cNvSpPr/>
              <p:nvPr/>
            </p:nvSpPr>
            <p:spPr>
              <a:xfrm>
                <a:off x="2390669" y="3378446"/>
                <a:ext cx="1554855" cy="84025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sz="1400" b="1">
                    <a:solidFill>
                      <a:schemeClr val="tx2"/>
                    </a:solidFill>
                    <a:latin typeface="Lato" panose="020F0502020204030203" pitchFamily="34" charset="77"/>
                    <a:cs typeface="Arial Narrow" panose="020B0604020202020204" pitchFamily="34" charset="0"/>
                  </a:rPr>
                  <a:t>13</a:t>
                </a:r>
              </a:p>
            </p:txBody>
          </p:sp>
          <p:sp>
            <p:nvSpPr>
              <p:cNvPr id="17" name="Rectangle 16">
                <a:extLst>
                  <a:ext uri="{FF2B5EF4-FFF2-40B4-BE49-F238E27FC236}">
                    <a16:creationId xmlns:a16="http://schemas.microsoft.com/office/drawing/2014/main" id="{68BC878A-366E-464C-8397-A5B25ADE3854}"/>
                  </a:ext>
                </a:extLst>
              </p:cNvPr>
              <p:cNvSpPr/>
              <p:nvPr/>
            </p:nvSpPr>
            <p:spPr>
              <a:xfrm>
                <a:off x="2390669" y="4266991"/>
                <a:ext cx="1554855" cy="84025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sz="1400" b="1">
                    <a:solidFill>
                      <a:schemeClr val="tx2"/>
                    </a:solidFill>
                    <a:latin typeface="Lato" panose="020F0502020204030203" pitchFamily="34" charset="77"/>
                    <a:cs typeface="Arial Narrow" panose="020B0604020202020204" pitchFamily="34" charset="0"/>
                  </a:rPr>
                  <a:t>20</a:t>
                </a:r>
              </a:p>
            </p:txBody>
          </p:sp>
          <p:sp>
            <p:nvSpPr>
              <p:cNvPr id="18" name="Rectangle 17">
                <a:extLst>
                  <a:ext uri="{FF2B5EF4-FFF2-40B4-BE49-F238E27FC236}">
                    <a16:creationId xmlns:a16="http://schemas.microsoft.com/office/drawing/2014/main" id="{A21E9BAF-BBDD-C446-8361-35DC8F253697}"/>
                  </a:ext>
                </a:extLst>
              </p:cNvPr>
              <p:cNvSpPr/>
              <p:nvPr/>
            </p:nvSpPr>
            <p:spPr>
              <a:xfrm>
                <a:off x="2390669" y="5155536"/>
                <a:ext cx="1554855" cy="84025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sz="1400" b="1">
                    <a:solidFill>
                      <a:schemeClr val="tx2"/>
                    </a:solidFill>
                    <a:latin typeface="Lato" panose="020F0502020204030203" pitchFamily="34" charset="77"/>
                    <a:cs typeface="Arial Narrow" panose="020B0604020202020204" pitchFamily="34" charset="0"/>
                  </a:rPr>
                  <a:t>27</a:t>
                </a:r>
              </a:p>
            </p:txBody>
          </p:sp>
          <p:sp>
            <p:nvSpPr>
              <p:cNvPr id="20" name="Rectangle 19">
                <a:extLst>
                  <a:ext uri="{FF2B5EF4-FFF2-40B4-BE49-F238E27FC236}">
                    <a16:creationId xmlns:a16="http://schemas.microsoft.com/office/drawing/2014/main" id="{2A8B05A5-6AEF-CD40-B341-019E0468B714}"/>
                  </a:ext>
                </a:extLst>
              </p:cNvPr>
              <p:cNvSpPr/>
              <p:nvPr/>
            </p:nvSpPr>
            <p:spPr>
              <a:xfrm>
                <a:off x="4006817" y="1611016"/>
                <a:ext cx="1554855" cy="84025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sz="1400" b="1">
                    <a:solidFill>
                      <a:schemeClr val="bg2">
                        <a:lumMod val="60000"/>
                        <a:lumOff val="40000"/>
                      </a:schemeClr>
                    </a:solidFill>
                    <a:latin typeface="Lato" panose="020F0502020204030203" pitchFamily="34" charset="77"/>
                    <a:cs typeface="Arial Narrow" panose="020B0604020202020204" pitchFamily="34" charset="0"/>
                  </a:rPr>
                  <a:t>30</a:t>
                </a:r>
              </a:p>
            </p:txBody>
          </p:sp>
          <p:sp>
            <p:nvSpPr>
              <p:cNvPr id="21" name="Rectangle 20">
                <a:extLst>
                  <a:ext uri="{FF2B5EF4-FFF2-40B4-BE49-F238E27FC236}">
                    <a16:creationId xmlns:a16="http://schemas.microsoft.com/office/drawing/2014/main" id="{3DF7A518-D88A-324B-B372-90A46B1F52AE}"/>
                  </a:ext>
                </a:extLst>
              </p:cNvPr>
              <p:cNvSpPr/>
              <p:nvPr/>
            </p:nvSpPr>
            <p:spPr>
              <a:xfrm>
                <a:off x="4006818" y="2499560"/>
                <a:ext cx="1554855" cy="84025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sz="1400" b="1">
                    <a:solidFill>
                      <a:schemeClr val="tx2"/>
                    </a:solidFill>
                    <a:latin typeface="Lato" panose="020F0502020204030203" pitchFamily="34" charset="77"/>
                    <a:cs typeface="Arial Narrow" panose="020B0604020202020204" pitchFamily="34" charset="0"/>
                  </a:rPr>
                  <a:t>7</a:t>
                </a:r>
              </a:p>
            </p:txBody>
          </p:sp>
          <p:sp>
            <p:nvSpPr>
              <p:cNvPr id="22" name="Rectangle 21">
                <a:extLst>
                  <a:ext uri="{FF2B5EF4-FFF2-40B4-BE49-F238E27FC236}">
                    <a16:creationId xmlns:a16="http://schemas.microsoft.com/office/drawing/2014/main" id="{04F20FFC-9381-A24A-9675-9037C9457FE5}"/>
                  </a:ext>
                </a:extLst>
              </p:cNvPr>
              <p:cNvSpPr/>
              <p:nvPr/>
            </p:nvSpPr>
            <p:spPr>
              <a:xfrm>
                <a:off x="4006818" y="3378446"/>
                <a:ext cx="1554855" cy="84025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sz="1400" b="1">
                    <a:solidFill>
                      <a:schemeClr val="tx2"/>
                    </a:solidFill>
                    <a:latin typeface="Lato" panose="020F0502020204030203" pitchFamily="34" charset="77"/>
                    <a:cs typeface="Arial Narrow" panose="020B0604020202020204" pitchFamily="34" charset="0"/>
                  </a:rPr>
                  <a:t>14</a:t>
                </a:r>
              </a:p>
            </p:txBody>
          </p:sp>
          <p:sp>
            <p:nvSpPr>
              <p:cNvPr id="23" name="Rectangle 22">
                <a:extLst>
                  <a:ext uri="{FF2B5EF4-FFF2-40B4-BE49-F238E27FC236}">
                    <a16:creationId xmlns:a16="http://schemas.microsoft.com/office/drawing/2014/main" id="{D53BC771-27E7-AF44-B918-CB2D81F787A4}"/>
                  </a:ext>
                </a:extLst>
              </p:cNvPr>
              <p:cNvSpPr/>
              <p:nvPr/>
            </p:nvSpPr>
            <p:spPr>
              <a:xfrm>
                <a:off x="4006818" y="4266991"/>
                <a:ext cx="1554855" cy="84025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sz="1400" b="1">
                    <a:solidFill>
                      <a:schemeClr val="tx2"/>
                    </a:solidFill>
                    <a:latin typeface="Lato" panose="020F0502020204030203" pitchFamily="34" charset="77"/>
                    <a:cs typeface="Arial Narrow" panose="020B0604020202020204" pitchFamily="34" charset="0"/>
                  </a:rPr>
                  <a:t>21</a:t>
                </a:r>
              </a:p>
            </p:txBody>
          </p:sp>
          <p:sp>
            <p:nvSpPr>
              <p:cNvPr id="24" name="Rectangle 23">
                <a:extLst>
                  <a:ext uri="{FF2B5EF4-FFF2-40B4-BE49-F238E27FC236}">
                    <a16:creationId xmlns:a16="http://schemas.microsoft.com/office/drawing/2014/main" id="{6B0556DF-B644-6540-A5A1-08DB575EE03C}"/>
                  </a:ext>
                </a:extLst>
              </p:cNvPr>
              <p:cNvSpPr/>
              <p:nvPr/>
            </p:nvSpPr>
            <p:spPr>
              <a:xfrm>
                <a:off x="4006818" y="5155536"/>
                <a:ext cx="1554855" cy="84025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sz="1400" b="1">
                    <a:solidFill>
                      <a:schemeClr val="tx2"/>
                    </a:solidFill>
                    <a:latin typeface="Lato" panose="020F0502020204030203" pitchFamily="34" charset="77"/>
                    <a:cs typeface="Arial Narrow" panose="020B0604020202020204" pitchFamily="34" charset="0"/>
                  </a:rPr>
                  <a:t>28</a:t>
                </a:r>
              </a:p>
            </p:txBody>
          </p:sp>
          <p:sp>
            <p:nvSpPr>
              <p:cNvPr id="26" name="Rectangle 25">
                <a:extLst>
                  <a:ext uri="{FF2B5EF4-FFF2-40B4-BE49-F238E27FC236}">
                    <a16:creationId xmlns:a16="http://schemas.microsoft.com/office/drawing/2014/main" id="{E4C7BF82-0A06-5349-87F0-A794B34CA423}"/>
                  </a:ext>
                </a:extLst>
              </p:cNvPr>
              <p:cNvSpPr/>
              <p:nvPr/>
            </p:nvSpPr>
            <p:spPr>
              <a:xfrm>
                <a:off x="5612332" y="1611016"/>
                <a:ext cx="1554855" cy="84025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sz="1400" b="1">
                    <a:solidFill>
                      <a:schemeClr val="tx2"/>
                    </a:solidFill>
                    <a:latin typeface="Lato" panose="020F0502020204030203" pitchFamily="34" charset="77"/>
                    <a:cs typeface="Arial Narrow" panose="020B0604020202020204" pitchFamily="34" charset="0"/>
                  </a:rPr>
                  <a:t>1</a:t>
                </a:r>
              </a:p>
            </p:txBody>
          </p:sp>
          <p:sp>
            <p:nvSpPr>
              <p:cNvPr id="27" name="Rectangle 26">
                <a:extLst>
                  <a:ext uri="{FF2B5EF4-FFF2-40B4-BE49-F238E27FC236}">
                    <a16:creationId xmlns:a16="http://schemas.microsoft.com/office/drawing/2014/main" id="{AE6CCEE9-2418-F149-B3E5-5E8ADBAFB684}"/>
                  </a:ext>
                </a:extLst>
              </p:cNvPr>
              <p:cNvSpPr/>
              <p:nvPr/>
            </p:nvSpPr>
            <p:spPr>
              <a:xfrm>
                <a:off x="5612333" y="2499560"/>
                <a:ext cx="1554855" cy="84025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sz="1400" b="1">
                    <a:solidFill>
                      <a:schemeClr val="tx2"/>
                    </a:solidFill>
                    <a:latin typeface="Lato" panose="020F0502020204030203" pitchFamily="34" charset="77"/>
                    <a:cs typeface="Arial Narrow" panose="020B0604020202020204" pitchFamily="34" charset="0"/>
                  </a:rPr>
                  <a:t>8</a:t>
                </a:r>
              </a:p>
            </p:txBody>
          </p:sp>
          <p:sp>
            <p:nvSpPr>
              <p:cNvPr id="28" name="Rectangle 27">
                <a:extLst>
                  <a:ext uri="{FF2B5EF4-FFF2-40B4-BE49-F238E27FC236}">
                    <a16:creationId xmlns:a16="http://schemas.microsoft.com/office/drawing/2014/main" id="{79F7D5C9-B92C-0446-A112-025A65694CC2}"/>
                  </a:ext>
                </a:extLst>
              </p:cNvPr>
              <p:cNvSpPr/>
              <p:nvPr/>
            </p:nvSpPr>
            <p:spPr>
              <a:xfrm>
                <a:off x="5612333" y="3378446"/>
                <a:ext cx="1554855" cy="84025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sz="1400" b="1">
                    <a:solidFill>
                      <a:schemeClr val="tx2"/>
                    </a:solidFill>
                    <a:latin typeface="Lato" panose="020F0502020204030203" pitchFamily="34" charset="77"/>
                    <a:cs typeface="Arial Narrow" panose="020B0604020202020204" pitchFamily="34" charset="0"/>
                  </a:rPr>
                  <a:t>15</a:t>
                </a:r>
              </a:p>
            </p:txBody>
          </p:sp>
          <p:sp>
            <p:nvSpPr>
              <p:cNvPr id="29" name="Rectangle 28">
                <a:extLst>
                  <a:ext uri="{FF2B5EF4-FFF2-40B4-BE49-F238E27FC236}">
                    <a16:creationId xmlns:a16="http://schemas.microsoft.com/office/drawing/2014/main" id="{9F86E822-9298-F24C-BC54-7165D91B09CC}"/>
                  </a:ext>
                </a:extLst>
              </p:cNvPr>
              <p:cNvSpPr/>
              <p:nvPr/>
            </p:nvSpPr>
            <p:spPr>
              <a:xfrm>
                <a:off x="5612333" y="4266991"/>
                <a:ext cx="1554855" cy="84025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sz="1400" b="1">
                    <a:solidFill>
                      <a:schemeClr val="tx2"/>
                    </a:solidFill>
                    <a:latin typeface="Lato" panose="020F0502020204030203" pitchFamily="34" charset="77"/>
                    <a:cs typeface="Arial Narrow" panose="020B0604020202020204" pitchFamily="34" charset="0"/>
                  </a:rPr>
                  <a:t>22</a:t>
                </a:r>
              </a:p>
            </p:txBody>
          </p:sp>
          <p:sp>
            <p:nvSpPr>
              <p:cNvPr id="30" name="Rectangle 29">
                <a:extLst>
                  <a:ext uri="{FF2B5EF4-FFF2-40B4-BE49-F238E27FC236}">
                    <a16:creationId xmlns:a16="http://schemas.microsoft.com/office/drawing/2014/main" id="{F221B88D-BD52-A442-8F17-322BA301AEF3}"/>
                  </a:ext>
                </a:extLst>
              </p:cNvPr>
              <p:cNvSpPr/>
              <p:nvPr/>
            </p:nvSpPr>
            <p:spPr>
              <a:xfrm>
                <a:off x="5612333" y="5155536"/>
                <a:ext cx="1554855" cy="84025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sz="1400" b="1">
                    <a:solidFill>
                      <a:schemeClr val="tx2"/>
                    </a:solidFill>
                    <a:latin typeface="Lato" panose="020F0502020204030203" pitchFamily="34" charset="77"/>
                    <a:cs typeface="Arial Narrow" panose="020B0604020202020204" pitchFamily="34" charset="0"/>
                  </a:rPr>
                  <a:t>29</a:t>
                </a:r>
              </a:p>
            </p:txBody>
          </p:sp>
          <p:sp>
            <p:nvSpPr>
              <p:cNvPr id="32" name="Rectangle 31">
                <a:extLst>
                  <a:ext uri="{FF2B5EF4-FFF2-40B4-BE49-F238E27FC236}">
                    <a16:creationId xmlns:a16="http://schemas.microsoft.com/office/drawing/2014/main" id="{108E4D18-F5D7-914E-B482-CA9728CFFBA6}"/>
                  </a:ext>
                </a:extLst>
              </p:cNvPr>
              <p:cNvSpPr/>
              <p:nvPr/>
            </p:nvSpPr>
            <p:spPr>
              <a:xfrm>
                <a:off x="7217848" y="1611016"/>
                <a:ext cx="1554855" cy="84025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sz="1400" b="1">
                    <a:solidFill>
                      <a:schemeClr val="tx2"/>
                    </a:solidFill>
                    <a:latin typeface="Lato" panose="020F0502020204030203" pitchFamily="34" charset="77"/>
                    <a:cs typeface="Arial Narrow" panose="020B0604020202020204" pitchFamily="34" charset="0"/>
                  </a:rPr>
                  <a:t>2</a:t>
                </a:r>
              </a:p>
            </p:txBody>
          </p:sp>
          <p:sp>
            <p:nvSpPr>
              <p:cNvPr id="33" name="Rectangle 32">
                <a:extLst>
                  <a:ext uri="{FF2B5EF4-FFF2-40B4-BE49-F238E27FC236}">
                    <a16:creationId xmlns:a16="http://schemas.microsoft.com/office/drawing/2014/main" id="{765C2637-B0C7-1547-AD9F-B3F9422F9E8D}"/>
                  </a:ext>
                </a:extLst>
              </p:cNvPr>
              <p:cNvSpPr/>
              <p:nvPr/>
            </p:nvSpPr>
            <p:spPr>
              <a:xfrm>
                <a:off x="7217849" y="2499560"/>
                <a:ext cx="1554855" cy="84025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sz="1400" b="1">
                    <a:solidFill>
                      <a:schemeClr val="tx2"/>
                    </a:solidFill>
                    <a:latin typeface="Lato" panose="020F0502020204030203" pitchFamily="34" charset="77"/>
                    <a:cs typeface="Arial Narrow" panose="020B0604020202020204" pitchFamily="34" charset="0"/>
                  </a:rPr>
                  <a:t>9</a:t>
                </a:r>
              </a:p>
            </p:txBody>
          </p:sp>
          <p:sp>
            <p:nvSpPr>
              <p:cNvPr id="34" name="Rectangle 33">
                <a:extLst>
                  <a:ext uri="{FF2B5EF4-FFF2-40B4-BE49-F238E27FC236}">
                    <a16:creationId xmlns:a16="http://schemas.microsoft.com/office/drawing/2014/main" id="{3EDD50BD-A347-4344-8D1D-6BB1AE5D76FA}"/>
                  </a:ext>
                </a:extLst>
              </p:cNvPr>
              <p:cNvSpPr/>
              <p:nvPr/>
            </p:nvSpPr>
            <p:spPr>
              <a:xfrm>
                <a:off x="7217849" y="3378446"/>
                <a:ext cx="1554855" cy="84025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sz="1400" b="1">
                    <a:solidFill>
                      <a:schemeClr val="tx2"/>
                    </a:solidFill>
                    <a:latin typeface="Lato" panose="020F0502020204030203" pitchFamily="34" charset="77"/>
                    <a:cs typeface="Arial Narrow" panose="020B0604020202020204" pitchFamily="34" charset="0"/>
                  </a:rPr>
                  <a:t>16</a:t>
                </a:r>
              </a:p>
            </p:txBody>
          </p:sp>
          <p:sp>
            <p:nvSpPr>
              <p:cNvPr id="35" name="Rectangle 34">
                <a:extLst>
                  <a:ext uri="{FF2B5EF4-FFF2-40B4-BE49-F238E27FC236}">
                    <a16:creationId xmlns:a16="http://schemas.microsoft.com/office/drawing/2014/main" id="{82F5DDF2-B99E-0142-AD0E-1F5D88046341}"/>
                  </a:ext>
                </a:extLst>
              </p:cNvPr>
              <p:cNvSpPr/>
              <p:nvPr/>
            </p:nvSpPr>
            <p:spPr>
              <a:xfrm>
                <a:off x="7217849" y="4266991"/>
                <a:ext cx="1554855" cy="84025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sz="1400" b="1">
                    <a:solidFill>
                      <a:schemeClr val="tx2"/>
                    </a:solidFill>
                    <a:latin typeface="Lato" panose="020F0502020204030203" pitchFamily="34" charset="77"/>
                    <a:cs typeface="Arial Narrow" panose="020B0604020202020204" pitchFamily="34" charset="0"/>
                  </a:rPr>
                  <a:t>23</a:t>
                </a:r>
              </a:p>
            </p:txBody>
          </p:sp>
          <p:sp>
            <p:nvSpPr>
              <p:cNvPr id="36" name="Rectangle 35">
                <a:extLst>
                  <a:ext uri="{FF2B5EF4-FFF2-40B4-BE49-F238E27FC236}">
                    <a16:creationId xmlns:a16="http://schemas.microsoft.com/office/drawing/2014/main" id="{412D4332-5918-7C43-BE92-5145D807ADCA}"/>
                  </a:ext>
                </a:extLst>
              </p:cNvPr>
              <p:cNvSpPr/>
              <p:nvPr/>
            </p:nvSpPr>
            <p:spPr>
              <a:xfrm>
                <a:off x="7217849" y="5155536"/>
                <a:ext cx="1554855" cy="84025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sz="1400" b="1">
                    <a:solidFill>
                      <a:schemeClr val="tx2"/>
                    </a:solidFill>
                    <a:latin typeface="Lato" panose="020F0502020204030203" pitchFamily="34" charset="77"/>
                    <a:cs typeface="Arial Narrow" panose="020B0604020202020204" pitchFamily="34" charset="0"/>
                  </a:rPr>
                  <a:t>30</a:t>
                </a:r>
              </a:p>
            </p:txBody>
          </p:sp>
          <p:sp>
            <p:nvSpPr>
              <p:cNvPr id="38" name="Rectangle 37">
                <a:extLst>
                  <a:ext uri="{FF2B5EF4-FFF2-40B4-BE49-F238E27FC236}">
                    <a16:creationId xmlns:a16="http://schemas.microsoft.com/office/drawing/2014/main" id="{5E4AB945-254C-404B-AAE1-B09FC65BFD13}"/>
                  </a:ext>
                </a:extLst>
              </p:cNvPr>
              <p:cNvSpPr/>
              <p:nvPr/>
            </p:nvSpPr>
            <p:spPr>
              <a:xfrm>
                <a:off x="8823364" y="1611016"/>
                <a:ext cx="1554855" cy="84025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sz="1400" b="1">
                    <a:solidFill>
                      <a:schemeClr val="tx2"/>
                    </a:solidFill>
                    <a:latin typeface="Lato" panose="020F0502020204030203" pitchFamily="34" charset="77"/>
                    <a:cs typeface="Arial Narrow" panose="020B0604020202020204" pitchFamily="34" charset="0"/>
                  </a:rPr>
                  <a:t>3</a:t>
                </a:r>
              </a:p>
            </p:txBody>
          </p:sp>
          <p:sp>
            <p:nvSpPr>
              <p:cNvPr id="39" name="Rectangle 38">
                <a:extLst>
                  <a:ext uri="{FF2B5EF4-FFF2-40B4-BE49-F238E27FC236}">
                    <a16:creationId xmlns:a16="http://schemas.microsoft.com/office/drawing/2014/main" id="{7F9758D4-2186-504D-BBC8-8F11917B7B7D}"/>
                  </a:ext>
                </a:extLst>
              </p:cNvPr>
              <p:cNvSpPr/>
              <p:nvPr/>
            </p:nvSpPr>
            <p:spPr>
              <a:xfrm>
                <a:off x="8823365" y="2499560"/>
                <a:ext cx="1554855" cy="84025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sz="1400" b="1">
                    <a:solidFill>
                      <a:schemeClr val="tx2"/>
                    </a:solidFill>
                    <a:latin typeface="Lato" panose="020F0502020204030203" pitchFamily="34" charset="77"/>
                    <a:cs typeface="Arial Narrow" panose="020B0604020202020204" pitchFamily="34" charset="0"/>
                  </a:rPr>
                  <a:t>10</a:t>
                </a:r>
              </a:p>
            </p:txBody>
          </p:sp>
          <p:sp>
            <p:nvSpPr>
              <p:cNvPr id="40" name="Rectangle 39">
                <a:extLst>
                  <a:ext uri="{FF2B5EF4-FFF2-40B4-BE49-F238E27FC236}">
                    <a16:creationId xmlns:a16="http://schemas.microsoft.com/office/drawing/2014/main" id="{9D259971-63D9-0C45-A1FA-453043BCFA04}"/>
                  </a:ext>
                </a:extLst>
              </p:cNvPr>
              <p:cNvSpPr/>
              <p:nvPr/>
            </p:nvSpPr>
            <p:spPr>
              <a:xfrm>
                <a:off x="8823365" y="3378446"/>
                <a:ext cx="1554855" cy="84025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sz="1400" b="1">
                    <a:solidFill>
                      <a:schemeClr val="tx2"/>
                    </a:solidFill>
                    <a:latin typeface="Lato" panose="020F0502020204030203" pitchFamily="34" charset="77"/>
                    <a:cs typeface="Arial Narrow" panose="020B0604020202020204" pitchFamily="34" charset="0"/>
                  </a:rPr>
                  <a:t>17</a:t>
                </a:r>
              </a:p>
            </p:txBody>
          </p:sp>
          <p:sp>
            <p:nvSpPr>
              <p:cNvPr id="41" name="Rectangle 40">
                <a:extLst>
                  <a:ext uri="{FF2B5EF4-FFF2-40B4-BE49-F238E27FC236}">
                    <a16:creationId xmlns:a16="http://schemas.microsoft.com/office/drawing/2014/main" id="{CAED81F5-3C52-5E4F-A8E9-21128BF6ED5B}"/>
                  </a:ext>
                </a:extLst>
              </p:cNvPr>
              <p:cNvSpPr/>
              <p:nvPr/>
            </p:nvSpPr>
            <p:spPr>
              <a:xfrm>
                <a:off x="8823365" y="4266991"/>
                <a:ext cx="1554855" cy="84025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sz="1400" b="1">
                    <a:solidFill>
                      <a:schemeClr val="tx2"/>
                    </a:solidFill>
                    <a:latin typeface="Lato" panose="020F0502020204030203" pitchFamily="34" charset="77"/>
                    <a:cs typeface="Arial Narrow" panose="020B0604020202020204" pitchFamily="34" charset="0"/>
                  </a:rPr>
                  <a:t>24</a:t>
                </a:r>
              </a:p>
            </p:txBody>
          </p:sp>
          <p:sp>
            <p:nvSpPr>
              <p:cNvPr id="42" name="Rectangle 41">
                <a:extLst>
                  <a:ext uri="{FF2B5EF4-FFF2-40B4-BE49-F238E27FC236}">
                    <a16:creationId xmlns:a16="http://schemas.microsoft.com/office/drawing/2014/main" id="{347961FF-A14D-0D43-B44E-5DB8C31B7783}"/>
                  </a:ext>
                </a:extLst>
              </p:cNvPr>
              <p:cNvSpPr/>
              <p:nvPr/>
            </p:nvSpPr>
            <p:spPr>
              <a:xfrm>
                <a:off x="8823365" y="5155536"/>
                <a:ext cx="1554855" cy="84025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sz="1400" b="1">
                    <a:solidFill>
                      <a:schemeClr val="tx2"/>
                    </a:solidFill>
                    <a:latin typeface="Lato" panose="020F0502020204030203" pitchFamily="34" charset="77"/>
                    <a:cs typeface="Arial Narrow" panose="020B0604020202020204" pitchFamily="34" charset="0"/>
                  </a:rPr>
                  <a:t>31</a:t>
                </a:r>
              </a:p>
            </p:txBody>
          </p:sp>
          <p:sp>
            <p:nvSpPr>
              <p:cNvPr id="44" name="Rectangle 43">
                <a:extLst>
                  <a:ext uri="{FF2B5EF4-FFF2-40B4-BE49-F238E27FC236}">
                    <a16:creationId xmlns:a16="http://schemas.microsoft.com/office/drawing/2014/main" id="{13ABE2A7-CBF1-664F-9498-6BCE4F7AF44B}"/>
                  </a:ext>
                </a:extLst>
              </p:cNvPr>
              <p:cNvSpPr/>
              <p:nvPr/>
            </p:nvSpPr>
            <p:spPr>
              <a:xfrm>
                <a:off x="10428881" y="1611016"/>
                <a:ext cx="1554855" cy="84025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sz="1400" b="1">
                    <a:solidFill>
                      <a:schemeClr val="tx2"/>
                    </a:solidFill>
                    <a:latin typeface="Lato" panose="020F0502020204030203" pitchFamily="34" charset="77"/>
                    <a:cs typeface="Arial Narrow" panose="020B0604020202020204" pitchFamily="34" charset="0"/>
                  </a:rPr>
                  <a:t>4</a:t>
                </a:r>
              </a:p>
            </p:txBody>
          </p:sp>
          <p:sp>
            <p:nvSpPr>
              <p:cNvPr id="45" name="Rectangle 44">
                <a:extLst>
                  <a:ext uri="{FF2B5EF4-FFF2-40B4-BE49-F238E27FC236}">
                    <a16:creationId xmlns:a16="http://schemas.microsoft.com/office/drawing/2014/main" id="{F83C5C5E-2603-9148-8126-6A9D45997D08}"/>
                  </a:ext>
                </a:extLst>
              </p:cNvPr>
              <p:cNvSpPr/>
              <p:nvPr/>
            </p:nvSpPr>
            <p:spPr>
              <a:xfrm>
                <a:off x="10428882" y="2499560"/>
                <a:ext cx="1554855" cy="84025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sz="1400" b="1">
                    <a:solidFill>
                      <a:schemeClr val="tx2"/>
                    </a:solidFill>
                    <a:latin typeface="Lato" panose="020F0502020204030203" pitchFamily="34" charset="77"/>
                    <a:cs typeface="Arial Narrow" panose="020B0604020202020204" pitchFamily="34" charset="0"/>
                  </a:rPr>
                  <a:t>11</a:t>
                </a:r>
              </a:p>
            </p:txBody>
          </p:sp>
          <p:sp>
            <p:nvSpPr>
              <p:cNvPr id="46" name="Rectangle 45">
                <a:extLst>
                  <a:ext uri="{FF2B5EF4-FFF2-40B4-BE49-F238E27FC236}">
                    <a16:creationId xmlns:a16="http://schemas.microsoft.com/office/drawing/2014/main" id="{F79BDA97-8045-6D45-B65E-EE19616BA943}"/>
                  </a:ext>
                </a:extLst>
              </p:cNvPr>
              <p:cNvSpPr/>
              <p:nvPr/>
            </p:nvSpPr>
            <p:spPr>
              <a:xfrm>
                <a:off x="10428882" y="3378446"/>
                <a:ext cx="1554855" cy="84025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sz="1400" b="1">
                    <a:solidFill>
                      <a:schemeClr val="tx2"/>
                    </a:solidFill>
                    <a:latin typeface="Lato" panose="020F0502020204030203" pitchFamily="34" charset="77"/>
                    <a:cs typeface="Arial Narrow" panose="020B0604020202020204" pitchFamily="34" charset="0"/>
                  </a:rPr>
                  <a:t>18</a:t>
                </a:r>
              </a:p>
            </p:txBody>
          </p:sp>
          <p:sp>
            <p:nvSpPr>
              <p:cNvPr id="47" name="Rectangle 46">
                <a:extLst>
                  <a:ext uri="{FF2B5EF4-FFF2-40B4-BE49-F238E27FC236}">
                    <a16:creationId xmlns:a16="http://schemas.microsoft.com/office/drawing/2014/main" id="{4AF3343C-AA3A-C442-BDA1-0CE65641D828}"/>
                  </a:ext>
                </a:extLst>
              </p:cNvPr>
              <p:cNvSpPr/>
              <p:nvPr/>
            </p:nvSpPr>
            <p:spPr>
              <a:xfrm>
                <a:off x="10428882" y="4266991"/>
                <a:ext cx="1554855" cy="84025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sz="1400" b="1">
                    <a:solidFill>
                      <a:schemeClr val="tx2"/>
                    </a:solidFill>
                    <a:latin typeface="Lato" panose="020F0502020204030203" pitchFamily="34" charset="77"/>
                    <a:cs typeface="Arial Narrow" panose="020B0604020202020204" pitchFamily="34" charset="0"/>
                  </a:rPr>
                  <a:t>25</a:t>
                </a:r>
              </a:p>
            </p:txBody>
          </p:sp>
          <p:sp>
            <p:nvSpPr>
              <p:cNvPr id="48" name="Rectangle 47">
                <a:extLst>
                  <a:ext uri="{FF2B5EF4-FFF2-40B4-BE49-F238E27FC236}">
                    <a16:creationId xmlns:a16="http://schemas.microsoft.com/office/drawing/2014/main" id="{2DE1594C-9DE6-084B-9802-E447FAC4E8DA}"/>
                  </a:ext>
                </a:extLst>
              </p:cNvPr>
              <p:cNvSpPr/>
              <p:nvPr/>
            </p:nvSpPr>
            <p:spPr>
              <a:xfrm>
                <a:off x="10428882" y="5155536"/>
                <a:ext cx="1554855" cy="84025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sz="1400" b="1">
                    <a:solidFill>
                      <a:schemeClr val="bg2">
                        <a:lumMod val="60000"/>
                        <a:lumOff val="40000"/>
                      </a:schemeClr>
                    </a:solidFill>
                    <a:latin typeface="Lato" panose="020F0502020204030203" pitchFamily="34" charset="77"/>
                    <a:cs typeface="Arial Narrow" panose="020B0604020202020204" pitchFamily="34" charset="0"/>
                  </a:rPr>
                  <a:t>1</a:t>
                </a:r>
              </a:p>
            </p:txBody>
          </p:sp>
        </p:grpSp>
        <p:sp>
          <p:nvSpPr>
            <p:cNvPr id="56" name="TextBox 55">
              <a:extLst>
                <a:ext uri="{FF2B5EF4-FFF2-40B4-BE49-F238E27FC236}">
                  <a16:creationId xmlns:a16="http://schemas.microsoft.com/office/drawing/2014/main" id="{6E9055CA-94D3-D34A-9FFB-0CE962D62272}"/>
                </a:ext>
              </a:extLst>
            </p:cNvPr>
            <p:cNvSpPr txBox="1"/>
            <p:nvPr/>
          </p:nvSpPr>
          <p:spPr>
            <a:xfrm>
              <a:off x="2491629" y="2988670"/>
              <a:ext cx="7778122" cy="261610"/>
            </a:xfrm>
            <a:prstGeom prst="rect">
              <a:avLst/>
            </a:prstGeom>
            <a:solidFill>
              <a:schemeClr val="accent1"/>
            </a:solidFill>
          </p:spPr>
          <p:txBody>
            <a:bodyPr wrap="square" rtlCol="0" anchor="t">
              <a:spAutoFit/>
            </a:bodyPr>
            <a:lstStyle/>
            <a:p>
              <a:r>
                <a:rPr lang="en-PH" sz="1050" b="1">
                  <a:solidFill>
                    <a:schemeClr val="bg1"/>
                  </a:solidFill>
                  <a:latin typeface="Lato"/>
                  <a:ea typeface="Lato"/>
                  <a:cs typeface="Arial Narrow" panose="020B0604020202020204" pitchFamily="34" charset="0"/>
                </a:rPr>
                <a:t>Property Management Conversion Period</a:t>
              </a:r>
              <a:endParaRPr lang="en-US" sz="1050" b="1">
                <a:solidFill>
                  <a:schemeClr val="bg1"/>
                </a:solidFill>
                <a:latin typeface="Lato" panose="020F0502020204030203" pitchFamily="34" charset="77"/>
                <a:cs typeface="Arial Narrow" panose="020B0604020202020204" pitchFamily="34" charset="0"/>
              </a:endParaRPr>
            </a:p>
          </p:txBody>
        </p:sp>
        <p:sp>
          <p:nvSpPr>
            <p:cNvPr id="57" name="TextBox 56">
              <a:extLst>
                <a:ext uri="{FF2B5EF4-FFF2-40B4-BE49-F238E27FC236}">
                  <a16:creationId xmlns:a16="http://schemas.microsoft.com/office/drawing/2014/main" id="{8886D8AB-648A-234A-BEDC-64BC2129D338}"/>
                </a:ext>
              </a:extLst>
            </p:cNvPr>
            <p:cNvSpPr txBox="1"/>
            <p:nvPr/>
          </p:nvSpPr>
          <p:spPr>
            <a:xfrm>
              <a:off x="2527428" y="3816006"/>
              <a:ext cx="4556457" cy="261610"/>
            </a:xfrm>
            <a:prstGeom prst="rect">
              <a:avLst/>
            </a:prstGeom>
            <a:solidFill>
              <a:schemeClr val="accent1"/>
            </a:solidFill>
          </p:spPr>
          <p:txBody>
            <a:bodyPr wrap="square" rtlCol="0" anchor="t">
              <a:spAutoFit/>
            </a:bodyPr>
            <a:lstStyle/>
            <a:p>
              <a:r>
                <a:rPr lang="en-PH" sz="1050" b="1">
                  <a:solidFill>
                    <a:schemeClr val="bg1"/>
                  </a:solidFill>
                  <a:latin typeface="Lato"/>
                  <a:ea typeface="Lato"/>
                  <a:cs typeface="Arial Narrow" panose="020B0604020202020204" pitchFamily="34" charset="0"/>
                </a:rPr>
                <a:t>Property Management Conversion Period</a:t>
              </a:r>
              <a:endParaRPr lang="en-US" sz="1050" b="1">
                <a:solidFill>
                  <a:schemeClr val="bg1"/>
                </a:solidFill>
                <a:latin typeface="Lato" panose="020F0502020204030203" pitchFamily="34" charset="77"/>
                <a:cs typeface="Arial Narrow" panose="020B0604020202020204" pitchFamily="34" charset="0"/>
              </a:endParaRPr>
            </a:p>
          </p:txBody>
        </p:sp>
        <p:sp>
          <p:nvSpPr>
            <p:cNvPr id="58" name="TextBox 57">
              <a:extLst>
                <a:ext uri="{FF2B5EF4-FFF2-40B4-BE49-F238E27FC236}">
                  <a16:creationId xmlns:a16="http://schemas.microsoft.com/office/drawing/2014/main" id="{11935AAC-1BE1-704B-8189-1E14DC212031}"/>
                </a:ext>
              </a:extLst>
            </p:cNvPr>
            <p:cNvSpPr txBox="1"/>
            <p:nvPr/>
          </p:nvSpPr>
          <p:spPr>
            <a:xfrm>
              <a:off x="5583659" y="4112870"/>
              <a:ext cx="1556896" cy="257455"/>
            </a:xfrm>
            <a:prstGeom prst="rect">
              <a:avLst/>
            </a:prstGeom>
            <a:solidFill>
              <a:schemeClr val="tx1"/>
            </a:solidFill>
          </p:spPr>
          <p:txBody>
            <a:bodyPr wrap="square" rtlCol="0" anchor="t">
              <a:spAutoFit/>
            </a:bodyPr>
            <a:lstStyle/>
            <a:p>
              <a:r>
                <a:rPr lang="en-US" sz="1050" b="1">
                  <a:solidFill>
                    <a:schemeClr val="bg1"/>
                  </a:solidFill>
                  <a:latin typeface="Lato"/>
                  <a:ea typeface="Lato"/>
                  <a:cs typeface="Arial Narrow" panose="020B0604020202020204" pitchFamily="34" charset="0"/>
                </a:rPr>
                <a:t>Start Catch-up Work</a:t>
              </a:r>
              <a:endParaRPr lang="en-US" sz="1050" b="1">
                <a:solidFill>
                  <a:schemeClr val="bg1"/>
                </a:solidFill>
                <a:latin typeface="Lato" panose="020F0502020204030203" pitchFamily="34" charset="77"/>
                <a:cs typeface="Arial Narrow" panose="020B0604020202020204" pitchFamily="34" charset="0"/>
              </a:endParaRPr>
            </a:p>
          </p:txBody>
        </p:sp>
        <p:sp>
          <p:nvSpPr>
            <p:cNvPr id="59" name="TextBox 58">
              <a:extLst>
                <a:ext uri="{FF2B5EF4-FFF2-40B4-BE49-F238E27FC236}">
                  <a16:creationId xmlns:a16="http://schemas.microsoft.com/office/drawing/2014/main" id="{D3D02289-2DAF-6E47-923F-D013786AF2A7}"/>
                </a:ext>
              </a:extLst>
            </p:cNvPr>
            <p:cNvSpPr txBox="1"/>
            <p:nvPr/>
          </p:nvSpPr>
          <p:spPr>
            <a:xfrm>
              <a:off x="7271100" y="3840399"/>
              <a:ext cx="1338237" cy="421289"/>
            </a:xfrm>
            <a:prstGeom prst="rect">
              <a:avLst/>
            </a:prstGeom>
            <a:solidFill>
              <a:schemeClr val="accent5"/>
            </a:solidFill>
          </p:spPr>
          <p:txBody>
            <a:bodyPr wrap="square" rtlCol="0" anchor="t">
              <a:spAutoFit/>
            </a:bodyPr>
            <a:lstStyle/>
            <a:p>
              <a:r>
                <a:rPr lang="en-US" sz="1050" b="1">
                  <a:solidFill>
                    <a:schemeClr val="bg1"/>
                  </a:solidFill>
                  <a:latin typeface="Lato"/>
                  <a:ea typeface="Lato"/>
                  <a:cs typeface="Arial Narrow" panose="020B0604020202020204" pitchFamily="34" charset="0"/>
                </a:rPr>
                <a:t>Go Live with Phase 1 Products</a:t>
              </a:r>
              <a:endParaRPr lang="en-US" sz="1050" b="1">
                <a:solidFill>
                  <a:schemeClr val="bg1"/>
                </a:solidFill>
                <a:latin typeface="Lato" panose="020F0502020204030203" pitchFamily="34" charset="77"/>
                <a:cs typeface="Arial Narrow" panose="020B0604020202020204" pitchFamily="34" charset="0"/>
              </a:endParaRPr>
            </a:p>
          </p:txBody>
        </p:sp>
      </p:grpSp>
    </p:spTree>
    <p:extLst>
      <p:ext uri="{BB962C8B-B14F-4D97-AF65-F5344CB8AC3E}">
        <p14:creationId xmlns:p14="http://schemas.microsoft.com/office/powerpoint/2010/main" val="2886074743"/>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AD8D381-7AF9-A24F-B54A-C4FD4083C11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894667" y="390616"/>
            <a:ext cx="8297333" cy="5791200"/>
          </a:xfrm>
          <a:prstGeom prst="rect">
            <a:avLst/>
          </a:prstGeom>
        </p:spPr>
      </p:pic>
      <p:sp>
        <p:nvSpPr>
          <p:cNvPr id="4" name="TextBox 3">
            <a:extLst>
              <a:ext uri="{FF2B5EF4-FFF2-40B4-BE49-F238E27FC236}">
                <a16:creationId xmlns:a16="http://schemas.microsoft.com/office/drawing/2014/main" id="{2EB01ED5-4677-304A-90B8-B4195A9FCA76}"/>
              </a:ext>
            </a:extLst>
          </p:cNvPr>
          <p:cNvSpPr txBox="1"/>
          <p:nvPr/>
        </p:nvSpPr>
        <p:spPr>
          <a:xfrm>
            <a:off x="1949016" y="4493552"/>
            <a:ext cx="3456901" cy="502766"/>
          </a:xfrm>
          <a:prstGeom prst="rect">
            <a:avLst/>
          </a:prstGeom>
          <a:noFill/>
        </p:spPr>
        <p:txBody>
          <a:bodyPr wrap="square" rtlCol="0">
            <a:spAutoFit/>
          </a:bodyPr>
          <a:lstStyle/>
          <a:p>
            <a:r>
              <a:rPr lang="en-US" sz="2667">
                <a:latin typeface="Lato Medium" panose="020F0502020204030203" pitchFamily="34" charset="0"/>
                <a:ea typeface="Lato Medium" panose="020F0502020204030203" pitchFamily="34" charset="0"/>
                <a:cs typeface="Lato Medium" panose="020F0502020204030203" pitchFamily="34" charset="0"/>
              </a:rPr>
              <a:t>Thank You</a:t>
            </a:r>
          </a:p>
        </p:txBody>
      </p:sp>
      <p:sp>
        <p:nvSpPr>
          <p:cNvPr id="2" name="Rectangle 1">
            <a:extLst>
              <a:ext uri="{FF2B5EF4-FFF2-40B4-BE49-F238E27FC236}">
                <a16:creationId xmlns:a16="http://schemas.microsoft.com/office/drawing/2014/main" id="{FBD72B1F-4D7E-5341-8CEA-DD47302F1A2E}"/>
              </a:ext>
            </a:extLst>
          </p:cNvPr>
          <p:cNvSpPr/>
          <p:nvPr/>
        </p:nvSpPr>
        <p:spPr>
          <a:xfrm>
            <a:off x="495300" y="-1"/>
            <a:ext cx="247651" cy="16573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9" name="Rectangle 18">
            <a:extLst>
              <a:ext uri="{FF2B5EF4-FFF2-40B4-BE49-F238E27FC236}">
                <a16:creationId xmlns:a16="http://schemas.microsoft.com/office/drawing/2014/main" id="{FB86271E-B373-8247-BB0F-5171B6269D12}"/>
              </a:ext>
            </a:extLst>
          </p:cNvPr>
          <p:cNvSpPr/>
          <p:nvPr/>
        </p:nvSpPr>
        <p:spPr>
          <a:xfrm rot="10800000">
            <a:off x="10954872" y="390618"/>
            <a:ext cx="412376" cy="5788241"/>
          </a:xfrm>
          <a:prstGeom prst="rect">
            <a:avLst/>
          </a:prstGeom>
          <a:solidFill>
            <a:schemeClr val="tx2">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0" name="Rectangle 19">
            <a:extLst>
              <a:ext uri="{FF2B5EF4-FFF2-40B4-BE49-F238E27FC236}">
                <a16:creationId xmlns:a16="http://schemas.microsoft.com/office/drawing/2014/main" id="{B522625A-29B1-9246-9362-334A536F394D}"/>
              </a:ext>
            </a:extLst>
          </p:cNvPr>
          <p:cNvSpPr/>
          <p:nvPr/>
        </p:nvSpPr>
        <p:spPr>
          <a:xfrm rot="10800000">
            <a:off x="11367248" y="390617"/>
            <a:ext cx="412376" cy="5788241"/>
          </a:xfrm>
          <a:prstGeom prst="rect">
            <a:avLst/>
          </a:prstGeom>
          <a:solidFill>
            <a:schemeClr val="tx2">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1" name="Rectangle 20">
            <a:extLst>
              <a:ext uri="{FF2B5EF4-FFF2-40B4-BE49-F238E27FC236}">
                <a16:creationId xmlns:a16="http://schemas.microsoft.com/office/drawing/2014/main" id="{BA1712F1-61C8-1F42-BEC2-9625B54F3023}"/>
              </a:ext>
            </a:extLst>
          </p:cNvPr>
          <p:cNvSpPr/>
          <p:nvPr/>
        </p:nvSpPr>
        <p:spPr>
          <a:xfrm rot="10800000">
            <a:off x="11779624" y="390618"/>
            <a:ext cx="412376" cy="5788241"/>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8" name="Picture 17" descr="A house with trees in the background&#10;&#10;Description automatically generated">
            <a:extLst>
              <a:ext uri="{FF2B5EF4-FFF2-40B4-BE49-F238E27FC236}">
                <a16:creationId xmlns:a16="http://schemas.microsoft.com/office/drawing/2014/main" id="{41096574-E9BC-2640-BBDD-B18784539276}"/>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1726143" y="1941251"/>
            <a:ext cx="2175373" cy="2464479"/>
          </a:xfrm>
          <a:prstGeom prst="rect">
            <a:avLst/>
          </a:prstGeom>
        </p:spPr>
      </p:pic>
    </p:spTree>
    <p:extLst>
      <p:ext uri="{BB962C8B-B14F-4D97-AF65-F5344CB8AC3E}">
        <p14:creationId xmlns:p14="http://schemas.microsoft.com/office/powerpoint/2010/main" val="2012892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Covid19 CBR Template_V3.1">
  <a:themeElements>
    <a:clrScheme name="RP NEW">
      <a:dk1>
        <a:srgbClr val="612C50"/>
      </a:dk1>
      <a:lt1>
        <a:srgbClr val="FFFFFF"/>
      </a:lt1>
      <a:dk2>
        <a:srgbClr val="005F71"/>
      </a:dk2>
      <a:lt2>
        <a:srgbClr val="57C3C7"/>
      </a:lt2>
      <a:accent1>
        <a:srgbClr val="007CBA"/>
      </a:accent1>
      <a:accent2>
        <a:srgbClr val="F26924"/>
      </a:accent2>
      <a:accent3>
        <a:srgbClr val="00AEEF"/>
      </a:accent3>
      <a:accent4>
        <a:srgbClr val="75ABB0"/>
      </a:accent4>
      <a:accent5>
        <a:srgbClr val="00457C"/>
      </a:accent5>
      <a:accent6>
        <a:srgbClr val="616673"/>
      </a:accent6>
      <a:hlink>
        <a:srgbClr val="F26924"/>
      </a:hlink>
      <a:folHlink>
        <a:srgbClr val="86939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ctr" defTabSz="685800">
          <a:defRPr dirty="0" smtClean="0">
            <a:solidFill>
              <a:schemeClr val="accent6"/>
            </a:solidFill>
            <a:latin typeface="Lato Medium" panose="020F0502020204030203" pitchFamily="34" charset="0"/>
            <a:ea typeface="Lato Medium" panose="020F0502020204030203" pitchFamily="34" charset="0"/>
            <a:cs typeface="Lato Medium" panose="020F0502020204030203"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811A7D7C6AF7C4B84849BBC7AECD042" ma:contentTypeVersion="7" ma:contentTypeDescription="Create a new document." ma:contentTypeScope="" ma:versionID="d1a1c2fab4bc054141fc059f64628e6a">
  <xsd:schema xmlns:xsd="http://www.w3.org/2001/XMLSchema" xmlns:xs="http://www.w3.org/2001/XMLSchema" xmlns:p="http://schemas.microsoft.com/office/2006/metadata/properties" xmlns:ns2="09f0d035-db3a-41e2-9c9f-cd4fb346005c" targetNamespace="http://schemas.microsoft.com/office/2006/metadata/properties" ma:root="true" ma:fieldsID="79197425f45961dcb975a55f67a80289" ns2:_="">
    <xsd:import namespace="09f0d035-db3a-41e2-9c9f-cd4fb346005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GenerationTime" minOccurs="0"/>
                <xsd:element ref="ns2:MediaServiceEventHashCode"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f0d035-db3a-41e2-9c9f-cd4fb346005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8BF0AFC-6F9F-47AF-BC37-1A2A1DC5FD83}"/>
</file>

<file path=customXml/itemProps2.xml><?xml version="1.0" encoding="utf-8"?>
<ds:datastoreItem xmlns:ds="http://schemas.openxmlformats.org/officeDocument/2006/customXml" ds:itemID="{9FB61D17-F174-41B7-9687-041961E252AA}">
  <ds:schemaRefs>
    <ds:schemaRef ds:uri="http://schemas.microsoft.com/sharepoint/v3"/>
    <ds:schemaRef ds:uri="http://www.w3.org/XML/1998/namespace"/>
    <ds:schemaRef ds:uri="http://schemas.microsoft.com/office/2006/documentManagement/types"/>
    <ds:schemaRef ds:uri="http://purl.org/dc/terms/"/>
    <ds:schemaRef ds:uri="http://purl.org/dc/dcmitype/"/>
    <ds:schemaRef ds:uri="http://schemas.openxmlformats.org/package/2006/metadata/core-properties"/>
    <ds:schemaRef ds:uri="http://purl.org/dc/elements/1.1/"/>
    <ds:schemaRef ds:uri="c6dc340a-7c91-4274-b2cf-9086e6b71284"/>
    <ds:schemaRef ds:uri="http://schemas.microsoft.com/office/infopath/2007/PartnerControls"/>
    <ds:schemaRef ds:uri="cd7206cd-d979-4761-a191-6f271d209b9a"/>
    <ds:schemaRef ds:uri="http://schemas.microsoft.com/office/2006/metadata/properties"/>
  </ds:schemaRefs>
</ds:datastoreItem>
</file>

<file path=customXml/itemProps3.xml><?xml version="1.0" encoding="utf-8"?>
<ds:datastoreItem xmlns:ds="http://schemas.openxmlformats.org/officeDocument/2006/customXml" ds:itemID="{FD34BFD1-73E8-4953-B752-D6405701F7FD}">
  <ds:schemaRefs>
    <ds:schemaRef ds:uri="http://schemas.microsoft.com/sharepoint/v3/contenttype/forms"/>
  </ds:schemaRefs>
</ds:datastoreItem>
</file>

<file path=docMetadata/LabelInfo.xml><?xml version="1.0" encoding="utf-8"?>
<clbl:labelList xmlns:clbl="http://schemas.microsoft.com/office/2020/mipLabelMetadata">
  <clbl:label id="{36970c53-fc97-4c45-87e9-80615808800c}" enabled="1" method="Standard" siteId="{2c94bed6-d675-4d3d-a53b-7b461fd6acc2}" removed="0"/>
</clbl:labelList>
</file>

<file path=docProps/app.xml><?xml version="1.0" encoding="utf-8"?>
<Properties xmlns="http://schemas.openxmlformats.org/officeDocument/2006/extended-properties" xmlns:vt="http://schemas.openxmlformats.org/officeDocument/2006/docPropsVTypes">
  <Template/>
  <TotalTime>1036</TotalTime>
  <Words>1076</Words>
  <Application>Microsoft Office PowerPoint</Application>
  <PresentationFormat>Widescreen</PresentationFormat>
  <Paragraphs>192</Paragraphs>
  <Slides>20</Slides>
  <Notes>4</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Covid19 CBR Template_V3.1</vt:lpstr>
      <vt:lpstr>All About Leasing and Rents</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GO-LIVE PLANNING</vt:lpstr>
      <vt:lpstr>PowerPoint Presentation</vt:lpstr>
    </vt:vector>
  </TitlesOfParts>
  <Manager/>
  <Company>Hilton Worldwide</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Jayne Atuatasi</dc:creator>
  <cp:keywords/>
  <dc:description/>
  <cp:lastModifiedBy>Kat Ragudos</cp:lastModifiedBy>
  <cp:revision>55</cp:revision>
  <cp:lastPrinted>2017-03-10T17:44:12Z</cp:lastPrinted>
  <dcterms:created xsi:type="dcterms:W3CDTF">2017-02-17T19:24:48Z</dcterms:created>
  <dcterms:modified xsi:type="dcterms:W3CDTF">2026-08-30T23:31:32Z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0x010100B811A7D7C6AF7C4B84849BBC7AECD042</vt:lpwstr>
  </property>
  <property fmtid="{D5CDD505-2E9C-101B-9397-08002B2CF9AE}" pid="3" name="MediaServiceImageTags">
    <vt:lpwstr/>
  </property>
</Properties>
</file>