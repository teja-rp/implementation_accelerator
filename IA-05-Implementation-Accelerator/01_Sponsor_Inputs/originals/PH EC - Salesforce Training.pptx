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85" r:id="rId7"/>
    <p:sldId id="259" r:id="rId8"/>
    <p:sldId id="260" r:id="rId9"/>
    <p:sldId id="261" r:id="rId10"/>
    <p:sldId id="269" r:id="rId11"/>
    <p:sldId id="271" r:id="rId12"/>
    <p:sldId id="275" r:id="rId13"/>
    <p:sldId id="276" r:id="rId14"/>
    <p:sldId id="277" r:id="rId15"/>
    <p:sldId id="267" r:id="rId16"/>
    <p:sldId id="268" r:id="rId17"/>
    <p:sldId id="272" r:id="rId18"/>
    <p:sldId id="273" r:id="rId19"/>
    <p:sldId id="274" r:id="rId20"/>
    <p:sldId id="266" r:id="rId21"/>
    <p:sldId id="265" r:id="rId22"/>
    <p:sldId id="278" r:id="rId23"/>
    <p:sldId id="286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A37D2C-6A3E-57B9-6CB4-1233211F18D5}" v="177" dt="2026-08-31T00:11:51.0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 Ragudos" userId="S::kat.ragudos@realpage.com::fa2688e3-404f-4469-939d-a0c2d069d1ee" providerId="AD" clId="Web-{B9A37D2C-6A3E-57B9-6CB4-1233211F18D5}"/>
    <pc:docChg chg="addSld modSld sldOrd">
      <pc:chgData name="Kat Ragudos" userId="S::kat.ragudos@realpage.com::fa2688e3-404f-4469-939d-a0c2d069d1ee" providerId="AD" clId="Web-{B9A37D2C-6A3E-57B9-6CB4-1233211F18D5}" dt="2026-08-31T00:11:51.032" v="181" actId="20577"/>
      <pc:docMkLst>
        <pc:docMk/>
      </pc:docMkLst>
      <pc:sldChg chg="addSp delSp modSp">
        <pc:chgData name="Kat Ragudos" userId="S::kat.ragudos@realpage.com::fa2688e3-404f-4469-939d-a0c2d069d1ee" providerId="AD" clId="Web-{B9A37D2C-6A3E-57B9-6CB4-1233211F18D5}" dt="2026-08-31T00:06:08.040" v="63" actId="14100"/>
        <pc:sldMkLst>
          <pc:docMk/>
          <pc:sldMk cId="3207910571" sldId="257"/>
        </pc:sldMkLst>
        <pc:spChg chg="mod">
          <ac:chgData name="Kat Ragudos" userId="S::kat.ragudos@realpage.com::fa2688e3-404f-4469-939d-a0c2d069d1ee" providerId="AD" clId="Web-{B9A37D2C-6A3E-57B9-6CB4-1233211F18D5}" dt="2026-08-31T00:06:08.040" v="63" actId="14100"/>
          <ac:spMkLst>
            <pc:docMk/>
            <pc:sldMk cId="3207910571" sldId="257"/>
            <ac:spMk id="2" creationId="{FB9B31AA-B292-402D-CD60-20D74FC392E6}"/>
          </ac:spMkLst>
        </pc:spChg>
        <pc:spChg chg="mod">
          <ac:chgData name="Kat Ragudos" userId="S::kat.ragudos@realpage.com::fa2688e3-404f-4469-939d-a0c2d069d1ee" providerId="AD" clId="Web-{B9A37D2C-6A3E-57B9-6CB4-1233211F18D5}" dt="2026-08-31T00:06:00.931" v="61" actId="20577"/>
          <ac:spMkLst>
            <pc:docMk/>
            <pc:sldMk cId="3207910571" sldId="257"/>
            <ac:spMk id="3" creationId="{6DC704A8-F0EE-5C22-D9F7-155D96DEEEE5}"/>
          </ac:spMkLst>
        </pc:spChg>
        <pc:spChg chg="del">
          <ac:chgData name="Kat Ragudos" userId="S::kat.ragudos@realpage.com::fa2688e3-404f-4469-939d-a0c2d069d1ee" providerId="AD" clId="Web-{B9A37D2C-6A3E-57B9-6CB4-1233211F18D5}" dt="2026-08-31T00:04:42.944" v="3"/>
          <ac:spMkLst>
            <pc:docMk/>
            <pc:sldMk cId="3207910571" sldId="257"/>
            <ac:spMk id="8" creationId="{B6CDA21F-E7AF-4C75-8395-33F58D5B0E45}"/>
          </ac:spMkLst>
        </pc:spChg>
        <pc:spChg chg="del">
          <ac:chgData name="Kat Ragudos" userId="S::kat.ragudos@realpage.com::fa2688e3-404f-4469-939d-a0c2d069d1ee" providerId="AD" clId="Web-{B9A37D2C-6A3E-57B9-6CB4-1233211F18D5}" dt="2026-08-31T00:04:42.944" v="3"/>
          <ac:spMkLst>
            <pc:docMk/>
            <pc:sldMk cId="3207910571" sldId="257"/>
            <ac:spMk id="15" creationId="{D5B0017B-2ECA-49AF-B397-DC140825DF8D}"/>
          </ac:spMkLst>
        </pc:spChg>
        <pc:spChg chg="add">
          <ac:chgData name="Kat Ragudos" userId="S::kat.ragudos@realpage.com::fa2688e3-404f-4469-939d-a0c2d069d1ee" providerId="AD" clId="Web-{B9A37D2C-6A3E-57B9-6CB4-1233211F18D5}" dt="2026-08-31T00:04:42.944" v="3"/>
          <ac:spMkLst>
            <pc:docMk/>
            <pc:sldMk cId="3207910571" sldId="257"/>
            <ac:spMk id="22" creationId="{C2554CA6-288E-4202-BC52-2E5A8F0C0AED}"/>
          </ac:spMkLst>
        </pc:spChg>
        <pc:spChg chg="add">
          <ac:chgData name="Kat Ragudos" userId="S::kat.ragudos@realpage.com::fa2688e3-404f-4469-939d-a0c2d069d1ee" providerId="AD" clId="Web-{B9A37D2C-6A3E-57B9-6CB4-1233211F18D5}" dt="2026-08-31T00:04:42.944" v="3"/>
          <ac:spMkLst>
            <pc:docMk/>
            <pc:sldMk cId="3207910571" sldId="257"/>
            <ac:spMk id="24" creationId="{B10BB131-AC8E-4A8E-A5D1-36260F720C3B}"/>
          </ac:spMkLst>
        </pc:spChg>
        <pc:spChg chg="add">
          <ac:chgData name="Kat Ragudos" userId="S::kat.ragudos@realpage.com::fa2688e3-404f-4469-939d-a0c2d069d1ee" providerId="AD" clId="Web-{B9A37D2C-6A3E-57B9-6CB4-1233211F18D5}" dt="2026-08-31T00:04:42.944" v="3"/>
          <ac:spMkLst>
            <pc:docMk/>
            <pc:sldMk cId="3207910571" sldId="257"/>
            <ac:spMk id="26" creationId="{5B7778FC-632E-4DCA-A7CB-0D7731CCF970}"/>
          </ac:spMkLst>
        </pc:spChg>
        <pc:spChg chg="add">
          <ac:chgData name="Kat Ragudos" userId="S::kat.ragudos@realpage.com::fa2688e3-404f-4469-939d-a0c2d069d1ee" providerId="AD" clId="Web-{B9A37D2C-6A3E-57B9-6CB4-1233211F18D5}" dt="2026-08-31T00:04:42.944" v="3"/>
          <ac:spMkLst>
            <pc:docMk/>
            <pc:sldMk cId="3207910571" sldId="257"/>
            <ac:spMk id="28" creationId="{FA23A907-97FB-4A8F-880A-DD77401C4296}"/>
          </ac:spMkLst>
        </pc:spChg>
        <pc:grpChg chg="del">
          <ac:chgData name="Kat Ragudos" userId="S::kat.ragudos@realpage.com::fa2688e3-404f-4469-939d-a0c2d069d1ee" providerId="AD" clId="Web-{B9A37D2C-6A3E-57B9-6CB4-1233211F18D5}" dt="2026-08-31T00:04:42.944" v="3"/>
          <ac:grpSpMkLst>
            <pc:docMk/>
            <pc:sldMk cId="3207910571" sldId="257"/>
            <ac:grpSpMk id="10" creationId="{AE1C45F0-260A-458C-96ED-C1F6D2151219}"/>
          </ac:grpSpMkLst>
        </pc:grpChg>
        <pc:picChg chg="del">
          <ac:chgData name="Kat Ragudos" userId="S::kat.ragudos@realpage.com::fa2688e3-404f-4469-939d-a0c2d069d1ee" providerId="AD" clId="Web-{B9A37D2C-6A3E-57B9-6CB4-1233211F18D5}" dt="2026-08-31T00:03:53.006" v="1"/>
          <ac:picMkLst>
            <pc:docMk/>
            <pc:sldMk cId="3207910571" sldId="257"/>
            <ac:picMk id="5" creationId="{AE8FE925-88EE-67DC-4BD4-6A07F2FFAA1A}"/>
          </ac:picMkLst>
        </pc:picChg>
        <pc:cxnChg chg="del">
          <ac:chgData name="Kat Ragudos" userId="S::kat.ragudos@realpage.com::fa2688e3-404f-4469-939d-a0c2d069d1ee" providerId="AD" clId="Web-{B9A37D2C-6A3E-57B9-6CB4-1233211F18D5}" dt="2026-08-31T00:04:42.944" v="3"/>
          <ac:cxnSpMkLst>
            <pc:docMk/>
            <pc:sldMk cId="3207910571" sldId="257"/>
            <ac:cxnSpMk id="17" creationId="{6CF1BAF6-AD41-4082-B212-8A1F9A2E8779}"/>
          </ac:cxnSpMkLst>
        </pc:cxnChg>
      </pc:sldChg>
      <pc:sldChg chg="modSp ord">
        <pc:chgData name="Kat Ragudos" userId="S::kat.ragudos@realpage.com::fa2688e3-404f-4469-939d-a0c2d069d1ee" providerId="AD" clId="Web-{B9A37D2C-6A3E-57B9-6CB4-1233211F18D5}" dt="2026-08-31T00:09:26.810" v="115" actId="14100"/>
        <pc:sldMkLst>
          <pc:docMk/>
          <pc:sldMk cId="3650623729" sldId="267"/>
        </pc:sldMkLst>
        <pc:spChg chg="mod">
          <ac:chgData name="Kat Ragudos" userId="S::kat.ragudos@realpage.com::fa2688e3-404f-4469-939d-a0c2d069d1ee" providerId="AD" clId="Web-{B9A37D2C-6A3E-57B9-6CB4-1233211F18D5}" dt="2026-08-31T00:09:26.810" v="115" actId="14100"/>
          <ac:spMkLst>
            <pc:docMk/>
            <pc:sldMk cId="3650623729" sldId="267"/>
            <ac:spMk id="2" creationId="{CD94880F-C5DD-051B-A481-EED4D59C7BAB}"/>
          </ac:spMkLst>
        </pc:spChg>
      </pc:sldChg>
      <pc:sldChg chg="modSp">
        <pc:chgData name="Kat Ragudos" userId="S::kat.ragudos@realpage.com::fa2688e3-404f-4469-939d-a0c2d069d1ee" providerId="AD" clId="Web-{B9A37D2C-6A3E-57B9-6CB4-1233211F18D5}" dt="2026-08-31T00:07:11.713" v="78" actId="20577"/>
        <pc:sldMkLst>
          <pc:docMk/>
          <pc:sldMk cId="1287405587" sldId="269"/>
        </pc:sldMkLst>
        <pc:spChg chg="mod">
          <ac:chgData name="Kat Ragudos" userId="S::kat.ragudos@realpage.com::fa2688e3-404f-4469-939d-a0c2d069d1ee" providerId="AD" clId="Web-{B9A37D2C-6A3E-57B9-6CB4-1233211F18D5}" dt="2026-08-31T00:07:11.713" v="78" actId="20577"/>
          <ac:spMkLst>
            <pc:docMk/>
            <pc:sldMk cId="1287405587" sldId="269"/>
            <ac:spMk id="2" creationId="{CE35349A-DE3B-BC1A-FF78-C36EB2984419}"/>
          </ac:spMkLst>
        </pc:spChg>
      </pc:sldChg>
      <pc:sldChg chg="modSp ord">
        <pc:chgData name="Kat Ragudos" userId="S::kat.ragudos@realpage.com::fa2688e3-404f-4469-939d-a0c2d069d1ee" providerId="AD" clId="Web-{B9A37D2C-6A3E-57B9-6CB4-1233211F18D5}" dt="2026-08-31T00:09:46.420" v="128" actId="20577"/>
        <pc:sldMkLst>
          <pc:docMk/>
          <pc:sldMk cId="1037043068" sldId="272"/>
        </pc:sldMkLst>
        <pc:spChg chg="mod">
          <ac:chgData name="Kat Ragudos" userId="S::kat.ragudos@realpage.com::fa2688e3-404f-4469-939d-a0c2d069d1ee" providerId="AD" clId="Web-{B9A37D2C-6A3E-57B9-6CB4-1233211F18D5}" dt="2026-08-31T00:09:46.420" v="128" actId="20577"/>
          <ac:spMkLst>
            <pc:docMk/>
            <pc:sldMk cId="1037043068" sldId="272"/>
            <ac:spMk id="2" creationId="{3BF2B6E3-6CB2-6CE1-7CE5-36B6E3D56F9B}"/>
          </ac:spMkLst>
        </pc:spChg>
      </pc:sldChg>
      <pc:sldChg chg="modSp ord">
        <pc:chgData name="Kat Ragudos" userId="S::kat.ragudos@realpage.com::fa2688e3-404f-4469-939d-a0c2d069d1ee" providerId="AD" clId="Web-{B9A37D2C-6A3E-57B9-6CB4-1233211F18D5}" dt="2026-08-31T00:10:02.671" v="133" actId="20577"/>
        <pc:sldMkLst>
          <pc:docMk/>
          <pc:sldMk cId="2924769603" sldId="273"/>
        </pc:sldMkLst>
        <pc:spChg chg="mod">
          <ac:chgData name="Kat Ragudos" userId="S::kat.ragudos@realpage.com::fa2688e3-404f-4469-939d-a0c2d069d1ee" providerId="AD" clId="Web-{B9A37D2C-6A3E-57B9-6CB4-1233211F18D5}" dt="2026-08-31T00:10:02.671" v="133" actId="20577"/>
          <ac:spMkLst>
            <pc:docMk/>
            <pc:sldMk cId="2924769603" sldId="273"/>
            <ac:spMk id="2" creationId="{809B896A-F537-4283-DEA2-B51A162D1B36}"/>
          </ac:spMkLst>
        </pc:spChg>
      </pc:sldChg>
      <pc:sldChg chg="ord">
        <pc:chgData name="Kat Ragudos" userId="S::kat.ragudos@realpage.com::fa2688e3-404f-4469-939d-a0c2d069d1ee" providerId="AD" clId="Web-{B9A37D2C-6A3E-57B9-6CB4-1233211F18D5}" dt="2026-08-31T00:08:58.732" v="94"/>
        <pc:sldMkLst>
          <pc:docMk/>
          <pc:sldMk cId="1507493111" sldId="274"/>
        </pc:sldMkLst>
      </pc:sldChg>
      <pc:sldChg chg="modSp ord">
        <pc:chgData name="Kat Ragudos" userId="S::kat.ragudos@realpage.com::fa2688e3-404f-4469-939d-a0c2d069d1ee" providerId="AD" clId="Web-{B9A37D2C-6A3E-57B9-6CB4-1233211F18D5}" dt="2026-08-31T00:07:53.793" v="90" actId="20577"/>
        <pc:sldMkLst>
          <pc:docMk/>
          <pc:sldMk cId="2296582448" sldId="275"/>
        </pc:sldMkLst>
        <pc:spChg chg="mod">
          <ac:chgData name="Kat Ragudos" userId="S::kat.ragudos@realpage.com::fa2688e3-404f-4469-939d-a0c2d069d1ee" providerId="AD" clId="Web-{B9A37D2C-6A3E-57B9-6CB4-1233211F18D5}" dt="2026-08-31T00:07:53.793" v="90" actId="20577"/>
          <ac:spMkLst>
            <pc:docMk/>
            <pc:sldMk cId="2296582448" sldId="275"/>
            <ac:spMk id="2" creationId="{352A8C83-4957-4101-E137-29BCD21E548A}"/>
          </ac:spMkLst>
        </pc:spChg>
      </pc:sldChg>
      <pc:sldChg chg="ord">
        <pc:chgData name="Kat Ragudos" userId="S::kat.ragudos@realpage.com::fa2688e3-404f-4469-939d-a0c2d069d1ee" providerId="AD" clId="Web-{B9A37D2C-6A3E-57B9-6CB4-1233211F18D5}" dt="2026-08-31T00:08:29.778" v="93"/>
        <pc:sldMkLst>
          <pc:docMk/>
          <pc:sldMk cId="1499800446" sldId="276"/>
        </pc:sldMkLst>
      </pc:sldChg>
      <pc:sldChg chg="ord">
        <pc:chgData name="Kat Ragudos" userId="S::kat.ragudos@realpage.com::fa2688e3-404f-4469-939d-a0c2d069d1ee" providerId="AD" clId="Web-{B9A37D2C-6A3E-57B9-6CB4-1233211F18D5}" dt="2026-08-31T00:09:07.388" v="97"/>
        <pc:sldMkLst>
          <pc:docMk/>
          <pc:sldMk cId="38427674" sldId="277"/>
        </pc:sldMkLst>
      </pc:sldChg>
      <pc:sldChg chg="add replId">
        <pc:chgData name="Kat Ragudos" userId="S::kat.ragudos@realpage.com::fa2688e3-404f-4469-939d-a0c2d069d1ee" providerId="AD" clId="Web-{B9A37D2C-6A3E-57B9-6CB4-1233211F18D5}" dt="2026-08-31T00:03:49.584" v="0"/>
        <pc:sldMkLst>
          <pc:docMk/>
          <pc:sldMk cId="834373196" sldId="285"/>
        </pc:sldMkLst>
      </pc:sldChg>
      <pc:sldChg chg="modSp add ord replId">
        <pc:chgData name="Kat Ragudos" userId="S::kat.ragudos@realpage.com::fa2688e3-404f-4469-939d-a0c2d069d1ee" providerId="AD" clId="Web-{B9A37D2C-6A3E-57B9-6CB4-1233211F18D5}" dt="2026-08-31T00:11:51.032" v="181" actId="20577"/>
        <pc:sldMkLst>
          <pc:docMk/>
          <pc:sldMk cId="2135180578" sldId="286"/>
        </pc:sldMkLst>
        <pc:spChg chg="mod">
          <ac:chgData name="Kat Ragudos" userId="S::kat.ragudos@realpage.com::fa2688e3-404f-4469-939d-a0c2d069d1ee" providerId="AD" clId="Web-{B9A37D2C-6A3E-57B9-6CB4-1233211F18D5}" dt="2026-08-31T00:11:07.891" v="155" actId="20577"/>
          <ac:spMkLst>
            <pc:docMk/>
            <pc:sldMk cId="2135180578" sldId="286"/>
            <ac:spMk id="2" creationId="{FC684DD5-97C7-B14B-F76D-7BA9F48E6475}"/>
          </ac:spMkLst>
        </pc:spChg>
        <pc:spChg chg="mod">
          <ac:chgData name="Kat Ragudos" userId="S::kat.ragudos@realpage.com::fa2688e3-404f-4469-939d-a0c2d069d1ee" providerId="AD" clId="Web-{B9A37D2C-6A3E-57B9-6CB4-1233211F18D5}" dt="2026-08-31T00:11:51.032" v="181" actId="20577"/>
          <ac:spMkLst>
            <pc:docMk/>
            <pc:sldMk cId="2135180578" sldId="286"/>
            <ac:spMk id="3" creationId="{4D82EC80-D332-EDC1-1048-C649BC8803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BBCA-9574-C802-F3AA-988D8C622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A3624-D50C-66AB-7E00-AEC550D7F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67EB2-10EA-4A36-2611-2DB46501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66C6D-35E9-CCD4-A5A8-3F64F4A57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29ED4F-EA9B-C522-2625-16DA3A04F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19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970A-4943-C41B-EA7B-2041AAFE0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9823F-95A4-B94B-B6B2-676CD8694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12B41-54AD-80CD-8371-517DDED7B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FDD01-22AD-EB9B-FBBA-156CE9FFB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9B1FE-2076-1498-00FE-29C2D71A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96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10603-F9D2-CE74-C8E7-018CBB8F9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28573-EB0B-159A-27BC-50DEA2613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FA639-64F7-7C27-8BAE-BE5FFC485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CE297-E4C8-E7D5-224A-C16D2F486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FBD61-4900-4D1D-79EC-29F53CC3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837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F253E-BF77-6AF8-C49D-EC846FE8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3B795-6EA7-AE5E-A025-36196699B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EF099B-2015-005A-435C-04FEDBACAE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6DF3D8-9C1C-5F33-045F-D406CCF52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5CBDF0-6D19-C9C7-4C72-23538CA0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9C5D45-A64D-5D1F-D373-BF3714D9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52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F98B-1B0A-2D86-0AED-12F6B2860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C27C0-8C5F-2EB9-67DF-185F4DAD9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531269-3CCD-E13C-D8B8-1D86E7F9D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BD5C0B-E566-28DF-E65B-9225203DB3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610A00-69C1-1CBA-53EA-C708B73A3A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5D4F32-861F-2A6D-77BC-BDA52D785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A1B08-98AB-94AA-9ABA-83A33839D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B96B0-D2B1-76C8-002A-9B07DFB21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9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6AED9-8247-50A2-C69A-AD5AFC0A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77015A-0AC9-5403-0DEF-08AC11EE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130951-BED4-DA08-D13E-5B76E792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82487-298E-5C07-0F01-924B5B9C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4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C0F644-7DC3-1C32-1F1B-283C4863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8F5437-8502-953F-77CD-D7DDC857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45A22-0214-717A-DAC7-245111686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84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A0CB-D7E1-1D65-1828-A71E69F72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B1115-24F1-56DA-689F-9B50080EB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D6762-8324-DBA1-16A7-A858E435AB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739B20-2D76-69E0-EF3F-3E3EAA05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02AC5-CF45-2FA5-8F60-B819611EF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67D3E-4E30-26B4-CAC0-4BD40ECCC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167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776B0-040C-8364-914E-FD464E0B1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7440BB-9111-CD4A-A9FE-0F18B522B1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939CC-25D2-D66D-03CA-DDE57FE7A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1B4EA-EA21-D077-5C57-B89C2DC19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0760C0-A377-F563-482B-6CC6BAA15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265E5-C577-9DBE-CA01-4CBF9F89A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9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9351-B4A8-695C-EF5C-1041CA242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DD1E75-13DE-17C5-0586-C0A324C83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9C87-3A04-246F-7B99-9D72FAFD1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31F04-24D9-CE43-01B9-17B60072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9FE49-5E85-F0B9-8972-EAA06A132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52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11CA5B-C3B4-7753-FBC9-96F4D9657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96DDA-C902-1B15-BAA1-117BE8836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4CBF8-4177-5825-E9C6-D5A75802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9A09A-836E-A1DB-29AD-92FF2DAA1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6FA8F-D884-7029-8292-B0B7DC12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054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50B48-01C9-F2A3-8343-7A38BF43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5332D-598F-2F2F-EFA9-9D9A30616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05123-01E0-3EA5-B31C-20FD280CD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E752B-7D15-4721-BDED-51DADF649BDD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40F42-C08E-8E44-63F0-8DB2744B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7B0D2-CFEF-8950-649A-3F7C281FA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0EB8EB-1A6B-4735-AA15-079B21400E1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699DE3-E4F1-7FB7-0210-AF2F8F87F29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29300" y="63500"/>
            <a:ext cx="5540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Use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E9CFC8-AC57-EF58-34C6-DA64C1718C7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51450" y="6642100"/>
            <a:ext cx="17145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For RealPage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232270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D647C-CD4E-FBCA-CA9C-0D2A7C4A0B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  <a:latin typeface="Aptos Narrow" panose="020B0004020202020204" pitchFamily="34" charset="0"/>
              </a:rPr>
              <a:t>SALESFORCE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F16C44-19D0-9925-4D28-D5601DB64F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013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9B31AA-B292-402D-CD60-20D74FC3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228" y="1396686"/>
            <a:ext cx="4109967" cy="406462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PMC / </a:t>
            </a:r>
            <a:r>
              <a:rPr lang="en-US">
                <a:solidFill>
                  <a:srgbClr val="FFFFFF"/>
                </a:solidFill>
              </a:rPr>
              <a:t>Property / Orders Review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704A8-F0EE-5C22-D9F7-155D96DEE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/>
              <a:t>Review these sections in Salesforce as part of your pre-kick off research</a:t>
            </a:r>
          </a:p>
        </p:txBody>
      </p:sp>
    </p:spTree>
    <p:extLst>
      <p:ext uri="{BB962C8B-B14F-4D97-AF65-F5344CB8AC3E}">
        <p14:creationId xmlns:p14="http://schemas.microsoft.com/office/powerpoint/2010/main" val="3207910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BF56A-9A5B-A847-643A-46EFE8D7A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E379C1F-6F69-06F6-BC47-70839110C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AB0ED4-A7ED-9526-FC32-FFBC911E1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C6ED6B-0237-E840-8B1B-D9CC4EBD67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0BE3C1D-D123-B776-C56E-79A8B1F3B3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A9006F-6780-4BED-1BDA-42542A21E9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475836D-9F92-E798-FBE3-8D3DB24A8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8E9513-2052-3E8F-3A48-A1E31B02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3016022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PMC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3FFCC-DFAF-EAE0-D20A-12CE72921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F8E18F-175C-D487-AA77-A18648D69F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F410B42-6325-B90C-5A7E-3DBE8ED51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59" y="1026979"/>
            <a:ext cx="11547566" cy="5086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373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426500-F93B-C604-5249-4EF04B84A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F1827D3-ECDA-CC3E-97D5-C89FBA5EA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FB3D54B-3E6E-F6F3-30EB-728A61FDC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58DD7ED-6EF6-FDA8-E3EA-5F89FF2E0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EE92DE3-34CC-0485-D98B-EE450A31C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DCF03B1-1F64-3EA5-2306-B111357D4D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3113420-6382-8D49-6656-BB6831E6B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1B0C0-6DCE-12EB-DD5B-8971D0996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4426444" cy="997403"/>
          </a:xfrm>
        </p:spPr>
        <p:txBody>
          <a:bodyPr anchor="ctr">
            <a:normAutofit fontScale="90000"/>
          </a:bodyPr>
          <a:lstStyle/>
          <a:p>
            <a:r>
              <a:rPr lang="en-US" sz="4800" dirty="0"/>
              <a:t>PMC PAGE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D773B-5372-E4E9-6886-0BB9D47A9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15DA0E-CB59-1A64-7F20-E5886B640F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9608393-B840-7AA9-9348-8D22CA3FC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59" y="2022144"/>
            <a:ext cx="11351707" cy="24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2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270FD-7E53-BF33-58BD-8B058079B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614EA4-D718-0E35-289D-943BAC74E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352EA6-19B8-BF3A-B47E-556B5AFF6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D3F4A9D-251B-7B66-A950-B574396EA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EE8CFF1-03C9-F82D-B377-41689DD7B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A4027A5-38A7-5B4D-3BB8-750551162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7624FAB-F5F0-C0F2-3DD3-DF413A0A8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F56653-458E-01D9-1304-CEAF22EFE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7493494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TEAM MEMBERS (RealPage)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B9188-9A19-65E4-771C-D290FE214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A2461F-D2E2-3759-8CB3-345334C5D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AFD1B664-58BB-3250-6595-7D5041AF7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611357"/>
            <a:ext cx="9770773" cy="4909453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B34083C-6E0D-CA28-59C1-CF77DD9F851D}"/>
              </a:ext>
            </a:extLst>
          </p:cNvPr>
          <p:cNvSpPr txBox="1">
            <a:spLocks/>
          </p:cNvSpPr>
          <p:nvPr/>
        </p:nvSpPr>
        <p:spPr>
          <a:xfrm>
            <a:off x="640079" y="717895"/>
            <a:ext cx="7493494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RP Members assigned to this PMC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Look for </a:t>
            </a:r>
            <a:r>
              <a:rPr lang="en-US" sz="2000" dirty="0"/>
              <a:t>(</a:t>
            </a:r>
            <a:r>
              <a:rPr lang="en-US" sz="2000" dirty="0">
                <a:sym typeface="Wingdings" panose="05000000000000000000" pitchFamily="2" charset="2"/>
              </a:rPr>
              <a:t>) </a:t>
            </a:r>
            <a:r>
              <a:rPr lang="en-US" sz="2000" dirty="0">
                <a:latin typeface="Aptos Narrow" panose="020B0004020202020204" pitchFamily="34" charset="0"/>
                <a:sym typeface="Wingdings" panose="05000000000000000000" pitchFamily="2" charset="2"/>
              </a:rPr>
              <a:t>under Active = engaged</a:t>
            </a:r>
            <a:endParaRPr lang="en-US" sz="200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119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2DD75F-FB49-D53E-CBA1-0CCD4EBF1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87DB8C-F8E8-CD35-E0E3-4C9C31BAF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5CB0A83-E71A-C32F-040C-20B15B154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72547A8-1F6E-0C0C-0D80-A254DF05C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F5C9C52-3B23-33FD-CFD9-8B02A2E06D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6617082-4D0B-15E7-3AF4-985498E9B4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DE36A60-2ED6-5E53-B329-07F759074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B2102D-E314-721E-11D2-807639148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7493494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Contacts(PMC)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1F8E-9C63-1E94-1534-25EE1263E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E6296C-4ADF-2532-2362-37D1BFF2C0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87EFC69-C0EA-69F7-A599-C3864BCB3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085819"/>
            <a:ext cx="10962626" cy="517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4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5171D-6531-3F60-31EC-350EDFBF1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407AF3-570C-7E27-3793-AE1853FA6D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F546E17-729B-4AE6-5E8F-5A8966366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4393C32-4E0B-0028-73F4-F85A08CCB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F32274-9177-9680-D63C-E1B1CD174C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8E3F86-CEEB-C5CE-D953-6D5B8F52E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DBE0407-27F3-3A1E-BF1C-18014AA97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5349A-DE3B-BC1A-FF78-C36EB298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11254647" cy="997403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accent3"/>
                </a:solidFill>
              </a:rPr>
              <a:t>Good to Know</a:t>
            </a:r>
            <a:r>
              <a:rPr lang="en-US" sz="4800"/>
              <a:t>: Client Health Events </a:t>
            </a:r>
            <a:r>
              <a:rPr lang="en-US" sz="4800" dirty="0"/>
              <a:t>(CHEs)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0DFD1-7712-77C7-B0E8-2180A377B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D15390-D0BF-CBD1-5699-608A20BE0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68802F20-94DE-64DB-6E07-CF980150B976}"/>
              </a:ext>
            </a:extLst>
          </p:cNvPr>
          <p:cNvSpPr txBox="1">
            <a:spLocks/>
          </p:cNvSpPr>
          <p:nvPr/>
        </p:nvSpPr>
        <p:spPr>
          <a:xfrm>
            <a:off x="640079" y="717895"/>
            <a:ext cx="7493494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Escalations Raised by clients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Risks flagged by Sales or Customer Success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2B7F3-F098-6D6A-7677-2CC4A1C3D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0" y="1711239"/>
            <a:ext cx="10222745" cy="442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405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8EDD94-8C2A-722A-5D6E-E8ED171FA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6645FA3-3CBC-E8A9-97F0-390569515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0F85170-0E56-FE63-AB2C-F3F9672B0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75CD6A-B943-064B-7AEF-0D40A336D1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7C73377-35F1-D3BE-343B-5AED1DB19F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547C26-7BCA-15D0-DC27-187FE325E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5205E68-2A0E-DCF1-E930-C5A4AD37E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93FAC-954A-96F2-6293-9447EE437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7493494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Client Health Events (CHEs)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51501-F86F-5D6C-DD35-95F150E57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3C1139-23AF-5BC3-84C6-6D80058C9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67D2C52B-3331-E4C5-217F-7E6C97233C31}"/>
              </a:ext>
            </a:extLst>
          </p:cNvPr>
          <p:cNvSpPr txBox="1">
            <a:spLocks/>
          </p:cNvSpPr>
          <p:nvPr/>
        </p:nvSpPr>
        <p:spPr>
          <a:xfrm>
            <a:off x="640079" y="717895"/>
            <a:ext cx="7493494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Reviewing recent CHE can help understand client sentiments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Focus on any implementation related risks/escalations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99F147-0FCC-9053-4977-F765D6390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97" y="1699392"/>
            <a:ext cx="9110478" cy="488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47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B76103-3E75-716D-AF17-D6D8643F0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ED7420A-FCE2-492B-85C2-B1149E18ED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85DC66C-C5A2-C092-EFC6-08EAF6A2B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48DDA76-8EBF-D26C-3975-31E20AC11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37F867D-83B1-9ACC-9EE1-88F83C523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2ED021-A4FA-7F8E-E1FB-C2B9A50CF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08A2A32-7F86-6BA1-08B3-5A057A61D0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A8C83-4957-4101-E137-29BCD21E5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9027263" cy="997403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accent3"/>
                </a:solidFill>
              </a:rPr>
              <a:t>Important</a:t>
            </a:r>
            <a:r>
              <a:rPr lang="en-US" sz="4800"/>
              <a:t>: Order Requests (PMC)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67D5D-683D-ECDA-A5DF-504BC0827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92626DE-3351-C8D8-E15C-628C2C980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48D89439-4312-E964-0A41-276E480AFC3B}"/>
              </a:ext>
            </a:extLst>
          </p:cNvPr>
          <p:cNvSpPr txBox="1">
            <a:spLocks/>
          </p:cNvSpPr>
          <p:nvPr/>
        </p:nvSpPr>
        <p:spPr>
          <a:xfrm>
            <a:off x="640079" y="873464"/>
            <a:ext cx="7493494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All Orders Raised by the PMC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Check for Order Notes or upcoming acquisitions (long term)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Take note of Revisions/Rebill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427111-2BE0-4961-3CDF-4B74D3CB8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97" y="1860760"/>
            <a:ext cx="10720203" cy="474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58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7732ED-37E0-3D21-30A7-89811DF3C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33FD66-BE86-B57C-5F41-C63080FD6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D231073-C1EA-8FE2-1D33-48BDACE56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2BC773-DE6C-1767-0D53-BC73AD490E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860388-BEA9-B747-C8BF-D8C58E9C8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CEEBB59-F7BD-261C-FF98-2E6B05081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5CA17F0-A164-B109-74A8-9CB134B7B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84AEEE-4906-9BB3-3FB0-E3740A6C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7493494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Order Requests (PMC)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D6E02-2716-E204-6261-3AC9FAD11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65E3F23-BE82-115D-F2D2-A567EED90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F1DD939-C038-1B76-A6B3-1199AA8EB5D7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38009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Docusign Recipient Status – track order signature (Sales &gt; Client)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Files – order form drafts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Implementation Orders – list down all solutions included in that order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C2B2F-04E3-E289-0D78-C2EDB6FCD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841949"/>
            <a:ext cx="9542146" cy="474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800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36933-64B6-D8A6-4B71-38D196214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C93E7A2-6B46-5C4E-A962-9EE6AFFF7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88E625-6A71-3F2E-FD3D-58A2DBA0F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E0A4B6D-8BD1-D597-ADAC-75861F206C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E79A97D-1809-6404-0BCC-0E90A77CF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B66EDF-A58D-4C2F-7328-4F7A1BEE5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9209ADA-7B95-0D27-9F89-C5C5B9AE6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97ED01-2033-AACD-F7B1-C4EABA6A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7493494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Order Requests (PMC)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99560-2309-F1DA-F896-C9650EB9C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4BA396-8593-514C-8553-C1EAC5FE3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A0C05B05-7B74-40B8-62F7-4A97DE05B308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97064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Order Details – sometimes includes property information which can be useful when you are doing your pre-kick off research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Especially helpful for OneSite takeovers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E9F6F2-353D-2735-21C0-F8506CD98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841949"/>
            <a:ext cx="10346268" cy="4758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7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FF5D1C-3F1F-10AF-2CDD-0AF77C3F1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EC84432-E32E-49AD-35C1-992D7451F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5D3D65-7A91-826F-729C-5CFA6C190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8C7C2D0-92C2-E1F2-915F-B1BB99E90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3E88159-2BAF-6D5E-D9C1-1180A366B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78A4146-BF23-234D-BEE2-053790BB5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6F8446D1-ACEC-9E65-94EE-EC3CCBA3A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94880F-C5DD-051B-A481-EED4D59C7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10893186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Implementation Orders (per Order </a:t>
            </a:r>
            <a:r>
              <a:rPr lang="en-US" sz="4800"/>
              <a:t>Request)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52BAD-6092-8938-9974-9F4ABEA9D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254425-5E03-054C-50C3-9FC3CA76B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8BAC393-B75D-39A1-6F65-2C998761F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97" y="899733"/>
            <a:ext cx="10913969" cy="5670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23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1E9C53-1792-6BCE-E78D-165C53D4B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0AAE0F9-E119-9828-0357-34337D353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35464E0-C8A9-CA44-C672-843078C65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CC6C8D8-1BCE-66CB-10EA-FBED8DFA3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938ECE5-FDAA-8502-1EE2-0F5544E56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FF42FD3-11F4-4074-B2C5-F4CBBC1F6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D88F5-4981-DD14-EFBF-0EBF23EA6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C412D1-123A-B085-E66A-F763FD14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7493494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Docusign Recipient Status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744B5-F922-0310-5FDA-D8A221DEE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E20DB14-647D-29EA-2AE7-194DC8465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C8C0F96-0784-6FA6-3B56-BF5871568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688399"/>
            <a:ext cx="10515600" cy="174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077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27E26-75F8-B6F8-142A-22CB83BC8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4549E6E-29F2-2A87-8404-4D1395237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7E424DE-B07C-7720-44BC-31D8A33B67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609FFBD-4D07-3B0C-6361-198F3A0CD6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71BB847-6ADE-6622-5D5C-60F6CEFE90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2428FBE-72F5-6C1D-47BA-2F4CEB0CF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62E2C67-0B54-5AE0-7FB5-CA86EB746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F2B6E3-6CB2-6CE1-7CE5-36B6E3D56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7493494" cy="997403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accent3"/>
                </a:solidFill>
              </a:rPr>
              <a:t>Additional Info: </a:t>
            </a:r>
            <a:r>
              <a:rPr lang="en-US" sz="4800">
                <a:solidFill>
                  <a:srgbClr val="000000"/>
                </a:solidFill>
              </a:rPr>
              <a:t>CASES</a:t>
            </a:r>
            <a:r>
              <a:rPr lang="en-US" sz="4800"/>
              <a:t> (PMC)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99F34-4F90-C308-69C9-AADB342E9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7E459E-5556-E1AD-FC59-0C0B197BD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45D4541-87B9-D140-F85C-7D1AD95EA956}"/>
              </a:ext>
            </a:extLst>
          </p:cNvPr>
          <p:cNvSpPr txBox="1">
            <a:spLocks/>
          </p:cNvSpPr>
          <p:nvPr/>
        </p:nvSpPr>
        <p:spPr>
          <a:xfrm>
            <a:off x="640079" y="717895"/>
            <a:ext cx="7493494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Support cases raised at the PMC level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Also includes Billing/Cancellation Inquiries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043A43-AF27-D5C4-BAB6-B14A05021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72" y="1561012"/>
            <a:ext cx="10914780" cy="468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43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738A9-08B6-9C29-3A9B-23B4F93E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FBC90A3-2CEA-49F6-4984-1E401897EE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52A4399-4249-0024-409A-FF236D101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BEB5FA5-20F3-6B89-CA88-2F956C2D0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9585BF0-1FE6-AA36-B530-ADF747F1A5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324E060-76D9-CD49-E028-1302CE948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13917E32-B1FA-F33D-B665-203F14091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9B896A-F537-4283-DEA2-B51A162D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10043263" cy="997403"/>
          </a:xfrm>
        </p:spPr>
        <p:txBody>
          <a:bodyPr anchor="ctr">
            <a:normAutofit fontScale="90000"/>
          </a:bodyPr>
          <a:lstStyle/>
          <a:p>
            <a:r>
              <a:rPr lang="en-US" sz="4800" dirty="0">
                <a:solidFill>
                  <a:schemeClr val="accent3"/>
                </a:solidFill>
              </a:rPr>
              <a:t>Additional </a:t>
            </a:r>
            <a:r>
              <a:rPr lang="en-US" sz="4800">
                <a:solidFill>
                  <a:schemeClr val="accent3"/>
                </a:solidFill>
              </a:rPr>
              <a:t>Info: </a:t>
            </a:r>
            <a:r>
              <a:rPr lang="en-US" sz="4800" dirty="0"/>
              <a:t>CANCELLATIONS (PMC)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E44EA-C740-59FA-7C62-CC3C5D5F3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E07801F-105A-F8BB-E3FD-70B3A896A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AD60AEC7-949B-F10F-5607-7773D147C708}"/>
              </a:ext>
            </a:extLst>
          </p:cNvPr>
          <p:cNvSpPr txBox="1">
            <a:spLocks/>
          </p:cNvSpPr>
          <p:nvPr/>
        </p:nvSpPr>
        <p:spPr>
          <a:xfrm>
            <a:off x="640079" y="717895"/>
            <a:ext cx="7493494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Cancellations placed by the clients (drafts, completed)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Can be per site or per product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09D928-5F76-803D-A95F-2D815F366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97" y="1784421"/>
            <a:ext cx="10913969" cy="453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69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88DE3E-B0F5-C937-0AA5-692501305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296A12-9C2E-691B-39E2-D05E8583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3452B0-0318-6E2B-62F3-2DB3A362D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134B6D-B51F-C548-5CCD-082A24D67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F97CF1-817C-210C-4E1B-15B41D298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F7091C4-D42C-3277-17DF-6656AD995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4B62C37-F077-3C94-C624-7756977AC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A88902-A76D-12A1-66E7-FF5AA7110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7493494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CANCELLATIONS (PMC)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02654-AE65-5548-10DC-EF4D60B33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C865FF4-94C5-44B6-25B7-CA2D12DC7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6277F4EB-4651-A255-8263-02DFC0353A8A}"/>
              </a:ext>
            </a:extLst>
          </p:cNvPr>
          <p:cNvSpPr txBox="1">
            <a:spLocks/>
          </p:cNvSpPr>
          <p:nvPr/>
        </p:nvSpPr>
        <p:spPr>
          <a:xfrm>
            <a:off x="640079" y="717895"/>
            <a:ext cx="7493494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Review Cancellation details by clicking Cancellation ID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Useful for OneSite Takeovers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FC1DB-FEED-A261-E46B-73420EBFF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769" y="1402049"/>
            <a:ext cx="6749394" cy="15162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F1AB5D7-C82A-6F98-0EA5-66A72ED47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3" y="2855785"/>
            <a:ext cx="7225661" cy="389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493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11D01A-9E93-A146-53D8-178865F6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F2A0224-614A-2DEA-E4A7-90DB71E87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A843B6-79B4-FDCD-7553-A0CA1DFAD6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20E3250-758D-7D17-C99F-32D6BF17A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F94406F-EAA2-4F55-71E1-0B7CF862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E90FBC8-0BDB-DBE7-51B4-715FB0F7C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F004B99C-33C2-C596-7F9B-58D381E1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C4C6CC-2BF6-C0DB-522E-1B8075C44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1" y="99882"/>
            <a:ext cx="7493494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Property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A09F1-0D75-97CC-E95B-67415D2E2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5D38583-5A6B-2CC0-F20C-4B23E346D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E1B2F5B-C3D0-EB93-C277-2908004B4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" y="977635"/>
            <a:ext cx="11547566" cy="513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076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662AFC-4E68-3138-640C-DA5E3EC5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052B65-D8CC-A272-83D0-E31E8653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1274C31-35CD-1969-58AB-409525FCA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C879B03-6FD1-0AEA-4FA6-09DA46AB21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3209C6-614E-91D1-6B0F-008DE6905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D705A77-49E8-6F9E-BC86-51F23B77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62DB755-8A0C-310B-FE48-7E7FD0500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9C2145-8DC8-58A8-A5EA-D0BF6616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0" y="99882"/>
            <a:ext cx="8322169" cy="997403"/>
          </a:xfrm>
        </p:spPr>
        <p:txBody>
          <a:bodyPr anchor="ctr">
            <a:normAutofit fontScale="90000"/>
          </a:bodyPr>
          <a:lstStyle/>
          <a:p>
            <a:r>
              <a:rPr lang="en-US" sz="4800" dirty="0"/>
              <a:t>PROPERTY PAGE (Current Solutions)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84857-2E1F-64F0-9D59-E7F5BD4CD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31739C-4DF6-07B4-58EE-7F01DBC87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D82058B0-08D5-5C9A-F5D0-9CBDC5D4D173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97064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Quick glance on solutions ordered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Tells you the property Flavor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Quickly identify product bundles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75C521-2050-6BC2-4D54-A427310B0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41" y="1841949"/>
            <a:ext cx="10730092" cy="477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85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21045F-0198-142C-7A91-511131891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83319B1-C074-871E-D3D6-B1EA18E5C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0C0F5F-C7CA-E6CC-17EF-644BDF0AF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CFDB6CA-0B7E-197E-7366-E5B5866047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0F9B099-61D2-54F2-F125-BE7CCCA160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AB29A1-9E1C-3DED-3775-3DE79B706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0CAFDC2-629E-B2B3-AA0F-BEE39CDA2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7EFDA-81ED-B2F2-74BC-30F3817E3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0" y="99882"/>
            <a:ext cx="9084170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Implementation Orders (Property)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A39D2-393B-271D-6418-AF4637EFD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CCAA708-FA83-5C67-4F99-108918622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434BA4A3-F722-9869-393E-D4CAC5E8ACFE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97064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All solutions ordered for that property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More updated than signed order forms (due to revisions or additional orders)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ACS vs ILF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CC4F42-8C41-EB81-8F29-9C6EB05E6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97" y="1841949"/>
            <a:ext cx="10352750" cy="472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452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85E06-1911-13E4-9D31-EC0EF649D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DA91817-55A4-EFEE-0F0C-C6E041AA8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335B3CE-45FB-BB94-F319-72CD64959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84DD5-97C7-B14B-F76D-7BA9F48E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228" y="1396686"/>
            <a:ext cx="4109967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Implementation Order Details</a:t>
            </a:r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22AF8E8A-0C5D-B32B-0466-E36669F4B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94A645B-8C98-23E7-B6FA-CAF65A479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2EC80-D332-EDC1-1048-C649BC880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Good to review before and during </a:t>
            </a:r>
            <a:r>
              <a:rPr lang="en-US"/>
              <a:t>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2135180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1E18C6-0686-25E2-A67A-0F9D2097C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F3D19E3-8737-3416-B013-B01209DA5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AC97-2445-6CE9-2EB3-D8743593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3747170-F6D7-35FA-61AB-C60B7D281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8311817-6613-F972-B304-2E6381ECC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782D77-E9DE-A561-D38F-AC38D8D01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922587E7-63AB-1FAC-2340-17EF63BBCB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EB0E7F-FF92-9193-DA7B-6053E270C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0" y="99882"/>
            <a:ext cx="9084170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Implementation Orders (Details)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BED8D-B0A0-1F11-DBD9-EAC6B4971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103824E-BC10-19E5-B1E2-157A5B226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3C32BD6F-37DE-C85B-B5BA-8F5DE2C532D7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97064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Click on SF Order Number to access Implementation Order Details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3372C-2200-1012-764E-EFF26A0A3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657236"/>
            <a:ext cx="10948809" cy="3334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381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E0D5E-14C2-FE38-EF6E-0B3E63C34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7F057BD-44AC-304D-E815-036C83917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A83608-7D9D-1D82-9EE0-EFB8BC5CA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89C4CA-A030-440E-C748-A9D47AAB7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8D6D32B-B508-35E7-DA28-CBE3E3672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8E5C37-8EE3-3B76-70AC-B9E0AC3F3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012F3DE-6334-13CE-4765-0F7B77881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CAA17-82C6-1C04-6957-934749E10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0" y="99882"/>
            <a:ext cx="9084170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Implementation Orders (Details)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C03A2-9AD2-66CA-F199-E6E21FF08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DE86AEA-770C-87B5-622F-2DAE23075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29AEFA61-3943-C917-0C24-180AF097AA47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97064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Click on SF Order Number to access Implementation Order Details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B4869A-DE6B-CACB-AFF2-6B532F504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97" y="1524632"/>
            <a:ext cx="10513375" cy="490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035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569B3-95F2-CDAA-DC98-F97FD671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D207B2F-EB30-7A8A-9C95-597719413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ADE37F-93FA-E824-C8A5-D613CECDA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6DE716A-5EB0-4652-A461-A9CE1E83A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0F51F4-016E-4D89-6721-F0AED5A637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598D767-223E-7EBE-1302-21DB87075F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A6362AA8-8263-602A-A389-88C4D290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802DD-EEC3-E79A-7E23-1F18D2275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0" y="99882"/>
            <a:ext cx="9084170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Implementation Orders (Details)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DE072-4CFA-F0A8-9AB8-DBDE60604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CFA1549-FA17-5953-AFC9-BCF2995B8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1AEA0662-3603-EF71-07DB-78CAAF8E0743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97064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Click on SF Order Number to access Implementation Order Details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120839-3C1B-85C4-867B-FFE2AF195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" y="1542567"/>
            <a:ext cx="11083874" cy="521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003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F8120F-970E-CF24-CC5A-CEB7C546C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BE1211-787E-D15B-DE43-0CACFECC9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E0DC3E0-ADB2-A546-F2F8-F8183087E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C9071B-4C52-10BD-D099-AFDDAFB36E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7E33A3B-AB99-E891-4327-CD67A0BE6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4B2A45A-A361-87F2-FC22-9BE363085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78106CB2-5D5C-9D3A-48FF-60EAA049A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A243C3-1F9D-F72D-0B9E-E805C574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0" y="99882"/>
            <a:ext cx="9084170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Implementation Orders (Details)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E473B-B5D5-C243-5B9F-EDAA6D44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155E6D1-4406-115A-0FEA-B8EB60DBB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E57B5ACC-789C-177A-2A08-68A31ED5151F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97064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Click on SF Order Number to access Implementation Order Details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D5C2E9-3633-AE66-DB76-61D7C5A00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097285"/>
            <a:ext cx="10515600" cy="557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7679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8FA86E-C9EB-6AEF-A792-1953E8C39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DB7E4B4-3E06-5CD7-D033-7473A0D9A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24B2971-C3FB-E52A-E2E2-EC6F6035A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B5ED5C6-A278-808E-09F3-97886A7FD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FE96C26-737E-3A7B-1268-5C764E8D32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AD13247-7B77-1E6E-0D86-F579D2C1E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5695D2E-E213-67DA-60DD-936659918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26B18-919B-1F43-A95A-561E30A65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0" y="99882"/>
            <a:ext cx="9084170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Implementation Orders (Details)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D2FFB-840B-FF72-6E1D-E121884A5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0A0E209-05DF-ECD5-A73F-DEF9AF383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F32AD40A-445D-2CBD-5809-AD0FC43F4395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97064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Click on SF Order Number to access Implementation Order Details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BE4412-A3AB-6473-6FB8-099DAFB4D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96" y="1711239"/>
            <a:ext cx="10913969" cy="495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83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AB458-0683-D8A2-435A-8E0506BA8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2A13B3-5A88-3640-BC6E-41E6012084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32892D-F309-3DCC-9027-B818796CF2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66DC05D-8A88-1080-EB43-4E7A487058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D4271C-F026-57A6-C07B-53FBAE0354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93A4F72-8BAD-2706-5DE0-0FA46DD064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4486B987-032B-03AA-CD5F-313CBD2A8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0D08C1-2044-FB4E-76AD-B42D389C4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30" y="99882"/>
            <a:ext cx="9084170" cy="997403"/>
          </a:xfrm>
        </p:spPr>
        <p:txBody>
          <a:bodyPr anchor="ctr">
            <a:normAutofit/>
          </a:bodyPr>
          <a:lstStyle/>
          <a:p>
            <a:r>
              <a:rPr lang="en-US" sz="4800" dirty="0"/>
              <a:t>Implementation Orders (Details)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0320F-5C3D-8764-40BE-9D5AA0CD8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B868207-0782-B395-26E8-0B0C6B536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AB484290-B9F3-7EB2-B7F2-CDA6A8CF4D32}"/>
              </a:ext>
            </a:extLst>
          </p:cNvPr>
          <p:cNvSpPr txBox="1">
            <a:spLocks/>
          </p:cNvSpPr>
          <p:nvPr/>
        </p:nvSpPr>
        <p:spPr>
          <a:xfrm>
            <a:off x="640079" y="844546"/>
            <a:ext cx="8970646" cy="9974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ptos Narrow" panose="020B0004020202020204" pitchFamily="34" charset="0"/>
              </a:rPr>
              <a:t>Click on SF Order Number to access Implementation Order Details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BCC1D1-55E7-67F8-B0F0-DA467C6F9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9" y="1590949"/>
            <a:ext cx="10907487" cy="297152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E24EAB9-DFAD-B424-833C-13D097534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78" y="4579851"/>
            <a:ext cx="10907487" cy="223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01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11A7D7C6AF7C4B84849BBC7AECD042" ma:contentTypeVersion="7" ma:contentTypeDescription="Create a new document." ma:contentTypeScope="" ma:versionID="d1a1c2fab4bc054141fc059f64628e6a">
  <xsd:schema xmlns:xsd="http://www.w3.org/2001/XMLSchema" xmlns:xs="http://www.w3.org/2001/XMLSchema" xmlns:p="http://schemas.microsoft.com/office/2006/metadata/properties" xmlns:ns2="09f0d035-db3a-41e2-9c9f-cd4fb346005c" targetNamespace="http://schemas.microsoft.com/office/2006/metadata/properties" ma:root="true" ma:fieldsID="79197425f45961dcb975a55f67a80289" ns2:_="">
    <xsd:import namespace="09f0d035-db3a-41e2-9c9f-cd4fb34600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f0d035-db3a-41e2-9c9f-cd4fb346005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82E116-EFAA-4AC6-B8D6-6BD4233737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167D2F-162B-44AE-B65E-B167DA922C1F}">
  <ds:schemaRefs>
    <ds:schemaRef ds:uri="http://schemas.microsoft.com/office/2006/metadata/properties"/>
    <ds:schemaRef ds:uri="cd7206cd-d979-4761-a191-6f271d209b9a"/>
    <ds:schemaRef ds:uri="http://purl.org/dc/terms/"/>
    <ds:schemaRef ds:uri="http://purl.org/dc/dcmitype/"/>
    <ds:schemaRef ds:uri="http://schemas.microsoft.com/office/2006/documentManagement/types"/>
    <ds:schemaRef ds:uri="c6dc340a-7c91-4274-b2cf-9086e6b71284"/>
    <ds:schemaRef ds:uri="http://schemas.microsoft.com/sharepoint/v3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9B24DCCA-3452-4F76-B7E9-959471486AF9}"/>
</file>

<file path=docMetadata/LabelInfo.xml><?xml version="1.0" encoding="utf-8"?>
<clbl:labelList xmlns:clbl="http://schemas.microsoft.com/office/2020/mipLabelMetadata">
  <clbl:label id="{36970c53-fc97-4c45-87e9-80615808800c}" enabled="1" method="Standard" siteId="{2c94bed6-d675-4d3d-a53b-7b461fd6acc2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Widescreen</PresentationFormat>
  <Paragraphs>56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SALESFORCE TRAINING</vt:lpstr>
      <vt:lpstr>PMC / Property / Orders Review</vt:lpstr>
      <vt:lpstr>PMC PAGE</vt:lpstr>
      <vt:lpstr>PMC PAGE (cont.)</vt:lpstr>
      <vt:lpstr>TEAM MEMBERS (RealPage) </vt:lpstr>
      <vt:lpstr>Contacts(PMC) </vt:lpstr>
      <vt:lpstr>Good to Know: Client Health Events (CHEs)</vt:lpstr>
      <vt:lpstr>Client Health Events (CHEs)</vt:lpstr>
      <vt:lpstr>Important: Order Requests (PMC)</vt:lpstr>
      <vt:lpstr>Order Requests (PMC)</vt:lpstr>
      <vt:lpstr>Order Requests (PMC)</vt:lpstr>
      <vt:lpstr>Implementation Orders (per Order Request)</vt:lpstr>
      <vt:lpstr>Docusign Recipient Status</vt:lpstr>
      <vt:lpstr>Additional Info: CASES (PMC)</vt:lpstr>
      <vt:lpstr>Additional Info: CANCELLATIONS (PMC)</vt:lpstr>
      <vt:lpstr>CANCELLATIONS (PMC)</vt:lpstr>
      <vt:lpstr>Property Page</vt:lpstr>
      <vt:lpstr>PROPERTY PAGE (Current Solutions)</vt:lpstr>
      <vt:lpstr>Implementation Orders (Property)</vt:lpstr>
      <vt:lpstr>Implementation Order Details</vt:lpstr>
      <vt:lpstr>Implementation Orders (Details)</vt:lpstr>
      <vt:lpstr>Implementation Orders (Details)</vt:lpstr>
      <vt:lpstr>Implementation Orders (Details)</vt:lpstr>
      <vt:lpstr>Implementation Orders (Details)</vt:lpstr>
      <vt:lpstr>Implementation Orders (Details)</vt:lpstr>
      <vt:lpstr>Implementation Orders (Details)</vt:lpstr>
    </vt:vector>
  </TitlesOfParts>
  <Company>RealPage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 Ragudos</dc:creator>
  <cp:lastModifiedBy>Kat Ragudos</cp:lastModifiedBy>
  <cp:revision>43</cp:revision>
  <dcterms:created xsi:type="dcterms:W3CDTF">2026-07-13T02:34:41Z</dcterms:created>
  <dcterms:modified xsi:type="dcterms:W3CDTF">2026-09-01T15:07:06Z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0x010100B811A7D7C6AF7C4B84849BBC7AECD042</vt:lpwstr>
  </property>
  <property fmtid="{D5CDD505-2E9C-101B-9397-08002B2CF9AE}" pid="3" name="ClassificationContentMarkingFooterLocations">
    <vt:lpwstr>Office Theme:10</vt:lpwstr>
  </property>
  <property fmtid="{D5CDD505-2E9C-101B-9397-08002B2CF9AE}" pid="4" name="ClassificationContentMarkingFooterText">
    <vt:lpwstr>For RealPage Internal Use Only</vt:lpwstr>
  </property>
  <property fmtid="{D5CDD505-2E9C-101B-9397-08002B2CF9AE}" pid="5" name="ClassificationContentMarkingHeaderLocations">
    <vt:lpwstr>Office Theme:9</vt:lpwstr>
  </property>
  <property fmtid="{D5CDD505-2E9C-101B-9397-08002B2CF9AE}" pid="6" name="ClassificationContentMarkingHeaderText">
    <vt:lpwstr>Internal Use</vt:lpwstr>
  </property>
  <property fmtid="{D5CDD505-2E9C-101B-9397-08002B2CF9AE}" pid="7" name="MediaServiceImageTags">
    <vt:lpwstr/>
  </property>
</Properties>
</file>